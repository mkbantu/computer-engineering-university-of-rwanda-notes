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2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WFNEN 100 · Orientation Program in Entrepreneurship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the Communication Style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an Entrepreneur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Richard Branson, Founder — Virgin Group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Manzi Olivier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Rwanda — College of Science and Technology (UR-CST)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Branson?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126480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201168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Branson built the Virgin Group into a portfolio of over 400 companies — music, airlines, telecoms, space travel — largely by making himself the public face and voice of the brand.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style is deliberately informal and personal rather than corporate — a lesson that applies directly to a student-run venture like FreshCampus Fruits, which also depends on trust and word-of-mouth rather than a big ad budget.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0" y="1737360"/>
            <a:ext cx="4389120" cy="16459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8745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406640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under the Virgin Group umbrella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566160"/>
            <a:ext cx="4389120" cy="1645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37033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406640" y="4526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communication traits examined in this study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Style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084832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25296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1305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1089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Words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8404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short sentences, storytelling over jargon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89504" y="1691640"/>
            <a:ext cx="2084832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130552"/>
            <a:ext cx="676656" cy="676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26664" y="31089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072384" y="38404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posture, animated gestures, informal dress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138928" y="1691640"/>
            <a:ext cx="2084832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24144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130552"/>
            <a:ext cx="676656" cy="676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76088" y="31089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Skills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321808" y="38404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staff and customer feedback shape decisions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88352" y="1691640"/>
            <a:ext cx="2084832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973568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130552"/>
            <a:ext cx="676656" cy="6766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25512" y="31089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Presence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571232" y="38404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consistent, personally accountable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637776" y="1691640"/>
            <a:ext cx="2084832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222992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2130552"/>
            <a:ext cx="676656" cy="6766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74936" y="31089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820656" y="38404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Humour, curiosity, and personal warmth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The Right Words  ·  b. Body Language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420624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92389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74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Words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Branson avoids corporate jargon almost entirely, explaining complex ideas — airline economics, brand strategy — in short sentences and concrete stories rather than abstractions. His writing reads like a conversation, not a press release.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03520" cy="420624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828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192389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874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6517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Animated, leaning forward, open-handed gestures, direct eye contact, and a relaxed dress code that signals approachability. His stunts — dressing up, attempting records, appearing alongside staff — are body language too.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Listening Skills  ·  d. Executive Presence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420624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92389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74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Skills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Branson has said frontline staff — flight attendants, call-centre agents — understand customers better than head office does. He built feedback loops and carries a notebook everywhere to capture their input.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03520" cy="420624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828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192389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874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Presence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6517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presence comes from consistency and personal risk-taking, not formality: showing up at launches, taking visible risks (round-the-world balloon attempts, the Virgin Galactic test flight), and owning failures publicly.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 Charisma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206240" cy="42062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B300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92389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97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Charismatic in Dealing with People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self-deprecating humour, genuine curiosity, and remembering personal details about employees and customers — as likely to be photographed laughing at his mistakes as celebrating a win.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1554480"/>
            <a:ext cx="6400800" cy="969264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30368" y="1554480"/>
            <a:ext cx="4572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60720" y="1609344"/>
            <a:ext cx="5577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Virgin Records from a phone booth as a teenager, using direct mail-order marketing instead of traditional retail ads.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633472"/>
            <a:ext cx="6400800" cy="969264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30368" y="2633472"/>
            <a:ext cx="4572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760720" y="2688336"/>
            <a:ext cx="5577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lives on Necker Island, inviting journalists and customers into his personal life — blurring "CEO" and "person."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20640" y="3712464"/>
            <a:ext cx="6400800" cy="969264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30368" y="3712464"/>
            <a:ext cx="4572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760720" y="3767328"/>
            <a:ext cx="5577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personally to customer complaints on social media in his own voice, not through a PR team.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120640" y="4791456"/>
            <a:ext cx="6400800" cy="969264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30368" y="4791456"/>
            <a:ext cx="4572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760720" y="4846320"/>
            <a:ext cx="5577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credits cabin crew and call-centre staff by name as the real source of service improvements.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Key Observations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74720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945" y="225582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as a brand asset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397764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Informality is deliberate and consistent across every Virgin company — not just personal appearances.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474720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65" y="225582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3154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over statistics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397764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used only when unavoidable — financial results, safety records — story leads everywhere else.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828800"/>
            <a:ext cx="3474720" cy="3566160"/>
          </a:xfrm>
          <a:prstGeom prst="rect">
            <a:avLst/>
          </a:prstGeom>
          <a:solidFill>
            <a:srgbClr val="FCF6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37260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585" y="2255825"/>
            <a:ext cx="608990" cy="6089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154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mistakes build trust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75320" y="397764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Admitting failures (e.g., Virgin Cola) openly strengthens long-term credibility rather than damaging 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 Lessons to FreshCampus Fruits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Branson habits transfer directly to our student cooperative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rgbClr val="3E4C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9202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story, not price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11680" y="24231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poster messaging should open with the malnutrition problem and a human story, not just prices or logistics.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914400" cy="914400"/>
          </a:xfrm>
          <a:prstGeom prst="ellipse">
            <a:avLst/>
          </a:prstGeom>
          <a:solidFill>
            <a:srgbClr val="3E4C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822192"/>
            <a:ext cx="676656" cy="676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347472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customers as the feedback loop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011680" y="39776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cart and hostel-delivery WhatsApp group should be used to gather insight on pricing, flavours, and timing — not just take orders.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5257800"/>
            <a:ext cx="914400" cy="914400"/>
          </a:xfrm>
          <a:prstGeom prst="ellipse">
            <a:avLst/>
          </a:prstGeom>
          <a:solidFill>
            <a:srgbClr val="3E4C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376672"/>
            <a:ext cx="676656" cy="6766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5029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visibly accountable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011680" y="55321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members should be named and reachable to customers, since trust on a close-knit campus is built person to person, just as Branson builds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 Communication Style of an Entrepreneur</dc:title>
  <dc:subject>PptxGenJS Presentation</dc:subject>
  <dc:creator>Manzi Olivier</dc:creator>
  <cp:lastModifiedBy>Manzi Olivier</cp:lastModifiedBy>
  <cp:revision>1</cp:revision>
  <dcterms:created xsi:type="dcterms:W3CDTF">2026-07-07T13:45:41Z</dcterms:created>
  <dcterms:modified xsi:type="dcterms:W3CDTF">2026-07-07T13:45:41Z</dcterms:modified>
</cp:coreProperties>
</file>