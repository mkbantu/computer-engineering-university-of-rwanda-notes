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9E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WFNEN 100 · Orientation Program in Entrepreneurship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Design Thinking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5420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E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Solve a Real Campus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FreshCampus Fruits — a student fruit-access cooperative at UR-CST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66960" y="3566160"/>
            <a:ext cx="1463040" cy="1463040"/>
          </a:xfrm>
          <a:prstGeom prst="ellipse">
            <a:avLst/>
          </a:prstGeom>
          <a:solidFill>
            <a:srgbClr val="2C6B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3756355"/>
            <a:ext cx="1082650" cy="10826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Manzi Olivier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E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Rwanda — College of Science and Technology (UR-CST)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/ Problem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309360" cy="365760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96596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among UR-CST students has been officially reported to the Head of Department. Students frequently skip meals or rely on calorie-dense, nutrient-poor food because healthy options are not conveniently available near lecture halls, the library, or hostels.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FreshCampus Fruits is our design-thinking response: a student cooperative that puts fresh fruit within easy physical and financial reach of every student, every 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691640"/>
            <a:ext cx="4297680" cy="1737360"/>
          </a:xfrm>
          <a:prstGeom prst="rect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49808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E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&amp; postgraduate students at UR-CST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3611880"/>
            <a:ext cx="4297680" cy="1737360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37490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498080" y="4572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channels: kiosk, cart, hostel delivery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Thinking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2971800"/>
            <a:ext cx="9692640" cy="0"/>
          </a:xfrm>
          <a:prstGeom prst="line">
            <a:avLst/>
          </a:prstGeom>
          <a:noFill/>
          <a:ln w="38100">
            <a:solidFill>
              <a:srgbClr val="D8E6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377440"/>
            <a:ext cx="1188720" cy="11887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531974"/>
            <a:ext cx="879653" cy="879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481328" y="2212848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8" name="Text 5"/>
          <p:cNvSpPr/>
          <p:nvPr/>
        </p:nvSpPr>
        <p:spPr>
          <a:xfrm>
            <a:off x="148132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63240" y="2377440"/>
            <a:ext cx="1188720" cy="11887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774" y="2531974"/>
            <a:ext cx="879653" cy="8796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04488" y="2212848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3" name="Text 9"/>
          <p:cNvSpPr/>
          <p:nvPr/>
        </p:nvSpPr>
        <p:spPr>
          <a:xfrm>
            <a:off x="390448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0" y="2377440"/>
            <a:ext cx="1188720" cy="11887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934" y="2531974"/>
            <a:ext cx="879653" cy="8796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27648" y="2212848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8" name="Text 13"/>
          <p:cNvSpPr/>
          <p:nvPr/>
        </p:nvSpPr>
        <p:spPr>
          <a:xfrm>
            <a:off x="632764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909560" y="2377440"/>
            <a:ext cx="1188720" cy="11887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094" y="2531974"/>
            <a:ext cx="879653" cy="8796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750808" y="2212848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3" name="Text 17"/>
          <p:cNvSpPr/>
          <p:nvPr/>
        </p:nvSpPr>
        <p:spPr>
          <a:xfrm>
            <a:off x="875080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0332720" y="2377440"/>
            <a:ext cx="1188720" cy="11887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254" y="2531974"/>
            <a:ext cx="879653" cy="87965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696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11173968" y="2212848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8" name="Text 21"/>
          <p:cNvSpPr/>
          <p:nvPr/>
        </p:nvSpPr>
        <p:spPr>
          <a:xfrm>
            <a:off x="1117396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process to a problem we had already partly solved on paper forced us to justify each distribution channel against a specific student persona, rather than assuming a single storefront was enough.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Empathize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11480"/>
            <a:ext cx="731520" cy="73152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4938" y="50657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spoke informally with students across different situations to understand how the malnutrition problem actually shows up day to day.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393192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told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 resident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breakfast most days — canteen queue is long before her 8 AM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food on the way to class, not just at a fixed canteen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Day-scholar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Buys snacks from roadside vendors at the gate — the only option on his commute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and visibility matter more than a strong health preference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Postgraduate 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Back-to-back lab sessions; rarely leaves the department building midday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product to come to her, not the other way around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 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malnutrition complaints have reached the HOD's office this 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is documented and campus leadership is receptive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Define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05840" cy="1005840"/>
          </a:xfrm>
          <a:prstGeom prst="ellipse">
            <a:avLst/>
          </a:prstGeom>
          <a:solidFill>
            <a:srgbClr val="2C6B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959559"/>
            <a:ext cx="744322" cy="7443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1737360"/>
            <a:ext cx="9052560" cy="3200400"/>
          </a:xfrm>
          <a:prstGeom prst="rect">
            <a:avLst/>
          </a:prstGeom>
          <a:solidFill>
            <a:srgbClr val="245C36"/>
          </a:solidFill>
          <a:ln/>
        </p:spPr>
      </p:sp>
      <p:sp>
        <p:nvSpPr>
          <p:cNvPr id="6" name="Text 3"/>
          <p:cNvSpPr/>
          <p:nvPr/>
        </p:nvSpPr>
        <p:spPr>
          <a:xfrm>
            <a:off x="2514600" y="20116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UR-CST students want affordable, healthy food, but the friction of time, distance, and queues pushes them toward cheap, unhealthy alternatives at exactly the moments — before an 8 AM class, during a 10-minute break, mid-afternoon in a lab — when a healthy option is least accessible.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14600" y="3977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awareness or desire — it is access at the right moment.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E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from the general observation "students are malnourished" by combining insights from all four empathize interviews.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Ideate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20440" cy="420624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1: Fixed Kiosk 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simple to run — but doesn't reach the postgraduate lab student or the early-morning hostel rush.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520440" cy="420624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2: Vending Dispenser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9260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 — but needs capital the cooperative doesn't have, and can't handle fresh produce well.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520440" cy="4206240"/>
          </a:xfrm>
          <a:prstGeom prst="rect">
            <a:avLst/>
          </a:prstGeom>
          <a:solidFill>
            <a:srgbClr val="6BA54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3: Hybrid Model (selected)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29260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stall + mobile cart at break times + WhatsApp pre-order hostel delivery — meets every persona where they 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5440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CHOSEN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Prototype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Rough, low-cost operational artifacts — not a physical product mockup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56616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805" y="23929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Order-Flow Sketch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sends fruit choice + hostel block by 8:00 AM → treasurer confirms → packed with the morning market run → delivered 5:00–6:00 PM.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520440" cy="356616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5" y="23929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&amp; Cart Layout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displayed by price tier — small citrus, mixed fruit cups, seasonal specials — to speed up transactions during short breaks.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520440" cy="3566160"/>
          </a:xfrm>
          <a:prstGeom prst="rect">
            <a:avLst/>
          </a:prstGeom>
          <a:solidFill>
            <a:srgbClr val="F4F8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0402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005" y="23929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Card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Cost-plus model, 30–40% margin, tested against students' sense of fairness during break-period cart visits.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informally by walking the proposed cart route and timing a transaction during a 10-minute break — confirming the 10:00 AM / 12:30 PM / 3:00 PM schedule fits students' actual free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Final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kiosk (7:30 AM–6:00 PM), a mobile cart on a fixed break-time schedule, and WhatsApp-based hostel delivery — run as a student cooperative with equal member contribution and cost-plus pricing.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answers the Define-stage problem: it meets students at the specific moments — before class, mid-break, at the hostel in the evening — when they'd otherwise default to unhealthy alternatives.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280160"/>
            <a:ext cx="4572000" cy="1371600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417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80/day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235440" y="14173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projected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2788920"/>
            <a:ext cx="4572000" cy="1371600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560K RWF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235440" y="29260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 revenue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4297680"/>
            <a:ext cx="4572000" cy="1371600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4434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210K RWF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235440" y="4434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 gross profit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5806440"/>
            <a:ext cx="4572000" cy="1371600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5943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16,250 RWF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35440" y="5943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contribution per member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097280" cy="109728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62886"/>
            <a:ext cx="811987" cy="811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9202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design thinking to a problem we had already partly solved on paper was still useful.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0" y="26974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forced us to justify each channel — kiosk, cart, delivery — against a specific student persona rather than assuming a single storefront was enough, and it surfaced the timing insight that malnutrition is really an access-at-the-right-moment problem.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1097280" cy="1097280"/>
          </a:xfrm>
          <a:prstGeom prst="ellipse">
            <a:avLst/>
          </a:prstGeom>
          <a:solidFill>
            <a:srgbClr val="F4F8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4440326"/>
            <a:ext cx="811987" cy="8119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434340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guide how FreshCampus Fruits prioritises its cart schedule and marketing timing — e.g., WhatsApp reminders sent just before the 8:00 AM order cutoff, not at random times.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 Design Thinking — FreshCampus Fruits</dc:title>
  <dc:subject>PptxGenJS Presentation</dc:subject>
  <dc:creator>Manzi Olivier</dc:creator>
  <cp:lastModifiedBy>Manzi Olivier</cp:lastModifiedBy>
  <cp:revision>1</cp:revision>
  <dcterms:created xsi:type="dcterms:W3CDTF">2026-07-07T13:47:57Z</dcterms:created>
  <dcterms:modified xsi:type="dcterms:W3CDTF">2026-07-07T13:47:57Z</dcterms:modified>
</cp:coreProperties>
</file>