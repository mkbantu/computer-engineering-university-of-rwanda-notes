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0000" y="720000"/>
            <a:ext cx="6480175" cy="3665854"/>
          </a:xfrm>
          <a:custGeom>
            <a:avLst/>
            <a:gdLst/>
            <a:ahLst/>
            <a:cxnLst/>
            <a:rect l="l" t="t" r="r" b="b"/>
            <a:pathLst>
              <a:path w="6480175" h="3665854">
                <a:moveTo>
                  <a:pt x="6422850" y="3665855"/>
                </a:moveTo>
                <a:lnTo>
                  <a:pt x="57150" y="3665855"/>
                </a:lnTo>
                <a:lnTo>
                  <a:pt x="34959" y="3661345"/>
                </a:lnTo>
                <a:lnTo>
                  <a:pt x="16787" y="3649067"/>
                </a:lnTo>
                <a:lnTo>
                  <a:pt x="4509" y="3630895"/>
                </a:lnTo>
                <a:lnTo>
                  <a:pt x="0" y="3608705"/>
                </a:lnTo>
                <a:lnTo>
                  <a:pt x="0" y="57150"/>
                </a:lnTo>
                <a:lnTo>
                  <a:pt x="4509" y="34959"/>
                </a:lnTo>
                <a:lnTo>
                  <a:pt x="16787" y="16787"/>
                </a:lnTo>
                <a:lnTo>
                  <a:pt x="34959" y="4509"/>
                </a:lnTo>
                <a:lnTo>
                  <a:pt x="57150" y="0"/>
                </a:lnTo>
                <a:lnTo>
                  <a:pt x="6422850" y="0"/>
                </a:lnTo>
                <a:lnTo>
                  <a:pt x="6445040" y="4509"/>
                </a:lnTo>
                <a:lnTo>
                  <a:pt x="6452463" y="9525"/>
                </a:lnTo>
                <a:lnTo>
                  <a:pt x="57150" y="9525"/>
                </a:lnTo>
                <a:lnTo>
                  <a:pt x="38658" y="13282"/>
                </a:lnTo>
                <a:lnTo>
                  <a:pt x="23514" y="23514"/>
                </a:lnTo>
                <a:lnTo>
                  <a:pt x="13282" y="38658"/>
                </a:lnTo>
                <a:lnTo>
                  <a:pt x="9525" y="57150"/>
                </a:lnTo>
                <a:lnTo>
                  <a:pt x="9525" y="3608705"/>
                </a:lnTo>
                <a:lnTo>
                  <a:pt x="13282" y="3627197"/>
                </a:lnTo>
                <a:lnTo>
                  <a:pt x="23514" y="3642340"/>
                </a:lnTo>
                <a:lnTo>
                  <a:pt x="38658" y="3652572"/>
                </a:lnTo>
                <a:lnTo>
                  <a:pt x="57150" y="3656330"/>
                </a:lnTo>
                <a:lnTo>
                  <a:pt x="6452463" y="3656330"/>
                </a:lnTo>
                <a:lnTo>
                  <a:pt x="6445040" y="3661345"/>
                </a:lnTo>
                <a:lnTo>
                  <a:pt x="6422850" y="3665855"/>
                </a:lnTo>
                <a:close/>
              </a:path>
              <a:path w="6480175" h="3665854">
                <a:moveTo>
                  <a:pt x="6452463" y="3656330"/>
                </a:moveTo>
                <a:lnTo>
                  <a:pt x="6422850" y="3656330"/>
                </a:lnTo>
                <a:lnTo>
                  <a:pt x="6441342" y="3652572"/>
                </a:lnTo>
                <a:lnTo>
                  <a:pt x="6456485" y="3642340"/>
                </a:lnTo>
                <a:lnTo>
                  <a:pt x="6466717" y="3627197"/>
                </a:lnTo>
                <a:lnTo>
                  <a:pt x="6470475" y="3608705"/>
                </a:lnTo>
                <a:lnTo>
                  <a:pt x="6470475" y="57150"/>
                </a:lnTo>
                <a:lnTo>
                  <a:pt x="6466717" y="38658"/>
                </a:lnTo>
                <a:lnTo>
                  <a:pt x="6456485" y="23514"/>
                </a:lnTo>
                <a:lnTo>
                  <a:pt x="6441342" y="13282"/>
                </a:lnTo>
                <a:lnTo>
                  <a:pt x="6422850" y="9525"/>
                </a:lnTo>
                <a:lnTo>
                  <a:pt x="6452463" y="9525"/>
                </a:lnTo>
                <a:lnTo>
                  <a:pt x="6463212" y="16787"/>
                </a:lnTo>
                <a:lnTo>
                  <a:pt x="6475490" y="34959"/>
                </a:lnTo>
                <a:lnTo>
                  <a:pt x="6480000" y="57150"/>
                </a:lnTo>
                <a:lnTo>
                  <a:pt x="6480000" y="3608705"/>
                </a:lnTo>
                <a:lnTo>
                  <a:pt x="6475490" y="3630895"/>
                </a:lnTo>
                <a:lnTo>
                  <a:pt x="6463212" y="3649067"/>
                </a:lnTo>
                <a:lnTo>
                  <a:pt x="6452463" y="3656330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92400" y="3637825"/>
            <a:ext cx="6175375" cy="595630"/>
          </a:xfrm>
          <a:custGeom>
            <a:avLst/>
            <a:gdLst/>
            <a:ahLst/>
            <a:cxnLst/>
            <a:rect l="l" t="t" r="r" b="b"/>
            <a:pathLst>
              <a:path w="6175375" h="595629">
                <a:moveTo>
                  <a:pt x="6137100" y="595630"/>
                </a:moveTo>
                <a:lnTo>
                  <a:pt x="38100" y="595630"/>
                </a:lnTo>
                <a:lnTo>
                  <a:pt x="23306" y="592623"/>
                </a:lnTo>
                <a:lnTo>
                  <a:pt x="11191" y="584438"/>
                </a:lnTo>
                <a:lnTo>
                  <a:pt x="3006" y="572323"/>
                </a:lnTo>
                <a:lnTo>
                  <a:pt x="0" y="55753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137100" y="0"/>
                </a:lnTo>
                <a:lnTo>
                  <a:pt x="6151893" y="3006"/>
                </a:lnTo>
                <a:lnTo>
                  <a:pt x="6164008" y="11191"/>
                </a:lnTo>
                <a:lnTo>
                  <a:pt x="6172193" y="23306"/>
                </a:lnTo>
                <a:lnTo>
                  <a:pt x="6175200" y="38100"/>
                </a:lnTo>
                <a:lnTo>
                  <a:pt x="6175200" y="557530"/>
                </a:lnTo>
                <a:lnTo>
                  <a:pt x="6172193" y="572323"/>
                </a:lnTo>
                <a:lnTo>
                  <a:pt x="6164008" y="584438"/>
                </a:lnTo>
                <a:lnTo>
                  <a:pt x="6151893" y="592623"/>
                </a:lnTo>
                <a:lnTo>
                  <a:pt x="6137100" y="595630"/>
                </a:lnTo>
                <a:close/>
              </a:path>
            </a:pathLst>
          </a:custGeom>
          <a:solidFill>
            <a:srgbClr val="EFFF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92391" y="3637835"/>
            <a:ext cx="6175375" cy="595630"/>
          </a:xfrm>
          <a:custGeom>
            <a:avLst/>
            <a:gdLst/>
            <a:ahLst/>
            <a:cxnLst/>
            <a:rect l="l" t="t" r="r" b="b"/>
            <a:pathLst>
              <a:path w="6175375" h="595629">
                <a:moveTo>
                  <a:pt x="9525" y="512229"/>
                </a:moveTo>
                <a:lnTo>
                  <a:pt x="0" y="512229"/>
                </a:lnTo>
                <a:lnTo>
                  <a:pt x="0" y="540829"/>
                </a:lnTo>
                <a:lnTo>
                  <a:pt x="9525" y="540829"/>
                </a:lnTo>
                <a:lnTo>
                  <a:pt x="9525" y="512229"/>
                </a:lnTo>
                <a:close/>
              </a:path>
              <a:path w="6175375" h="595629">
                <a:moveTo>
                  <a:pt x="9525" y="455053"/>
                </a:moveTo>
                <a:lnTo>
                  <a:pt x="0" y="455053"/>
                </a:lnTo>
                <a:lnTo>
                  <a:pt x="0" y="483641"/>
                </a:lnTo>
                <a:lnTo>
                  <a:pt x="9525" y="483641"/>
                </a:lnTo>
                <a:lnTo>
                  <a:pt x="9525" y="455053"/>
                </a:lnTo>
                <a:close/>
              </a:path>
              <a:path w="6175375" h="595629">
                <a:moveTo>
                  <a:pt x="9525" y="397878"/>
                </a:moveTo>
                <a:lnTo>
                  <a:pt x="0" y="397878"/>
                </a:lnTo>
                <a:lnTo>
                  <a:pt x="0" y="426466"/>
                </a:lnTo>
                <a:lnTo>
                  <a:pt x="9525" y="426466"/>
                </a:lnTo>
                <a:lnTo>
                  <a:pt x="9525" y="397878"/>
                </a:lnTo>
                <a:close/>
              </a:path>
              <a:path w="6175375" h="595629">
                <a:moveTo>
                  <a:pt x="9525" y="340690"/>
                </a:moveTo>
                <a:lnTo>
                  <a:pt x="0" y="340690"/>
                </a:lnTo>
                <a:lnTo>
                  <a:pt x="0" y="369290"/>
                </a:lnTo>
                <a:lnTo>
                  <a:pt x="9525" y="369290"/>
                </a:lnTo>
                <a:lnTo>
                  <a:pt x="9525" y="340690"/>
                </a:lnTo>
                <a:close/>
              </a:path>
              <a:path w="6175375" h="595629">
                <a:moveTo>
                  <a:pt x="9525" y="283514"/>
                </a:moveTo>
                <a:lnTo>
                  <a:pt x="0" y="283514"/>
                </a:lnTo>
                <a:lnTo>
                  <a:pt x="0" y="312102"/>
                </a:lnTo>
                <a:lnTo>
                  <a:pt x="9525" y="312102"/>
                </a:lnTo>
                <a:lnTo>
                  <a:pt x="9525" y="283514"/>
                </a:lnTo>
                <a:close/>
              </a:path>
              <a:path w="6175375" h="595629">
                <a:moveTo>
                  <a:pt x="9525" y="226339"/>
                </a:moveTo>
                <a:lnTo>
                  <a:pt x="0" y="226339"/>
                </a:lnTo>
                <a:lnTo>
                  <a:pt x="0" y="254927"/>
                </a:lnTo>
                <a:lnTo>
                  <a:pt x="9525" y="254927"/>
                </a:lnTo>
                <a:lnTo>
                  <a:pt x="9525" y="226339"/>
                </a:lnTo>
                <a:close/>
              </a:path>
              <a:path w="6175375" h="595629">
                <a:moveTo>
                  <a:pt x="9525" y="169151"/>
                </a:moveTo>
                <a:lnTo>
                  <a:pt x="0" y="169151"/>
                </a:lnTo>
                <a:lnTo>
                  <a:pt x="0" y="197751"/>
                </a:lnTo>
                <a:lnTo>
                  <a:pt x="9525" y="197751"/>
                </a:lnTo>
                <a:lnTo>
                  <a:pt x="9525" y="169151"/>
                </a:lnTo>
                <a:close/>
              </a:path>
              <a:path w="6175375" h="595629">
                <a:moveTo>
                  <a:pt x="9525" y="111975"/>
                </a:moveTo>
                <a:lnTo>
                  <a:pt x="0" y="111975"/>
                </a:lnTo>
                <a:lnTo>
                  <a:pt x="0" y="140563"/>
                </a:lnTo>
                <a:lnTo>
                  <a:pt x="9525" y="140563"/>
                </a:lnTo>
                <a:lnTo>
                  <a:pt x="9525" y="111975"/>
                </a:lnTo>
                <a:close/>
              </a:path>
              <a:path w="6175375" h="595629">
                <a:moveTo>
                  <a:pt x="9525" y="54800"/>
                </a:moveTo>
                <a:lnTo>
                  <a:pt x="0" y="54800"/>
                </a:lnTo>
                <a:lnTo>
                  <a:pt x="0" y="83388"/>
                </a:lnTo>
                <a:lnTo>
                  <a:pt x="9525" y="83388"/>
                </a:lnTo>
                <a:lnTo>
                  <a:pt x="9525" y="54800"/>
                </a:lnTo>
                <a:close/>
              </a:path>
              <a:path w="6175375" h="595629">
                <a:moveTo>
                  <a:pt x="17919" y="17919"/>
                </a:moveTo>
                <a:lnTo>
                  <a:pt x="11188" y="11188"/>
                </a:lnTo>
                <a:lnTo>
                  <a:pt x="3009" y="23304"/>
                </a:lnTo>
                <a:lnTo>
                  <a:pt x="2679" y="24904"/>
                </a:lnTo>
                <a:lnTo>
                  <a:pt x="11544" y="28194"/>
                </a:lnTo>
                <a:lnTo>
                  <a:pt x="11785" y="27000"/>
                </a:lnTo>
                <a:lnTo>
                  <a:pt x="17919" y="17919"/>
                </a:lnTo>
                <a:close/>
              </a:path>
              <a:path w="6175375" h="595629">
                <a:moveTo>
                  <a:pt x="28117" y="11430"/>
                </a:moveTo>
                <a:lnTo>
                  <a:pt x="28028" y="11176"/>
                </a:lnTo>
                <a:lnTo>
                  <a:pt x="24841" y="2667"/>
                </a:lnTo>
                <a:lnTo>
                  <a:pt x="23304" y="2921"/>
                </a:lnTo>
                <a:lnTo>
                  <a:pt x="11188" y="11176"/>
                </a:lnTo>
                <a:lnTo>
                  <a:pt x="17919" y="17907"/>
                </a:lnTo>
                <a:lnTo>
                  <a:pt x="27012" y="11684"/>
                </a:lnTo>
                <a:lnTo>
                  <a:pt x="28117" y="11430"/>
                </a:lnTo>
                <a:close/>
              </a:path>
              <a:path w="6175375" h="595629">
                <a:moveTo>
                  <a:pt x="28143" y="584060"/>
                </a:moveTo>
                <a:lnTo>
                  <a:pt x="27012" y="583819"/>
                </a:lnTo>
                <a:lnTo>
                  <a:pt x="17957" y="577596"/>
                </a:lnTo>
                <a:lnTo>
                  <a:pt x="11785" y="568617"/>
                </a:lnTo>
                <a:lnTo>
                  <a:pt x="11544" y="567423"/>
                </a:lnTo>
                <a:lnTo>
                  <a:pt x="2679" y="570725"/>
                </a:lnTo>
                <a:lnTo>
                  <a:pt x="3009" y="572325"/>
                </a:lnTo>
                <a:lnTo>
                  <a:pt x="11188" y="584428"/>
                </a:lnTo>
                <a:lnTo>
                  <a:pt x="23304" y="592582"/>
                </a:lnTo>
                <a:lnTo>
                  <a:pt x="24841" y="592836"/>
                </a:lnTo>
                <a:lnTo>
                  <a:pt x="24942" y="592582"/>
                </a:lnTo>
                <a:lnTo>
                  <a:pt x="28143" y="584060"/>
                </a:lnTo>
                <a:close/>
              </a:path>
              <a:path w="6175375" h="595629">
                <a:moveTo>
                  <a:pt x="83121" y="586105"/>
                </a:moveTo>
                <a:lnTo>
                  <a:pt x="54635" y="586105"/>
                </a:lnTo>
                <a:lnTo>
                  <a:pt x="54635" y="595630"/>
                </a:lnTo>
                <a:lnTo>
                  <a:pt x="83121" y="595630"/>
                </a:lnTo>
                <a:lnTo>
                  <a:pt x="83121" y="586105"/>
                </a:lnTo>
                <a:close/>
              </a:path>
              <a:path w="6175375" h="595629">
                <a:moveTo>
                  <a:pt x="83121" y="0"/>
                </a:moveTo>
                <a:lnTo>
                  <a:pt x="54635" y="0"/>
                </a:lnTo>
                <a:lnTo>
                  <a:pt x="54635" y="9525"/>
                </a:lnTo>
                <a:lnTo>
                  <a:pt x="83121" y="9525"/>
                </a:lnTo>
                <a:lnTo>
                  <a:pt x="83121" y="0"/>
                </a:lnTo>
                <a:close/>
              </a:path>
              <a:path w="6175375" h="595629">
                <a:moveTo>
                  <a:pt x="140068" y="586105"/>
                </a:moveTo>
                <a:lnTo>
                  <a:pt x="111594" y="586105"/>
                </a:lnTo>
                <a:lnTo>
                  <a:pt x="111594" y="595630"/>
                </a:lnTo>
                <a:lnTo>
                  <a:pt x="140068" y="595630"/>
                </a:lnTo>
                <a:lnTo>
                  <a:pt x="140068" y="586105"/>
                </a:lnTo>
                <a:close/>
              </a:path>
              <a:path w="6175375" h="595629">
                <a:moveTo>
                  <a:pt x="140068" y="0"/>
                </a:moveTo>
                <a:lnTo>
                  <a:pt x="111594" y="0"/>
                </a:lnTo>
                <a:lnTo>
                  <a:pt x="111594" y="9525"/>
                </a:lnTo>
                <a:lnTo>
                  <a:pt x="140068" y="9525"/>
                </a:lnTo>
                <a:lnTo>
                  <a:pt x="140068" y="0"/>
                </a:lnTo>
                <a:close/>
              </a:path>
              <a:path w="6175375" h="595629">
                <a:moveTo>
                  <a:pt x="197027" y="586105"/>
                </a:moveTo>
                <a:lnTo>
                  <a:pt x="168554" y="586105"/>
                </a:lnTo>
                <a:lnTo>
                  <a:pt x="168554" y="595630"/>
                </a:lnTo>
                <a:lnTo>
                  <a:pt x="197027" y="595630"/>
                </a:lnTo>
                <a:lnTo>
                  <a:pt x="197027" y="586105"/>
                </a:lnTo>
                <a:close/>
              </a:path>
              <a:path w="6175375" h="595629">
                <a:moveTo>
                  <a:pt x="197027" y="0"/>
                </a:moveTo>
                <a:lnTo>
                  <a:pt x="168554" y="0"/>
                </a:lnTo>
                <a:lnTo>
                  <a:pt x="168554" y="9525"/>
                </a:lnTo>
                <a:lnTo>
                  <a:pt x="197027" y="9525"/>
                </a:lnTo>
                <a:lnTo>
                  <a:pt x="197027" y="0"/>
                </a:lnTo>
                <a:close/>
              </a:path>
              <a:path w="6175375" h="595629">
                <a:moveTo>
                  <a:pt x="253987" y="586105"/>
                </a:moveTo>
                <a:lnTo>
                  <a:pt x="225513" y="586105"/>
                </a:lnTo>
                <a:lnTo>
                  <a:pt x="225513" y="595630"/>
                </a:lnTo>
                <a:lnTo>
                  <a:pt x="253987" y="595630"/>
                </a:lnTo>
                <a:lnTo>
                  <a:pt x="253987" y="586105"/>
                </a:lnTo>
                <a:close/>
              </a:path>
              <a:path w="6175375" h="595629">
                <a:moveTo>
                  <a:pt x="253987" y="0"/>
                </a:moveTo>
                <a:lnTo>
                  <a:pt x="225513" y="0"/>
                </a:lnTo>
                <a:lnTo>
                  <a:pt x="225513" y="9525"/>
                </a:lnTo>
                <a:lnTo>
                  <a:pt x="253987" y="9525"/>
                </a:lnTo>
                <a:lnTo>
                  <a:pt x="253987" y="0"/>
                </a:lnTo>
                <a:close/>
              </a:path>
              <a:path w="6175375" h="595629">
                <a:moveTo>
                  <a:pt x="310946" y="586105"/>
                </a:moveTo>
                <a:lnTo>
                  <a:pt x="282460" y="586105"/>
                </a:lnTo>
                <a:lnTo>
                  <a:pt x="282460" y="595630"/>
                </a:lnTo>
                <a:lnTo>
                  <a:pt x="310946" y="595630"/>
                </a:lnTo>
                <a:lnTo>
                  <a:pt x="310946" y="586105"/>
                </a:lnTo>
                <a:close/>
              </a:path>
              <a:path w="6175375" h="595629">
                <a:moveTo>
                  <a:pt x="310946" y="0"/>
                </a:moveTo>
                <a:lnTo>
                  <a:pt x="282460" y="0"/>
                </a:lnTo>
                <a:lnTo>
                  <a:pt x="282460" y="9525"/>
                </a:lnTo>
                <a:lnTo>
                  <a:pt x="310946" y="9525"/>
                </a:lnTo>
                <a:lnTo>
                  <a:pt x="310946" y="0"/>
                </a:lnTo>
                <a:close/>
              </a:path>
              <a:path w="6175375" h="595629">
                <a:moveTo>
                  <a:pt x="367906" y="586105"/>
                </a:moveTo>
                <a:lnTo>
                  <a:pt x="339420" y="586105"/>
                </a:lnTo>
                <a:lnTo>
                  <a:pt x="339420" y="595630"/>
                </a:lnTo>
                <a:lnTo>
                  <a:pt x="367906" y="595630"/>
                </a:lnTo>
                <a:lnTo>
                  <a:pt x="367906" y="586105"/>
                </a:lnTo>
                <a:close/>
              </a:path>
              <a:path w="6175375" h="595629">
                <a:moveTo>
                  <a:pt x="367906" y="0"/>
                </a:moveTo>
                <a:lnTo>
                  <a:pt x="339420" y="0"/>
                </a:lnTo>
                <a:lnTo>
                  <a:pt x="339420" y="9525"/>
                </a:lnTo>
                <a:lnTo>
                  <a:pt x="367906" y="9525"/>
                </a:lnTo>
                <a:lnTo>
                  <a:pt x="367906" y="0"/>
                </a:lnTo>
                <a:close/>
              </a:path>
              <a:path w="6175375" h="595629">
                <a:moveTo>
                  <a:pt x="424853" y="586105"/>
                </a:moveTo>
                <a:lnTo>
                  <a:pt x="396379" y="586105"/>
                </a:lnTo>
                <a:lnTo>
                  <a:pt x="396379" y="595630"/>
                </a:lnTo>
                <a:lnTo>
                  <a:pt x="424853" y="595630"/>
                </a:lnTo>
                <a:lnTo>
                  <a:pt x="424853" y="586105"/>
                </a:lnTo>
                <a:close/>
              </a:path>
              <a:path w="6175375" h="595629">
                <a:moveTo>
                  <a:pt x="424853" y="0"/>
                </a:moveTo>
                <a:lnTo>
                  <a:pt x="396379" y="0"/>
                </a:lnTo>
                <a:lnTo>
                  <a:pt x="396379" y="9525"/>
                </a:lnTo>
                <a:lnTo>
                  <a:pt x="424853" y="9525"/>
                </a:lnTo>
                <a:lnTo>
                  <a:pt x="424853" y="0"/>
                </a:lnTo>
                <a:close/>
              </a:path>
              <a:path w="6175375" h="595629">
                <a:moveTo>
                  <a:pt x="481812" y="586105"/>
                </a:moveTo>
                <a:lnTo>
                  <a:pt x="453339" y="586105"/>
                </a:lnTo>
                <a:lnTo>
                  <a:pt x="453339" y="595630"/>
                </a:lnTo>
                <a:lnTo>
                  <a:pt x="481812" y="595630"/>
                </a:lnTo>
                <a:lnTo>
                  <a:pt x="481812" y="586105"/>
                </a:lnTo>
                <a:close/>
              </a:path>
              <a:path w="6175375" h="595629">
                <a:moveTo>
                  <a:pt x="481812" y="0"/>
                </a:moveTo>
                <a:lnTo>
                  <a:pt x="453339" y="0"/>
                </a:lnTo>
                <a:lnTo>
                  <a:pt x="453339" y="9525"/>
                </a:lnTo>
                <a:lnTo>
                  <a:pt x="481812" y="9525"/>
                </a:lnTo>
                <a:lnTo>
                  <a:pt x="481812" y="0"/>
                </a:lnTo>
                <a:close/>
              </a:path>
              <a:path w="6175375" h="595629">
                <a:moveTo>
                  <a:pt x="538772" y="586105"/>
                </a:moveTo>
                <a:lnTo>
                  <a:pt x="510298" y="586105"/>
                </a:lnTo>
                <a:lnTo>
                  <a:pt x="510298" y="595630"/>
                </a:lnTo>
                <a:lnTo>
                  <a:pt x="538772" y="595630"/>
                </a:lnTo>
                <a:lnTo>
                  <a:pt x="538772" y="586105"/>
                </a:lnTo>
                <a:close/>
              </a:path>
              <a:path w="6175375" h="595629">
                <a:moveTo>
                  <a:pt x="538772" y="0"/>
                </a:moveTo>
                <a:lnTo>
                  <a:pt x="510298" y="0"/>
                </a:lnTo>
                <a:lnTo>
                  <a:pt x="510298" y="9525"/>
                </a:lnTo>
                <a:lnTo>
                  <a:pt x="538772" y="9525"/>
                </a:lnTo>
                <a:lnTo>
                  <a:pt x="538772" y="0"/>
                </a:lnTo>
                <a:close/>
              </a:path>
              <a:path w="6175375" h="595629">
                <a:moveTo>
                  <a:pt x="595731" y="586105"/>
                </a:moveTo>
                <a:lnTo>
                  <a:pt x="567245" y="586105"/>
                </a:lnTo>
                <a:lnTo>
                  <a:pt x="567245" y="595630"/>
                </a:lnTo>
                <a:lnTo>
                  <a:pt x="595731" y="595630"/>
                </a:lnTo>
                <a:lnTo>
                  <a:pt x="595731" y="586105"/>
                </a:lnTo>
                <a:close/>
              </a:path>
              <a:path w="6175375" h="595629">
                <a:moveTo>
                  <a:pt x="595731" y="0"/>
                </a:moveTo>
                <a:lnTo>
                  <a:pt x="567245" y="0"/>
                </a:lnTo>
                <a:lnTo>
                  <a:pt x="567245" y="9525"/>
                </a:lnTo>
                <a:lnTo>
                  <a:pt x="595731" y="9525"/>
                </a:lnTo>
                <a:lnTo>
                  <a:pt x="595731" y="0"/>
                </a:lnTo>
                <a:close/>
              </a:path>
              <a:path w="6175375" h="595629">
                <a:moveTo>
                  <a:pt x="652691" y="586105"/>
                </a:moveTo>
                <a:lnTo>
                  <a:pt x="624205" y="586105"/>
                </a:lnTo>
                <a:lnTo>
                  <a:pt x="624205" y="595630"/>
                </a:lnTo>
                <a:lnTo>
                  <a:pt x="652691" y="595630"/>
                </a:lnTo>
                <a:lnTo>
                  <a:pt x="652691" y="586105"/>
                </a:lnTo>
                <a:close/>
              </a:path>
              <a:path w="6175375" h="595629">
                <a:moveTo>
                  <a:pt x="652691" y="0"/>
                </a:moveTo>
                <a:lnTo>
                  <a:pt x="624205" y="0"/>
                </a:lnTo>
                <a:lnTo>
                  <a:pt x="624205" y="9525"/>
                </a:lnTo>
                <a:lnTo>
                  <a:pt x="652691" y="9525"/>
                </a:lnTo>
                <a:lnTo>
                  <a:pt x="652691" y="0"/>
                </a:lnTo>
                <a:close/>
              </a:path>
              <a:path w="6175375" h="595629">
                <a:moveTo>
                  <a:pt x="709637" y="586105"/>
                </a:moveTo>
                <a:lnTo>
                  <a:pt x="681164" y="586105"/>
                </a:lnTo>
                <a:lnTo>
                  <a:pt x="681164" y="595630"/>
                </a:lnTo>
                <a:lnTo>
                  <a:pt x="709637" y="595630"/>
                </a:lnTo>
                <a:lnTo>
                  <a:pt x="709637" y="586105"/>
                </a:lnTo>
                <a:close/>
              </a:path>
              <a:path w="6175375" h="595629">
                <a:moveTo>
                  <a:pt x="709637" y="0"/>
                </a:moveTo>
                <a:lnTo>
                  <a:pt x="681164" y="0"/>
                </a:lnTo>
                <a:lnTo>
                  <a:pt x="681164" y="9525"/>
                </a:lnTo>
                <a:lnTo>
                  <a:pt x="709637" y="9525"/>
                </a:lnTo>
                <a:lnTo>
                  <a:pt x="709637" y="0"/>
                </a:lnTo>
                <a:close/>
              </a:path>
              <a:path w="6175375" h="595629">
                <a:moveTo>
                  <a:pt x="766597" y="586105"/>
                </a:moveTo>
                <a:lnTo>
                  <a:pt x="738124" y="586105"/>
                </a:lnTo>
                <a:lnTo>
                  <a:pt x="738124" y="595630"/>
                </a:lnTo>
                <a:lnTo>
                  <a:pt x="766597" y="595630"/>
                </a:lnTo>
                <a:lnTo>
                  <a:pt x="766597" y="586105"/>
                </a:lnTo>
                <a:close/>
              </a:path>
              <a:path w="6175375" h="595629">
                <a:moveTo>
                  <a:pt x="766597" y="0"/>
                </a:moveTo>
                <a:lnTo>
                  <a:pt x="738124" y="0"/>
                </a:lnTo>
                <a:lnTo>
                  <a:pt x="738124" y="9525"/>
                </a:lnTo>
                <a:lnTo>
                  <a:pt x="766597" y="9525"/>
                </a:lnTo>
                <a:lnTo>
                  <a:pt x="766597" y="0"/>
                </a:lnTo>
                <a:close/>
              </a:path>
              <a:path w="6175375" h="595629">
                <a:moveTo>
                  <a:pt x="823556" y="586105"/>
                </a:moveTo>
                <a:lnTo>
                  <a:pt x="795083" y="586105"/>
                </a:lnTo>
                <a:lnTo>
                  <a:pt x="795083" y="595630"/>
                </a:lnTo>
                <a:lnTo>
                  <a:pt x="823556" y="595630"/>
                </a:lnTo>
                <a:lnTo>
                  <a:pt x="823556" y="586105"/>
                </a:lnTo>
                <a:close/>
              </a:path>
              <a:path w="6175375" h="595629">
                <a:moveTo>
                  <a:pt x="823556" y="0"/>
                </a:moveTo>
                <a:lnTo>
                  <a:pt x="795083" y="0"/>
                </a:lnTo>
                <a:lnTo>
                  <a:pt x="795083" y="9525"/>
                </a:lnTo>
                <a:lnTo>
                  <a:pt x="823556" y="9525"/>
                </a:lnTo>
                <a:lnTo>
                  <a:pt x="823556" y="0"/>
                </a:lnTo>
                <a:close/>
              </a:path>
              <a:path w="6175375" h="595629">
                <a:moveTo>
                  <a:pt x="880516" y="586105"/>
                </a:moveTo>
                <a:lnTo>
                  <a:pt x="852030" y="586105"/>
                </a:lnTo>
                <a:lnTo>
                  <a:pt x="852030" y="595630"/>
                </a:lnTo>
                <a:lnTo>
                  <a:pt x="880516" y="595630"/>
                </a:lnTo>
                <a:lnTo>
                  <a:pt x="880516" y="586105"/>
                </a:lnTo>
                <a:close/>
              </a:path>
              <a:path w="6175375" h="595629">
                <a:moveTo>
                  <a:pt x="880516" y="0"/>
                </a:moveTo>
                <a:lnTo>
                  <a:pt x="852030" y="0"/>
                </a:lnTo>
                <a:lnTo>
                  <a:pt x="852030" y="9525"/>
                </a:lnTo>
                <a:lnTo>
                  <a:pt x="880516" y="9525"/>
                </a:lnTo>
                <a:lnTo>
                  <a:pt x="880516" y="0"/>
                </a:lnTo>
                <a:close/>
              </a:path>
              <a:path w="6175375" h="595629">
                <a:moveTo>
                  <a:pt x="937475" y="586105"/>
                </a:moveTo>
                <a:lnTo>
                  <a:pt x="908989" y="586105"/>
                </a:lnTo>
                <a:lnTo>
                  <a:pt x="908989" y="595630"/>
                </a:lnTo>
                <a:lnTo>
                  <a:pt x="937475" y="595630"/>
                </a:lnTo>
                <a:lnTo>
                  <a:pt x="937475" y="586105"/>
                </a:lnTo>
                <a:close/>
              </a:path>
              <a:path w="6175375" h="595629">
                <a:moveTo>
                  <a:pt x="937475" y="0"/>
                </a:moveTo>
                <a:lnTo>
                  <a:pt x="908989" y="0"/>
                </a:lnTo>
                <a:lnTo>
                  <a:pt x="908989" y="9525"/>
                </a:lnTo>
                <a:lnTo>
                  <a:pt x="937475" y="9525"/>
                </a:lnTo>
                <a:lnTo>
                  <a:pt x="937475" y="0"/>
                </a:lnTo>
                <a:close/>
              </a:path>
              <a:path w="6175375" h="595629">
                <a:moveTo>
                  <a:pt x="994435" y="586105"/>
                </a:moveTo>
                <a:lnTo>
                  <a:pt x="965949" y="586105"/>
                </a:lnTo>
                <a:lnTo>
                  <a:pt x="965949" y="595630"/>
                </a:lnTo>
                <a:lnTo>
                  <a:pt x="994435" y="595630"/>
                </a:lnTo>
                <a:lnTo>
                  <a:pt x="994435" y="586105"/>
                </a:lnTo>
                <a:close/>
              </a:path>
              <a:path w="6175375" h="595629">
                <a:moveTo>
                  <a:pt x="994435" y="0"/>
                </a:moveTo>
                <a:lnTo>
                  <a:pt x="965949" y="0"/>
                </a:lnTo>
                <a:lnTo>
                  <a:pt x="965949" y="9525"/>
                </a:lnTo>
                <a:lnTo>
                  <a:pt x="994435" y="9525"/>
                </a:lnTo>
                <a:lnTo>
                  <a:pt x="994435" y="0"/>
                </a:lnTo>
                <a:close/>
              </a:path>
              <a:path w="6175375" h="595629">
                <a:moveTo>
                  <a:pt x="1051382" y="586105"/>
                </a:moveTo>
                <a:lnTo>
                  <a:pt x="1022908" y="586105"/>
                </a:lnTo>
                <a:lnTo>
                  <a:pt x="1022908" y="595630"/>
                </a:lnTo>
                <a:lnTo>
                  <a:pt x="1051382" y="595630"/>
                </a:lnTo>
                <a:lnTo>
                  <a:pt x="1051382" y="586105"/>
                </a:lnTo>
                <a:close/>
              </a:path>
              <a:path w="6175375" h="595629">
                <a:moveTo>
                  <a:pt x="1051382" y="0"/>
                </a:moveTo>
                <a:lnTo>
                  <a:pt x="1022908" y="0"/>
                </a:lnTo>
                <a:lnTo>
                  <a:pt x="1022908" y="9525"/>
                </a:lnTo>
                <a:lnTo>
                  <a:pt x="1051382" y="9525"/>
                </a:lnTo>
                <a:lnTo>
                  <a:pt x="1051382" y="0"/>
                </a:lnTo>
                <a:close/>
              </a:path>
              <a:path w="6175375" h="595629">
                <a:moveTo>
                  <a:pt x="1108341" y="586105"/>
                </a:moveTo>
                <a:lnTo>
                  <a:pt x="1079868" y="586105"/>
                </a:lnTo>
                <a:lnTo>
                  <a:pt x="1079868" y="595630"/>
                </a:lnTo>
                <a:lnTo>
                  <a:pt x="1108341" y="595630"/>
                </a:lnTo>
                <a:lnTo>
                  <a:pt x="1108341" y="586105"/>
                </a:lnTo>
                <a:close/>
              </a:path>
              <a:path w="6175375" h="595629">
                <a:moveTo>
                  <a:pt x="1108341" y="0"/>
                </a:moveTo>
                <a:lnTo>
                  <a:pt x="1079868" y="0"/>
                </a:lnTo>
                <a:lnTo>
                  <a:pt x="1079868" y="9525"/>
                </a:lnTo>
                <a:lnTo>
                  <a:pt x="1108341" y="9525"/>
                </a:lnTo>
                <a:lnTo>
                  <a:pt x="1108341" y="0"/>
                </a:lnTo>
                <a:close/>
              </a:path>
              <a:path w="6175375" h="595629">
                <a:moveTo>
                  <a:pt x="1165301" y="586105"/>
                </a:moveTo>
                <a:lnTo>
                  <a:pt x="1136827" y="586105"/>
                </a:lnTo>
                <a:lnTo>
                  <a:pt x="1136827" y="595630"/>
                </a:lnTo>
                <a:lnTo>
                  <a:pt x="1165301" y="595630"/>
                </a:lnTo>
                <a:lnTo>
                  <a:pt x="1165301" y="586105"/>
                </a:lnTo>
                <a:close/>
              </a:path>
              <a:path w="6175375" h="595629">
                <a:moveTo>
                  <a:pt x="1165301" y="0"/>
                </a:moveTo>
                <a:lnTo>
                  <a:pt x="1136827" y="0"/>
                </a:lnTo>
                <a:lnTo>
                  <a:pt x="1136827" y="9525"/>
                </a:lnTo>
                <a:lnTo>
                  <a:pt x="1165301" y="9525"/>
                </a:lnTo>
                <a:lnTo>
                  <a:pt x="1165301" y="0"/>
                </a:lnTo>
                <a:close/>
              </a:path>
              <a:path w="6175375" h="595629">
                <a:moveTo>
                  <a:pt x="1222260" y="586105"/>
                </a:moveTo>
                <a:lnTo>
                  <a:pt x="1193774" y="586105"/>
                </a:lnTo>
                <a:lnTo>
                  <a:pt x="1193774" y="595630"/>
                </a:lnTo>
                <a:lnTo>
                  <a:pt x="1222260" y="595630"/>
                </a:lnTo>
                <a:lnTo>
                  <a:pt x="1222260" y="586105"/>
                </a:lnTo>
                <a:close/>
              </a:path>
              <a:path w="6175375" h="595629">
                <a:moveTo>
                  <a:pt x="1222260" y="0"/>
                </a:moveTo>
                <a:lnTo>
                  <a:pt x="1193774" y="0"/>
                </a:lnTo>
                <a:lnTo>
                  <a:pt x="1193774" y="9525"/>
                </a:lnTo>
                <a:lnTo>
                  <a:pt x="1222260" y="9525"/>
                </a:lnTo>
                <a:lnTo>
                  <a:pt x="1222260" y="0"/>
                </a:lnTo>
                <a:close/>
              </a:path>
              <a:path w="6175375" h="595629">
                <a:moveTo>
                  <a:pt x="1279220" y="586105"/>
                </a:moveTo>
                <a:lnTo>
                  <a:pt x="1250734" y="586105"/>
                </a:lnTo>
                <a:lnTo>
                  <a:pt x="1250734" y="595630"/>
                </a:lnTo>
                <a:lnTo>
                  <a:pt x="1279220" y="595630"/>
                </a:lnTo>
                <a:lnTo>
                  <a:pt x="1279220" y="586105"/>
                </a:lnTo>
                <a:close/>
              </a:path>
              <a:path w="6175375" h="595629">
                <a:moveTo>
                  <a:pt x="1279220" y="0"/>
                </a:moveTo>
                <a:lnTo>
                  <a:pt x="1250734" y="0"/>
                </a:lnTo>
                <a:lnTo>
                  <a:pt x="1250734" y="9525"/>
                </a:lnTo>
                <a:lnTo>
                  <a:pt x="1279220" y="9525"/>
                </a:lnTo>
                <a:lnTo>
                  <a:pt x="1279220" y="0"/>
                </a:lnTo>
                <a:close/>
              </a:path>
              <a:path w="6175375" h="595629">
                <a:moveTo>
                  <a:pt x="1336167" y="586105"/>
                </a:moveTo>
                <a:lnTo>
                  <a:pt x="1307693" y="586105"/>
                </a:lnTo>
                <a:lnTo>
                  <a:pt x="1307693" y="595630"/>
                </a:lnTo>
                <a:lnTo>
                  <a:pt x="1336167" y="595630"/>
                </a:lnTo>
                <a:lnTo>
                  <a:pt x="1336167" y="586105"/>
                </a:lnTo>
                <a:close/>
              </a:path>
              <a:path w="6175375" h="595629">
                <a:moveTo>
                  <a:pt x="1336167" y="0"/>
                </a:moveTo>
                <a:lnTo>
                  <a:pt x="1307693" y="0"/>
                </a:lnTo>
                <a:lnTo>
                  <a:pt x="1307693" y="9525"/>
                </a:lnTo>
                <a:lnTo>
                  <a:pt x="1336167" y="9525"/>
                </a:lnTo>
                <a:lnTo>
                  <a:pt x="1336167" y="0"/>
                </a:lnTo>
                <a:close/>
              </a:path>
              <a:path w="6175375" h="595629">
                <a:moveTo>
                  <a:pt x="1393126" y="586105"/>
                </a:moveTo>
                <a:lnTo>
                  <a:pt x="1364653" y="586105"/>
                </a:lnTo>
                <a:lnTo>
                  <a:pt x="1364653" y="595630"/>
                </a:lnTo>
                <a:lnTo>
                  <a:pt x="1393126" y="595630"/>
                </a:lnTo>
                <a:lnTo>
                  <a:pt x="1393126" y="586105"/>
                </a:lnTo>
                <a:close/>
              </a:path>
              <a:path w="6175375" h="595629">
                <a:moveTo>
                  <a:pt x="1393126" y="0"/>
                </a:moveTo>
                <a:lnTo>
                  <a:pt x="1364653" y="0"/>
                </a:lnTo>
                <a:lnTo>
                  <a:pt x="1364653" y="9525"/>
                </a:lnTo>
                <a:lnTo>
                  <a:pt x="1393126" y="9525"/>
                </a:lnTo>
                <a:lnTo>
                  <a:pt x="1393126" y="0"/>
                </a:lnTo>
                <a:close/>
              </a:path>
              <a:path w="6175375" h="595629">
                <a:moveTo>
                  <a:pt x="1450086" y="586105"/>
                </a:moveTo>
                <a:lnTo>
                  <a:pt x="1421612" y="586105"/>
                </a:lnTo>
                <a:lnTo>
                  <a:pt x="1421612" y="595630"/>
                </a:lnTo>
                <a:lnTo>
                  <a:pt x="1450086" y="595630"/>
                </a:lnTo>
                <a:lnTo>
                  <a:pt x="1450086" y="586105"/>
                </a:lnTo>
                <a:close/>
              </a:path>
              <a:path w="6175375" h="595629">
                <a:moveTo>
                  <a:pt x="1450086" y="0"/>
                </a:moveTo>
                <a:lnTo>
                  <a:pt x="1421612" y="0"/>
                </a:lnTo>
                <a:lnTo>
                  <a:pt x="1421612" y="9525"/>
                </a:lnTo>
                <a:lnTo>
                  <a:pt x="1450086" y="9525"/>
                </a:lnTo>
                <a:lnTo>
                  <a:pt x="1450086" y="0"/>
                </a:lnTo>
                <a:close/>
              </a:path>
              <a:path w="6175375" h="595629">
                <a:moveTo>
                  <a:pt x="1507045" y="586105"/>
                </a:moveTo>
                <a:lnTo>
                  <a:pt x="1478559" y="586105"/>
                </a:lnTo>
                <a:lnTo>
                  <a:pt x="1478559" y="595630"/>
                </a:lnTo>
                <a:lnTo>
                  <a:pt x="1507045" y="595630"/>
                </a:lnTo>
                <a:lnTo>
                  <a:pt x="1507045" y="586105"/>
                </a:lnTo>
                <a:close/>
              </a:path>
              <a:path w="6175375" h="595629">
                <a:moveTo>
                  <a:pt x="1507045" y="0"/>
                </a:moveTo>
                <a:lnTo>
                  <a:pt x="1478559" y="0"/>
                </a:lnTo>
                <a:lnTo>
                  <a:pt x="1478559" y="9525"/>
                </a:lnTo>
                <a:lnTo>
                  <a:pt x="1507045" y="9525"/>
                </a:lnTo>
                <a:lnTo>
                  <a:pt x="1507045" y="0"/>
                </a:lnTo>
                <a:close/>
              </a:path>
              <a:path w="6175375" h="595629">
                <a:moveTo>
                  <a:pt x="1564005" y="586105"/>
                </a:moveTo>
                <a:lnTo>
                  <a:pt x="1535518" y="586105"/>
                </a:lnTo>
                <a:lnTo>
                  <a:pt x="1535518" y="595630"/>
                </a:lnTo>
                <a:lnTo>
                  <a:pt x="1564005" y="595630"/>
                </a:lnTo>
                <a:lnTo>
                  <a:pt x="1564005" y="586105"/>
                </a:lnTo>
                <a:close/>
              </a:path>
              <a:path w="6175375" h="595629">
                <a:moveTo>
                  <a:pt x="1564005" y="0"/>
                </a:moveTo>
                <a:lnTo>
                  <a:pt x="1535518" y="0"/>
                </a:lnTo>
                <a:lnTo>
                  <a:pt x="1535518" y="9525"/>
                </a:lnTo>
                <a:lnTo>
                  <a:pt x="1564005" y="9525"/>
                </a:lnTo>
                <a:lnTo>
                  <a:pt x="1564005" y="0"/>
                </a:lnTo>
                <a:close/>
              </a:path>
              <a:path w="6175375" h="595629">
                <a:moveTo>
                  <a:pt x="1620951" y="586105"/>
                </a:moveTo>
                <a:lnTo>
                  <a:pt x="1592478" y="586105"/>
                </a:lnTo>
                <a:lnTo>
                  <a:pt x="1592478" y="595630"/>
                </a:lnTo>
                <a:lnTo>
                  <a:pt x="1620951" y="595630"/>
                </a:lnTo>
                <a:lnTo>
                  <a:pt x="1620951" y="586105"/>
                </a:lnTo>
                <a:close/>
              </a:path>
              <a:path w="6175375" h="595629">
                <a:moveTo>
                  <a:pt x="1620951" y="0"/>
                </a:moveTo>
                <a:lnTo>
                  <a:pt x="1592478" y="0"/>
                </a:lnTo>
                <a:lnTo>
                  <a:pt x="1592478" y="9525"/>
                </a:lnTo>
                <a:lnTo>
                  <a:pt x="1620951" y="9525"/>
                </a:lnTo>
                <a:lnTo>
                  <a:pt x="1620951" y="0"/>
                </a:lnTo>
                <a:close/>
              </a:path>
              <a:path w="6175375" h="595629">
                <a:moveTo>
                  <a:pt x="1677911" y="586105"/>
                </a:moveTo>
                <a:lnTo>
                  <a:pt x="1649437" y="586105"/>
                </a:lnTo>
                <a:lnTo>
                  <a:pt x="1649437" y="595630"/>
                </a:lnTo>
                <a:lnTo>
                  <a:pt x="1677911" y="595630"/>
                </a:lnTo>
                <a:lnTo>
                  <a:pt x="1677911" y="586105"/>
                </a:lnTo>
                <a:close/>
              </a:path>
              <a:path w="6175375" h="595629">
                <a:moveTo>
                  <a:pt x="1677911" y="0"/>
                </a:moveTo>
                <a:lnTo>
                  <a:pt x="1649437" y="0"/>
                </a:lnTo>
                <a:lnTo>
                  <a:pt x="1649437" y="9525"/>
                </a:lnTo>
                <a:lnTo>
                  <a:pt x="1677911" y="9525"/>
                </a:lnTo>
                <a:lnTo>
                  <a:pt x="1677911" y="0"/>
                </a:lnTo>
                <a:close/>
              </a:path>
              <a:path w="6175375" h="595629">
                <a:moveTo>
                  <a:pt x="1734870" y="586105"/>
                </a:moveTo>
                <a:lnTo>
                  <a:pt x="1706397" y="586105"/>
                </a:lnTo>
                <a:lnTo>
                  <a:pt x="1706397" y="595630"/>
                </a:lnTo>
                <a:lnTo>
                  <a:pt x="1734870" y="595630"/>
                </a:lnTo>
                <a:lnTo>
                  <a:pt x="1734870" y="586105"/>
                </a:lnTo>
                <a:close/>
              </a:path>
              <a:path w="6175375" h="595629">
                <a:moveTo>
                  <a:pt x="1734870" y="0"/>
                </a:moveTo>
                <a:lnTo>
                  <a:pt x="1706397" y="0"/>
                </a:lnTo>
                <a:lnTo>
                  <a:pt x="1706397" y="9525"/>
                </a:lnTo>
                <a:lnTo>
                  <a:pt x="1734870" y="9525"/>
                </a:lnTo>
                <a:lnTo>
                  <a:pt x="1734870" y="0"/>
                </a:lnTo>
                <a:close/>
              </a:path>
              <a:path w="6175375" h="595629">
                <a:moveTo>
                  <a:pt x="1791830" y="586105"/>
                </a:moveTo>
                <a:lnTo>
                  <a:pt x="1763344" y="586105"/>
                </a:lnTo>
                <a:lnTo>
                  <a:pt x="1763344" y="595630"/>
                </a:lnTo>
                <a:lnTo>
                  <a:pt x="1791830" y="595630"/>
                </a:lnTo>
                <a:lnTo>
                  <a:pt x="1791830" y="586105"/>
                </a:lnTo>
                <a:close/>
              </a:path>
              <a:path w="6175375" h="595629">
                <a:moveTo>
                  <a:pt x="1791830" y="0"/>
                </a:moveTo>
                <a:lnTo>
                  <a:pt x="1763344" y="0"/>
                </a:lnTo>
                <a:lnTo>
                  <a:pt x="1763344" y="9525"/>
                </a:lnTo>
                <a:lnTo>
                  <a:pt x="1791830" y="9525"/>
                </a:lnTo>
                <a:lnTo>
                  <a:pt x="1791830" y="0"/>
                </a:lnTo>
                <a:close/>
              </a:path>
              <a:path w="6175375" h="595629">
                <a:moveTo>
                  <a:pt x="1848789" y="586105"/>
                </a:moveTo>
                <a:lnTo>
                  <a:pt x="1820303" y="586105"/>
                </a:lnTo>
                <a:lnTo>
                  <a:pt x="1820303" y="595630"/>
                </a:lnTo>
                <a:lnTo>
                  <a:pt x="1848789" y="595630"/>
                </a:lnTo>
                <a:lnTo>
                  <a:pt x="1848789" y="586105"/>
                </a:lnTo>
                <a:close/>
              </a:path>
              <a:path w="6175375" h="595629">
                <a:moveTo>
                  <a:pt x="1848789" y="0"/>
                </a:moveTo>
                <a:lnTo>
                  <a:pt x="1820303" y="0"/>
                </a:lnTo>
                <a:lnTo>
                  <a:pt x="1820303" y="9525"/>
                </a:lnTo>
                <a:lnTo>
                  <a:pt x="1848789" y="9525"/>
                </a:lnTo>
                <a:lnTo>
                  <a:pt x="1848789" y="0"/>
                </a:lnTo>
                <a:close/>
              </a:path>
              <a:path w="6175375" h="595629">
                <a:moveTo>
                  <a:pt x="1905736" y="586105"/>
                </a:moveTo>
                <a:lnTo>
                  <a:pt x="1877263" y="586105"/>
                </a:lnTo>
                <a:lnTo>
                  <a:pt x="1877263" y="595630"/>
                </a:lnTo>
                <a:lnTo>
                  <a:pt x="1905736" y="595630"/>
                </a:lnTo>
                <a:lnTo>
                  <a:pt x="1905736" y="586105"/>
                </a:lnTo>
                <a:close/>
              </a:path>
              <a:path w="6175375" h="595629">
                <a:moveTo>
                  <a:pt x="1905736" y="0"/>
                </a:moveTo>
                <a:lnTo>
                  <a:pt x="1877263" y="0"/>
                </a:lnTo>
                <a:lnTo>
                  <a:pt x="1877263" y="9525"/>
                </a:lnTo>
                <a:lnTo>
                  <a:pt x="1905736" y="9525"/>
                </a:lnTo>
                <a:lnTo>
                  <a:pt x="1905736" y="0"/>
                </a:lnTo>
                <a:close/>
              </a:path>
              <a:path w="6175375" h="595629">
                <a:moveTo>
                  <a:pt x="1962696" y="586105"/>
                </a:moveTo>
                <a:lnTo>
                  <a:pt x="1934222" y="586105"/>
                </a:lnTo>
                <a:lnTo>
                  <a:pt x="1934222" y="595630"/>
                </a:lnTo>
                <a:lnTo>
                  <a:pt x="1962696" y="595630"/>
                </a:lnTo>
                <a:lnTo>
                  <a:pt x="1962696" y="586105"/>
                </a:lnTo>
                <a:close/>
              </a:path>
              <a:path w="6175375" h="595629">
                <a:moveTo>
                  <a:pt x="1962696" y="0"/>
                </a:moveTo>
                <a:lnTo>
                  <a:pt x="1934222" y="0"/>
                </a:lnTo>
                <a:lnTo>
                  <a:pt x="1934222" y="9525"/>
                </a:lnTo>
                <a:lnTo>
                  <a:pt x="1962696" y="9525"/>
                </a:lnTo>
                <a:lnTo>
                  <a:pt x="1962696" y="0"/>
                </a:lnTo>
                <a:close/>
              </a:path>
              <a:path w="6175375" h="595629">
                <a:moveTo>
                  <a:pt x="2019655" y="586105"/>
                </a:moveTo>
                <a:lnTo>
                  <a:pt x="1991182" y="586105"/>
                </a:lnTo>
                <a:lnTo>
                  <a:pt x="1991182" y="595630"/>
                </a:lnTo>
                <a:lnTo>
                  <a:pt x="2019655" y="595630"/>
                </a:lnTo>
                <a:lnTo>
                  <a:pt x="2019655" y="586105"/>
                </a:lnTo>
                <a:close/>
              </a:path>
              <a:path w="6175375" h="595629">
                <a:moveTo>
                  <a:pt x="2019655" y="0"/>
                </a:moveTo>
                <a:lnTo>
                  <a:pt x="1991182" y="0"/>
                </a:lnTo>
                <a:lnTo>
                  <a:pt x="1991182" y="9525"/>
                </a:lnTo>
                <a:lnTo>
                  <a:pt x="2019655" y="9525"/>
                </a:lnTo>
                <a:lnTo>
                  <a:pt x="2019655" y="0"/>
                </a:lnTo>
                <a:close/>
              </a:path>
              <a:path w="6175375" h="595629">
                <a:moveTo>
                  <a:pt x="2076615" y="586105"/>
                </a:moveTo>
                <a:lnTo>
                  <a:pt x="2048141" y="586105"/>
                </a:lnTo>
                <a:lnTo>
                  <a:pt x="2048141" y="595630"/>
                </a:lnTo>
                <a:lnTo>
                  <a:pt x="2076615" y="595630"/>
                </a:lnTo>
                <a:lnTo>
                  <a:pt x="2076615" y="586105"/>
                </a:lnTo>
                <a:close/>
              </a:path>
              <a:path w="6175375" h="595629">
                <a:moveTo>
                  <a:pt x="2076615" y="0"/>
                </a:moveTo>
                <a:lnTo>
                  <a:pt x="2048141" y="0"/>
                </a:lnTo>
                <a:lnTo>
                  <a:pt x="2048141" y="9525"/>
                </a:lnTo>
                <a:lnTo>
                  <a:pt x="2076615" y="9525"/>
                </a:lnTo>
                <a:lnTo>
                  <a:pt x="2076615" y="0"/>
                </a:lnTo>
                <a:close/>
              </a:path>
              <a:path w="6175375" h="595629">
                <a:moveTo>
                  <a:pt x="2133574" y="586105"/>
                </a:moveTo>
                <a:lnTo>
                  <a:pt x="2105088" y="586105"/>
                </a:lnTo>
                <a:lnTo>
                  <a:pt x="2105088" y="595630"/>
                </a:lnTo>
                <a:lnTo>
                  <a:pt x="2133574" y="595630"/>
                </a:lnTo>
                <a:lnTo>
                  <a:pt x="2133574" y="586105"/>
                </a:lnTo>
                <a:close/>
              </a:path>
              <a:path w="6175375" h="595629">
                <a:moveTo>
                  <a:pt x="2133574" y="0"/>
                </a:moveTo>
                <a:lnTo>
                  <a:pt x="2105088" y="0"/>
                </a:lnTo>
                <a:lnTo>
                  <a:pt x="2105088" y="9525"/>
                </a:lnTo>
                <a:lnTo>
                  <a:pt x="2133574" y="9525"/>
                </a:lnTo>
                <a:lnTo>
                  <a:pt x="2133574" y="0"/>
                </a:lnTo>
                <a:close/>
              </a:path>
              <a:path w="6175375" h="595629">
                <a:moveTo>
                  <a:pt x="2190534" y="586105"/>
                </a:moveTo>
                <a:lnTo>
                  <a:pt x="2162048" y="586105"/>
                </a:lnTo>
                <a:lnTo>
                  <a:pt x="2162048" y="595630"/>
                </a:lnTo>
                <a:lnTo>
                  <a:pt x="2190534" y="595630"/>
                </a:lnTo>
                <a:lnTo>
                  <a:pt x="2190534" y="586105"/>
                </a:lnTo>
                <a:close/>
              </a:path>
              <a:path w="6175375" h="595629">
                <a:moveTo>
                  <a:pt x="2190534" y="0"/>
                </a:moveTo>
                <a:lnTo>
                  <a:pt x="2162048" y="0"/>
                </a:lnTo>
                <a:lnTo>
                  <a:pt x="2162048" y="9525"/>
                </a:lnTo>
                <a:lnTo>
                  <a:pt x="2190534" y="9525"/>
                </a:lnTo>
                <a:lnTo>
                  <a:pt x="2190534" y="0"/>
                </a:lnTo>
                <a:close/>
              </a:path>
              <a:path w="6175375" h="595629">
                <a:moveTo>
                  <a:pt x="2247481" y="586105"/>
                </a:moveTo>
                <a:lnTo>
                  <a:pt x="2219007" y="586105"/>
                </a:lnTo>
                <a:lnTo>
                  <a:pt x="2219007" y="595630"/>
                </a:lnTo>
                <a:lnTo>
                  <a:pt x="2247481" y="595630"/>
                </a:lnTo>
                <a:lnTo>
                  <a:pt x="2247481" y="586105"/>
                </a:lnTo>
                <a:close/>
              </a:path>
              <a:path w="6175375" h="595629">
                <a:moveTo>
                  <a:pt x="2247481" y="0"/>
                </a:moveTo>
                <a:lnTo>
                  <a:pt x="2219007" y="0"/>
                </a:lnTo>
                <a:lnTo>
                  <a:pt x="2219007" y="9525"/>
                </a:lnTo>
                <a:lnTo>
                  <a:pt x="2247481" y="9525"/>
                </a:lnTo>
                <a:lnTo>
                  <a:pt x="2247481" y="0"/>
                </a:lnTo>
                <a:close/>
              </a:path>
              <a:path w="6175375" h="595629">
                <a:moveTo>
                  <a:pt x="2304440" y="586105"/>
                </a:moveTo>
                <a:lnTo>
                  <a:pt x="2275967" y="586105"/>
                </a:lnTo>
                <a:lnTo>
                  <a:pt x="2275967" y="595630"/>
                </a:lnTo>
                <a:lnTo>
                  <a:pt x="2304440" y="595630"/>
                </a:lnTo>
                <a:lnTo>
                  <a:pt x="2304440" y="586105"/>
                </a:lnTo>
                <a:close/>
              </a:path>
              <a:path w="6175375" h="595629">
                <a:moveTo>
                  <a:pt x="2304440" y="0"/>
                </a:moveTo>
                <a:lnTo>
                  <a:pt x="2275967" y="0"/>
                </a:lnTo>
                <a:lnTo>
                  <a:pt x="2275967" y="9525"/>
                </a:lnTo>
                <a:lnTo>
                  <a:pt x="2304440" y="9525"/>
                </a:lnTo>
                <a:lnTo>
                  <a:pt x="2304440" y="0"/>
                </a:lnTo>
                <a:close/>
              </a:path>
              <a:path w="6175375" h="595629">
                <a:moveTo>
                  <a:pt x="2361400" y="586105"/>
                </a:moveTo>
                <a:lnTo>
                  <a:pt x="2332926" y="586105"/>
                </a:lnTo>
                <a:lnTo>
                  <a:pt x="2332926" y="595630"/>
                </a:lnTo>
                <a:lnTo>
                  <a:pt x="2361400" y="595630"/>
                </a:lnTo>
                <a:lnTo>
                  <a:pt x="2361400" y="586105"/>
                </a:lnTo>
                <a:close/>
              </a:path>
              <a:path w="6175375" h="595629">
                <a:moveTo>
                  <a:pt x="2361400" y="0"/>
                </a:moveTo>
                <a:lnTo>
                  <a:pt x="2332926" y="0"/>
                </a:lnTo>
                <a:lnTo>
                  <a:pt x="2332926" y="9525"/>
                </a:lnTo>
                <a:lnTo>
                  <a:pt x="2361400" y="9525"/>
                </a:lnTo>
                <a:lnTo>
                  <a:pt x="2361400" y="0"/>
                </a:lnTo>
                <a:close/>
              </a:path>
              <a:path w="6175375" h="595629">
                <a:moveTo>
                  <a:pt x="2418359" y="586105"/>
                </a:moveTo>
                <a:lnTo>
                  <a:pt x="2389873" y="586105"/>
                </a:lnTo>
                <a:lnTo>
                  <a:pt x="2389873" y="595630"/>
                </a:lnTo>
                <a:lnTo>
                  <a:pt x="2418359" y="595630"/>
                </a:lnTo>
                <a:lnTo>
                  <a:pt x="2418359" y="586105"/>
                </a:lnTo>
                <a:close/>
              </a:path>
              <a:path w="6175375" h="595629">
                <a:moveTo>
                  <a:pt x="2418359" y="0"/>
                </a:moveTo>
                <a:lnTo>
                  <a:pt x="2389873" y="0"/>
                </a:lnTo>
                <a:lnTo>
                  <a:pt x="2389873" y="9525"/>
                </a:lnTo>
                <a:lnTo>
                  <a:pt x="2418359" y="9525"/>
                </a:lnTo>
                <a:lnTo>
                  <a:pt x="2418359" y="0"/>
                </a:lnTo>
                <a:close/>
              </a:path>
              <a:path w="6175375" h="595629">
                <a:moveTo>
                  <a:pt x="2475319" y="586105"/>
                </a:moveTo>
                <a:lnTo>
                  <a:pt x="2446832" y="586105"/>
                </a:lnTo>
                <a:lnTo>
                  <a:pt x="2446832" y="595630"/>
                </a:lnTo>
                <a:lnTo>
                  <a:pt x="2475319" y="595630"/>
                </a:lnTo>
                <a:lnTo>
                  <a:pt x="2475319" y="586105"/>
                </a:lnTo>
                <a:close/>
              </a:path>
              <a:path w="6175375" h="595629">
                <a:moveTo>
                  <a:pt x="2475319" y="0"/>
                </a:moveTo>
                <a:lnTo>
                  <a:pt x="2446832" y="0"/>
                </a:lnTo>
                <a:lnTo>
                  <a:pt x="2446832" y="9525"/>
                </a:lnTo>
                <a:lnTo>
                  <a:pt x="2475319" y="9525"/>
                </a:lnTo>
                <a:lnTo>
                  <a:pt x="2475319" y="0"/>
                </a:lnTo>
                <a:close/>
              </a:path>
              <a:path w="6175375" h="595629">
                <a:moveTo>
                  <a:pt x="2532265" y="586105"/>
                </a:moveTo>
                <a:lnTo>
                  <a:pt x="2503792" y="586105"/>
                </a:lnTo>
                <a:lnTo>
                  <a:pt x="2503792" y="595630"/>
                </a:lnTo>
                <a:lnTo>
                  <a:pt x="2532265" y="595630"/>
                </a:lnTo>
                <a:lnTo>
                  <a:pt x="2532265" y="586105"/>
                </a:lnTo>
                <a:close/>
              </a:path>
              <a:path w="6175375" h="595629">
                <a:moveTo>
                  <a:pt x="2532265" y="0"/>
                </a:moveTo>
                <a:lnTo>
                  <a:pt x="2503792" y="0"/>
                </a:lnTo>
                <a:lnTo>
                  <a:pt x="2503792" y="9525"/>
                </a:lnTo>
                <a:lnTo>
                  <a:pt x="2532265" y="9525"/>
                </a:lnTo>
                <a:lnTo>
                  <a:pt x="2532265" y="0"/>
                </a:lnTo>
                <a:close/>
              </a:path>
              <a:path w="6175375" h="595629">
                <a:moveTo>
                  <a:pt x="2589225" y="586105"/>
                </a:moveTo>
                <a:lnTo>
                  <a:pt x="2560751" y="586105"/>
                </a:lnTo>
                <a:lnTo>
                  <a:pt x="2560751" y="595630"/>
                </a:lnTo>
                <a:lnTo>
                  <a:pt x="2589225" y="595630"/>
                </a:lnTo>
                <a:lnTo>
                  <a:pt x="2589225" y="586105"/>
                </a:lnTo>
                <a:close/>
              </a:path>
              <a:path w="6175375" h="595629">
                <a:moveTo>
                  <a:pt x="2589225" y="0"/>
                </a:moveTo>
                <a:lnTo>
                  <a:pt x="2560751" y="0"/>
                </a:lnTo>
                <a:lnTo>
                  <a:pt x="2560751" y="9525"/>
                </a:lnTo>
                <a:lnTo>
                  <a:pt x="2589225" y="9525"/>
                </a:lnTo>
                <a:lnTo>
                  <a:pt x="2589225" y="0"/>
                </a:lnTo>
                <a:close/>
              </a:path>
              <a:path w="6175375" h="595629">
                <a:moveTo>
                  <a:pt x="2646184" y="586105"/>
                </a:moveTo>
                <a:lnTo>
                  <a:pt x="2617711" y="586105"/>
                </a:lnTo>
                <a:lnTo>
                  <a:pt x="2617711" y="595630"/>
                </a:lnTo>
                <a:lnTo>
                  <a:pt x="2646184" y="595630"/>
                </a:lnTo>
                <a:lnTo>
                  <a:pt x="2646184" y="586105"/>
                </a:lnTo>
                <a:close/>
              </a:path>
              <a:path w="6175375" h="595629">
                <a:moveTo>
                  <a:pt x="2646184" y="0"/>
                </a:moveTo>
                <a:lnTo>
                  <a:pt x="2617711" y="0"/>
                </a:lnTo>
                <a:lnTo>
                  <a:pt x="2617711" y="9525"/>
                </a:lnTo>
                <a:lnTo>
                  <a:pt x="2646184" y="9525"/>
                </a:lnTo>
                <a:lnTo>
                  <a:pt x="2646184" y="0"/>
                </a:lnTo>
                <a:close/>
              </a:path>
              <a:path w="6175375" h="595629">
                <a:moveTo>
                  <a:pt x="2703144" y="586105"/>
                </a:moveTo>
                <a:lnTo>
                  <a:pt x="2674658" y="586105"/>
                </a:lnTo>
                <a:lnTo>
                  <a:pt x="2674658" y="595630"/>
                </a:lnTo>
                <a:lnTo>
                  <a:pt x="2703144" y="595630"/>
                </a:lnTo>
                <a:lnTo>
                  <a:pt x="2703144" y="586105"/>
                </a:lnTo>
                <a:close/>
              </a:path>
              <a:path w="6175375" h="595629">
                <a:moveTo>
                  <a:pt x="2703144" y="0"/>
                </a:moveTo>
                <a:lnTo>
                  <a:pt x="2674658" y="0"/>
                </a:lnTo>
                <a:lnTo>
                  <a:pt x="2674658" y="9525"/>
                </a:lnTo>
                <a:lnTo>
                  <a:pt x="2703144" y="9525"/>
                </a:lnTo>
                <a:lnTo>
                  <a:pt x="2703144" y="0"/>
                </a:lnTo>
                <a:close/>
              </a:path>
              <a:path w="6175375" h="595629">
                <a:moveTo>
                  <a:pt x="2760103" y="586105"/>
                </a:moveTo>
                <a:lnTo>
                  <a:pt x="2731617" y="586105"/>
                </a:lnTo>
                <a:lnTo>
                  <a:pt x="2731617" y="595630"/>
                </a:lnTo>
                <a:lnTo>
                  <a:pt x="2760103" y="595630"/>
                </a:lnTo>
                <a:lnTo>
                  <a:pt x="2760103" y="586105"/>
                </a:lnTo>
                <a:close/>
              </a:path>
              <a:path w="6175375" h="595629">
                <a:moveTo>
                  <a:pt x="2760103" y="0"/>
                </a:moveTo>
                <a:lnTo>
                  <a:pt x="2731617" y="0"/>
                </a:lnTo>
                <a:lnTo>
                  <a:pt x="2731617" y="9525"/>
                </a:lnTo>
                <a:lnTo>
                  <a:pt x="2760103" y="9525"/>
                </a:lnTo>
                <a:lnTo>
                  <a:pt x="2760103" y="0"/>
                </a:lnTo>
                <a:close/>
              </a:path>
              <a:path w="6175375" h="595629">
                <a:moveTo>
                  <a:pt x="2817050" y="586105"/>
                </a:moveTo>
                <a:lnTo>
                  <a:pt x="2788577" y="586105"/>
                </a:lnTo>
                <a:lnTo>
                  <a:pt x="2788577" y="595630"/>
                </a:lnTo>
                <a:lnTo>
                  <a:pt x="2817050" y="595630"/>
                </a:lnTo>
                <a:lnTo>
                  <a:pt x="2817050" y="586105"/>
                </a:lnTo>
                <a:close/>
              </a:path>
              <a:path w="6175375" h="595629">
                <a:moveTo>
                  <a:pt x="2817050" y="0"/>
                </a:moveTo>
                <a:lnTo>
                  <a:pt x="2788577" y="0"/>
                </a:lnTo>
                <a:lnTo>
                  <a:pt x="2788577" y="9525"/>
                </a:lnTo>
                <a:lnTo>
                  <a:pt x="2817050" y="9525"/>
                </a:lnTo>
                <a:lnTo>
                  <a:pt x="2817050" y="0"/>
                </a:lnTo>
                <a:close/>
              </a:path>
              <a:path w="6175375" h="595629">
                <a:moveTo>
                  <a:pt x="2874010" y="586105"/>
                </a:moveTo>
                <a:lnTo>
                  <a:pt x="2845536" y="586105"/>
                </a:lnTo>
                <a:lnTo>
                  <a:pt x="2845536" y="595630"/>
                </a:lnTo>
                <a:lnTo>
                  <a:pt x="2874010" y="595630"/>
                </a:lnTo>
                <a:lnTo>
                  <a:pt x="2874010" y="586105"/>
                </a:lnTo>
                <a:close/>
              </a:path>
              <a:path w="6175375" h="595629">
                <a:moveTo>
                  <a:pt x="2874010" y="0"/>
                </a:moveTo>
                <a:lnTo>
                  <a:pt x="2845536" y="0"/>
                </a:lnTo>
                <a:lnTo>
                  <a:pt x="2845536" y="9525"/>
                </a:lnTo>
                <a:lnTo>
                  <a:pt x="2874010" y="9525"/>
                </a:lnTo>
                <a:lnTo>
                  <a:pt x="2874010" y="0"/>
                </a:lnTo>
                <a:close/>
              </a:path>
              <a:path w="6175375" h="595629">
                <a:moveTo>
                  <a:pt x="2930969" y="586105"/>
                </a:moveTo>
                <a:lnTo>
                  <a:pt x="2902496" y="586105"/>
                </a:lnTo>
                <a:lnTo>
                  <a:pt x="2902496" y="595630"/>
                </a:lnTo>
                <a:lnTo>
                  <a:pt x="2930969" y="595630"/>
                </a:lnTo>
                <a:lnTo>
                  <a:pt x="2930969" y="586105"/>
                </a:lnTo>
                <a:close/>
              </a:path>
              <a:path w="6175375" h="595629">
                <a:moveTo>
                  <a:pt x="2930969" y="0"/>
                </a:moveTo>
                <a:lnTo>
                  <a:pt x="2902496" y="0"/>
                </a:lnTo>
                <a:lnTo>
                  <a:pt x="2902496" y="9525"/>
                </a:lnTo>
                <a:lnTo>
                  <a:pt x="2930969" y="9525"/>
                </a:lnTo>
                <a:lnTo>
                  <a:pt x="2930969" y="0"/>
                </a:lnTo>
                <a:close/>
              </a:path>
              <a:path w="6175375" h="595629">
                <a:moveTo>
                  <a:pt x="2987929" y="586105"/>
                </a:moveTo>
                <a:lnTo>
                  <a:pt x="2959443" y="586105"/>
                </a:lnTo>
                <a:lnTo>
                  <a:pt x="2959443" y="595630"/>
                </a:lnTo>
                <a:lnTo>
                  <a:pt x="2987929" y="595630"/>
                </a:lnTo>
                <a:lnTo>
                  <a:pt x="2987929" y="586105"/>
                </a:lnTo>
                <a:close/>
              </a:path>
              <a:path w="6175375" h="595629">
                <a:moveTo>
                  <a:pt x="2987929" y="0"/>
                </a:moveTo>
                <a:lnTo>
                  <a:pt x="2959443" y="0"/>
                </a:lnTo>
                <a:lnTo>
                  <a:pt x="2959443" y="9525"/>
                </a:lnTo>
                <a:lnTo>
                  <a:pt x="2987929" y="9525"/>
                </a:lnTo>
                <a:lnTo>
                  <a:pt x="2987929" y="0"/>
                </a:lnTo>
                <a:close/>
              </a:path>
              <a:path w="6175375" h="595629">
                <a:moveTo>
                  <a:pt x="3044888" y="586105"/>
                </a:moveTo>
                <a:lnTo>
                  <a:pt x="3016402" y="586105"/>
                </a:lnTo>
                <a:lnTo>
                  <a:pt x="3016402" y="595630"/>
                </a:lnTo>
                <a:lnTo>
                  <a:pt x="3044888" y="595630"/>
                </a:lnTo>
                <a:lnTo>
                  <a:pt x="3044888" y="586105"/>
                </a:lnTo>
                <a:close/>
              </a:path>
              <a:path w="6175375" h="595629">
                <a:moveTo>
                  <a:pt x="3044888" y="0"/>
                </a:moveTo>
                <a:lnTo>
                  <a:pt x="3016402" y="0"/>
                </a:lnTo>
                <a:lnTo>
                  <a:pt x="3016402" y="9525"/>
                </a:lnTo>
                <a:lnTo>
                  <a:pt x="3044888" y="9525"/>
                </a:lnTo>
                <a:lnTo>
                  <a:pt x="3044888" y="0"/>
                </a:lnTo>
                <a:close/>
              </a:path>
              <a:path w="6175375" h="595629">
                <a:moveTo>
                  <a:pt x="3101848" y="586105"/>
                </a:moveTo>
                <a:lnTo>
                  <a:pt x="3073362" y="586105"/>
                </a:lnTo>
                <a:lnTo>
                  <a:pt x="3073362" y="595630"/>
                </a:lnTo>
                <a:lnTo>
                  <a:pt x="3101848" y="595630"/>
                </a:lnTo>
                <a:lnTo>
                  <a:pt x="3101848" y="586105"/>
                </a:lnTo>
                <a:close/>
              </a:path>
              <a:path w="6175375" h="595629">
                <a:moveTo>
                  <a:pt x="3101848" y="0"/>
                </a:moveTo>
                <a:lnTo>
                  <a:pt x="3073362" y="0"/>
                </a:lnTo>
                <a:lnTo>
                  <a:pt x="3073362" y="9525"/>
                </a:lnTo>
                <a:lnTo>
                  <a:pt x="3101848" y="9525"/>
                </a:lnTo>
                <a:lnTo>
                  <a:pt x="3101848" y="0"/>
                </a:lnTo>
                <a:close/>
              </a:path>
              <a:path w="6175375" h="595629">
                <a:moveTo>
                  <a:pt x="3158794" y="586105"/>
                </a:moveTo>
                <a:lnTo>
                  <a:pt x="3130321" y="586105"/>
                </a:lnTo>
                <a:lnTo>
                  <a:pt x="3130321" y="595630"/>
                </a:lnTo>
                <a:lnTo>
                  <a:pt x="3158794" y="595630"/>
                </a:lnTo>
                <a:lnTo>
                  <a:pt x="3158794" y="586105"/>
                </a:lnTo>
                <a:close/>
              </a:path>
              <a:path w="6175375" h="595629">
                <a:moveTo>
                  <a:pt x="3158794" y="0"/>
                </a:moveTo>
                <a:lnTo>
                  <a:pt x="3130321" y="0"/>
                </a:lnTo>
                <a:lnTo>
                  <a:pt x="3130321" y="9525"/>
                </a:lnTo>
                <a:lnTo>
                  <a:pt x="3158794" y="9525"/>
                </a:lnTo>
                <a:lnTo>
                  <a:pt x="3158794" y="0"/>
                </a:lnTo>
                <a:close/>
              </a:path>
              <a:path w="6175375" h="595629">
                <a:moveTo>
                  <a:pt x="3215754" y="586105"/>
                </a:moveTo>
                <a:lnTo>
                  <a:pt x="3187281" y="586105"/>
                </a:lnTo>
                <a:lnTo>
                  <a:pt x="3187281" y="595630"/>
                </a:lnTo>
                <a:lnTo>
                  <a:pt x="3215754" y="595630"/>
                </a:lnTo>
                <a:lnTo>
                  <a:pt x="3215754" y="586105"/>
                </a:lnTo>
                <a:close/>
              </a:path>
              <a:path w="6175375" h="595629">
                <a:moveTo>
                  <a:pt x="3215754" y="0"/>
                </a:moveTo>
                <a:lnTo>
                  <a:pt x="3187281" y="0"/>
                </a:lnTo>
                <a:lnTo>
                  <a:pt x="3187281" y="9525"/>
                </a:lnTo>
                <a:lnTo>
                  <a:pt x="3215754" y="9525"/>
                </a:lnTo>
                <a:lnTo>
                  <a:pt x="3215754" y="0"/>
                </a:lnTo>
                <a:close/>
              </a:path>
              <a:path w="6175375" h="595629">
                <a:moveTo>
                  <a:pt x="3272713" y="586105"/>
                </a:moveTo>
                <a:lnTo>
                  <a:pt x="3244240" y="586105"/>
                </a:lnTo>
                <a:lnTo>
                  <a:pt x="3244240" y="595630"/>
                </a:lnTo>
                <a:lnTo>
                  <a:pt x="3272713" y="595630"/>
                </a:lnTo>
                <a:lnTo>
                  <a:pt x="3272713" y="586105"/>
                </a:lnTo>
                <a:close/>
              </a:path>
              <a:path w="6175375" h="595629">
                <a:moveTo>
                  <a:pt x="3272713" y="0"/>
                </a:moveTo>
                <a:lnTo>
                  <a:pt x="3244240" y="0"/>
                </a:lnTo>
                <a:lnTo>
                  <a:pt x="3244240" y="9525"/>
                </a:lnTo>
                <a:lnTo>
                  <a:pt x="3272713" y="9525"/>
                </a:lnTo>
                <a:lnTo>
                  <a:pt x="3272713" y="0"/>
                </a:lnTo>
                <a:close/>
              </a:path>
              <a:path w="6175375" h="595629">
                <a:moveTo>
                  <a:pt x="3329673" y="586105"/>
                </a:moveTo>
                <a:lnTo>
                  <a:pt x="3301187" y="586105"/>
                </a:lnTo>
                <a:lnTo>
                  <a:pt x="3301187" y="595630"/>
                </a:lnTo>
                <a:lnTo>
                  <a:pt x="3329673" y="595630"/>
                </a:lnTo>
                <a:lnTo>
                  <a:pt x="3329673" y="586105"/>
                </a:lnTo>
                <a:close/>
              </a:path>
              <a:path w="6175375" h="595629">
                <a:moveTo>
                  <a:pt x="3329673" y="0"/>
                </a:moveTo>
                <a:lnTo>
                  <a:pt x="3301187" y="0"/>
                </a:lnTo>
                <a:lnTo>
                  <a:pt x="3301187" y="9525"/>
                </a:lnTo>
                <a:lnTo>
                  <a:pt x="3329673" y="9525"/>
                </a:lnTo>
                <a:lnTo>
                  <a:pt x="3329673" y="0"/>
                </a:lnTo>
                <a:close/>
              </a:path>
              <a:path w="6175375" h="595629">
                <a:moveTo>
                  <a:pt x="3386632" y="586105"/>
                </a:moveTo>
                <a:lnTo>
                  <a:pt x="3358146" y="586105"/>
                </a:lnTo>
                <a:lnTo>
                  <a:pt x="3358146" y="595630"/>
                </a:lnTo>
                <a:lnTo>
                  <a:pt x="3386632" y="595630"/>
                </a:lnTo>
                <a:lnTo>
                  <a:pt x="3386632" y="586105"/>
                </a:lnTo>
                <a:close/>
              </a:path>
              <a:path w="6175375" h="595629">
                <a:moveTo>
                  <a:pt x="3386632" y="0"/>
                </a:moveTo>
                <a:lnTo>
                  <a:pt x="3358146" y="0"/>
                </a:lnTo>
                <a:lnTo>
                  <a:pt x="3358146" y="9525"/>
                </a:lnTo>
                <a:lnTo>
                  <a:pt x="3386632" y="9525"/>
                </a:lnTo>
                <a:lnTo>
                  <a:pt x="3386632" y="0"/>
                </a:lnTo>
                <a:close/>
              </a:path>
              <a:path w="6175375" h="595629">
                <a:moveTo>
                  <a:pt x="3443579" y="586105"/>
                </a:moveTo>
                <a:lnTo>
                  <a:pt x="3415106" y="586105"/>
                </a:lnTo>
                <a:lnTo>
                  <a:pt x="3415106" y="595630"/>
                </a:lnTo>
                <a:lnTo>
                  <a:pt x="3443579" y="595630"/>
                </a:lnTo>
                <a:lnTo>
                  <a:pt x="3443579" y="586105"/>
                </a:lnTo>
                <a:close/>
              </a:path>
              <a:path w="6175375" h="595629">
                <a:moveTo>
                  <a:pt x="3443579" y="0"/>
                </a:moveTo>
                <a:lnTo>
                  <a:pt x="3415106" y="0"/>
                </a:lnTo>
                <a:lnTo>
                  <a:pt x="3415106" y="9525"/>
                </a:lnTo>
                <a:lnTo>
                  <a:pt x="3443579" y="9525"/>
                </a:lnTo>
                <a:lnTo>
                  <a:pt x="3443579" y="0"/>
                </a:lnTo>
                <a:close/>
              </a:path>
              <a:path w="6175375" h="595629">
                <a:moveTo>
                  <a:pt x="3500539" y="586105"/>
                </a:moveTo>
                <a:lnTo>
                  <a:pt x="3472065" y="586105"/>
                </a:lnTo>
                <a:lnTo>
                  <a:pt x="3472065" y="595630"/>
                </a:lnTo>
                <a:lnTo>
                  <a:pt x="3500539" y="595630"/>
                </a:lnTo>
                <a:lnTo>
                  <a:pt x="3500539" y="586105"/>
                </a:lnTo>
                <a:close/>
              </a:path>
              <a:path w="6175375" h="595629">
                <a:moveTo>
                  <a:pt x="3500539" y="0"/>
                </a:moveTo>
                <a:lnTo>
                  <a:pt x="3472065" y="0"/>
                </a:lnTo>
                <a:lnTo>
                  <a:pt x="3472065" y="9525"/>
                </a:lnTo>
                <a:lnTo>
                  <a:pt x="3500539" y="9525"/>
                </a:lnTo>
                <a:lnTo>
                  <a:pt x="3500539" y="0"/>
                </a:lnTo>
                <a:close/>
              </a:path>
              <a:path w="6175375" h="595629">
                <a:moveTo>
                  <a:pt x="3557498" y="586105"/>
                </a:moveTo>
                <a:lnTo>
                  <a:pt x="3529025" y="586105"/>
                </a:lnTo>
                <a:lnTo>
                  <a:pt x="3529025" y="595630"/>
                </a:lnTo>
                <a:lnTo>
                  <a:pt x="3557498" y="595630"/>
                </a:lnTo>
                <a:lnTo>
                  <a:pt x="3557498" y="586105"/>
                </a:lnTo>
                <a:close/>
              </a:path>
              <a:path w="6175375" h="595629">
                <a:moveTo>
                  <a:pt x="3557498" y="0"/>
                </a:moveTo>
                <a:lnTo>
                  <a:pt x="3529025" y="0"/>
                </a:lnTo>
                <a:lnTo>
                  <a:pt x="3529025" y="9525"/>
                </a:lnTo>
                <a:lnTo>
                  <a:pt x="3557498" y="9525"/>
                </a:lnTo>
                <a:lnTo>
                  <a:pt x="3557498" y="0"/>
                </a:lnTo>
                <a:close/>
              </a:path>
              <a:path w="6175375" h="595629">
                <a:moveTo>
                  <a:pt x="3614458" y="586105"/>
                </a:moveTo>
                <a:lnTo>
                  <a:pt x="3585972" y="586105"/>
                </a:lnTo>
                <a:lnTo>
                  <a:pt x="3585972" y="595630"/>
                </a:lnTo>
                <a:lnTo>
                  <a:pt x="3614458" y="595630"/>
                </a:lnTo>
                <a:lnTo>
                  <a:pt x="3614458" y="586105"/>
                </a:lnTo>
                <a:close/>
              </a:path>
              <a:path w="6175375" h="595629">
                <a:moveTo>
                  <a:pt x="3614458" y="0"/>
                </a:moveTo>
                <a:lnTo>
                  <a:pt x="3585972" y="0"/>
                </a:lnTo>
                <a:lnTo>
                  <a:pt x="3585972" y="9525"/>
                </a:lnTo>
                <a:lnTo>
                  <a:pt x="3614458" y="9525"/>
                </a:lnTo>
                <a:lnTo>
                  <a:pt x="3614458" y="0"/>
                </a:lnTo>
                <a:close/>
              </a:path>
              <a:path w="6175375" h="595629">
                <a:moveTo>
                  <a:pt x="3671417" y="586105"/>
                </a:moveTo>
                <a:lnTo>
                  <a:pt x="3642931" y="586105"/>
                </a:lnTo>
                <a:lnTo>
                  <a:pt x="3642931" y="595630"/>
                </a:lnTo>
                <a:lnTo>
                  <a:pt x="3671417" y="595630"/>
                </a:lnTo>
                <a:lnTo>
                  <a:pt x="3671417" y="586105"/>
                </a:lnTo>
                <a:close/>
              </a:path>
              <a:path w="6175375" h="595629">
                <a:moveTo>
                  <a:pt x="3671417" y="0"/>
                </a:moveTo>
                <a:lnTo>
                  <a:pt x="3642931" y="0"/>
                </a:lnTo>
                <a:lnTo>
                  <a:pt x="3642931" y="9525"/>
                </a:lnTo>
                <a:lnTo>
                  <a:pt x="3671417" y="9525"/>
                </a:lnTo>
                <a:lnTo>
                  <a:pt x="3671417" y="0"/>
                </a:lnTo>
                <a:close/>
              </a:path>
              <a:path w="6175375" h="595629">
                <a:moveTo>
                  <a:pt x="3728364" y="586105"/>
                </a:moveTo>
                <a:lnTo>
                  <a:pt x="3699891" y="586105"/>
                </a:lnTo>
                <a:lnTo>
                  <a:pt x="3699891" y="595630"/>
                </a:lnTo>
                <a:lnTo>
                  <a:pt x="3728364" y="595630"/>
                </a:lnTo>
                <a:lnTo>
                  <a:pt x="3728364" y="586105"/>
                </a:lnTo>
                <a:close/>
              </a:path>
              <a:path w="6175375" h="595629">
                <a:moveTo>
                  <a:pt x="3728364" y="0"/>
                </a:moveTo>
                <a:lnTo>
                  <a:pt x="3699891" y="0"/>
                </a:lnTo>
                <a:lnTo>
                  <a:pt x="3699891" y="9525"/>
                </a:lnTo>
                <a:lnTo>
                  <a:pt x="3728364" y="9525"/>
                </a:lnTo>
                <a:lnTo>
                  <a:pt x="3728364" y="0"/>
                </a:lnTo>
                <a:close/>
              </a:path>
              <a:path w="6175375" h="595629">
                <a:moveTo>
                  <a:pt x="3785324" y="586105"/>
                </a:moveTo>
                <a:lnTo>
                  <a:pt x="3756850" y="586105"/>
                </a:lnTo>
                <a:lnTo>
                  <a:pt x="3756850" y="595630"/>
                </a:lnTo>
                <a:lnTo>
                  <a:pt x="3785324" y="595630"/>
                </a:lnTo>
                <a:lnTo>
                  <a:pt x="3785324" y="586105"/>
                </a:lnTo>
                <a:close/>
              </a:path>
              <a:path w="6175375" h="595629">
                <a:moveTo>
                  <a:pt x="3785324" y="0"/>
                </a:moveTo>
                <a:lnTo>
                  <a:pt x="3756850" y="0"/>
                </a:lnTo>
                <a:lnTo>
                  <a:pt x="3756850" y="9525"/>
                </a:lnTo>
                <a:lnTo>
                  <a:pt x="3785324" y="9525"/>
                </a:lnTo>
                <a:lnTo>
                  <a:pt x="3785324" y="0"/>
                </a:lnTo>
                <a:close/>
              </a:path>
              <a:path w="6175375" h="595629">
                <a:moveTo>
                  <a:pt x="3842283" y="586105"/>
                </a:moveTo>
                <a:lnTo>
                  <a:pt x="3813810" y="586105"/>
                </a:lnTo>
                <a:lnTo>
                  <a:pt x="3813810" y="595630"/>
                </a:lnTo>
                <a:lnTo>
                  <a:pt x="3842283" y="595630"/>
                </a:lnTo>
                <a:lnTo>
                  <a:pt x="3842283" y="586105"/>
                </a:lnTo>
                <a:close/>
              </a:path>
              <a:path w="6175375" h="595629">
                <a:moveTo>
                  <a:pt x="3842283" y="0"/>
                </a:moveTo>
                <a:lnTo>
                  <a:pt x="3813810" y="0"/>
                </a:lnTo>
                <a:lnTo>
                  <a:pt x="3813810" y="9525"/>
                </a:lnTo>
                <a:lnTo>
                  <a:pt x="3842283" y="9525"/>
                </a:lnTo>
                <a:lnTo>
                  <a:pt x="3842283" y="0"/>
                </a:lnTo>
                <a:close/>
              </a:path>
              <a:path w="6175375" h="595629">
                <a:moveTo>
                  <a:pt x="3899243" y="586105"/>
                </a:moveTo>
                <a:lnTo>
                  <a:pt x="3870756" y="586105"/>
                </a:lnTo>
                <a:lnTo>
                  <a:pt x="3870756" y="595630"/>
                </a:lnTo>
                <a:lnTo>
                  <a:pt x="3899243" y="595630"/>
                </a:lnTo>
                <a:lnTo>
                  <a:pt x="3899243" y="586105"/>
                </a:lnTo>
                <a:close/>
              </a:path>
              <a:path w="6175375" h="595629">
                <a:moveTo>
                  <a:pt x="3899243" y="0"/>
                </a:moveTo>
                <a:lnTo>
                  <a:pt x="3870756" y="0"/>
                </a:lnTo>
                <a:lnTo>
                  <a:pt x="3870756" y="9525"/>
                </a:lnTo>
                <a:lnTo>
                  <a:pt x="3899243" y="9525"/>
                </a:lnTo>
                <a:lnTo>
                  <a:pt x="3899243" y="0"/>
                </a:lnTo>
                <a:close/>
              </a:path>
              <a:path w="6175375" h="595629">
                <a:moveTo>
                  <a:pt x="3956202" y="586105"/>
                </a:moveTo>
                <a:lnTo>
                  <a:pt x="3927716" y="586105"/>
                </a:lnTo>
                <a:lnTo>
                  <a:pt x="3927716" y="595630"/>
                </a:lnTo>
                <a:lnTo>
                  <a:pt x="3956202" y="595630"/>
                </a:lnTo>
                <a:lnTo>
                  <a:pt x="3956202" y="586105"/>
                </a:lnTo>
                <a:close/>
              </a:path>
              <a:path w="6175375" h="595629">
                <a:moveTo>
                  <a:pt x="3956202" y="0"/>
                </a:moveTo>
                <a:lnTo>
                  <a:pt x="3927716" y="0"/>
                </a:lnTo>
                <a:lnTo>
                  <a:pt x="3927716" y="9525"/>
                </a:lnTo>
                <a:lnTo>
                  <a:pt x="3956202" y="9525"/>
                </a:lnTo>
                <a:lnTo>
                  <a:pt x="3956202" y="0"/>
                </a:lnTo>
                <a:close/>
              </a:path>
              <a:path w="6175375" h="595629">
                <a:moveTo>
                  <a:pt x="4013149" y="586105"/>
                </a:moveTo>
                <a:lnTo>
                  <a:pt x="3984675" y="586105"/>
                </a:lnTo>
                <a:lnTo>
                  <a:pt x="3984675" y="595630"/>
                </a:lnTo>
                <a:lnTo>
                  <a:pt x="4013149" y="595630"/>
                </a:lnTo>
                <a:lnTo>
                  <a:pt x="4013149" y="586105"/>
                </a:lnTo>
                <a:close/>
              </a:path>
              <a:path w="6175375" h="595629">
                <a:moveTo>
                  <a:pt x="4013149" y="0"/>
                </a:moveTo>
                <a:lnTo>
                  <a:pt x="3984675" y="0"/>
                </a:lnTo>
                <a:lnTo>
                  <a:pt x="3984675" y="9525"/>
                </a:lnTo>
                <a:lnTo>
                  <a:pt x="4013149" y="9525"/>
                </a:lnTo>
                <a:lnTo>
                  <a:pt x="4013149" y="0"/>
                </a:lnTo>
                <a:close/>
              </a:path>
              <a:path w="6175375" h="595629">
                <a:moveTo>
                  <a:pt x="4070108" y="586105"/>
                </a:moveTo>
                <a:lnTo>
                  <a:pt x="4041635" y="586105"/>
                </a:lnTo>
                <a:lnTo>
                  <a:pt x="4041635" y="595630"/>
                </a:lnTo>
                <a:lnTo>
                  <a:pt x="4070108" y="595630"/>
                </a:lnTo>
                <a:lnTo>
                  <a:pt x="4070108" y="586105"/>
                </a:lnTo>
                <a:close/>
              </a:path>
              <a:path w="6175375" h="595629">
                <a:moveTo>
                  <a:pt x="4070108" y="0"/>
                </a:moveTo>
                <a:lnTo>
                  <a:pt x="4041635" y="0"/>
                </a:lnTo>
                <a:lnTo>
                  <a:pt x="4041635" y="9525"/>
                </a:lnTo>
                <a:lnTo>
                  <a:pt x="4070108" y="9525"/>
                </a:lnTo>
                <a:lnTo>
                  <a:pt x="4070108" y="0"/>
                </a:lnTo>
                <a:close/>
              </a:path>
              <a:path w="6175375" h="595629">
                <a:moveTo>
                  <a:pt x="4127068" y="586105"/>
                </a:moveTo>
                <a:lnTo>
                  <a:pt x="4098594" y="586105"/>
                </a:lnTo>
                <a:lnTo>
                  <a:pt x="4098594" y="595630"/>
                </a:lnTo>
                <a:lnTo>
                  <a:pt x="4127068" y="595630"/>
                </a:lnTo>
                <a:lnTo>
                  <a:pt x="4127068" y="586105"/>
                </a:lnTo>
                <a:close/>
              </a:path>
              <a:path w="6175375" h="595629">
                <a:moveTo>
                  <a:pt x="4127068" y="0"/>
                </a:moveTo>
                <a:lnTo>
                  <a:pt x="4098594" y="0"/>
                </a:lnTo>
                <a:lnTo>
                  <a:pt x="4098594" y="9525"/>
                </a:lnTo>
                <a:lnTo>
                  <a:pt x="4127068" y="9525"/>
                </a:lnTo>
                <a:lnTo>
                  <a:pt x="4127068" y="0"/>
                </a:lnTo>
                <a:close/>
              </a:path>
              <a:path w="6175375" h="595629">
                <a:moveTo>
                  <a:pt x="4184027" y="586105"/>
                </a:moveTo>
                <a:lnTo>
                  <a:pt x="4155554" y="586105"/>
                </a:lnTo>
                <a:lnTo>
                  <a:pt x="4155554" y="595630"/>
                </a:lnTo>
                <a:lnTo>
                  <a:pt x="4184027" y="595630"/>
                </a:lnTo>
                <a:lnTo>
                  <a:pt x="4184027" y="586105"/>
                </a:lnTo>
                <a:close/>
              </a:path>
              <a:path w="6175375" h="595629">
                <a:moveTo>
                  <a:pt x="4184027" y="0"/>
                </a:moveTo>
                <a:lnTo>
                  <a:pt x="4155554" y="0"/>
                </a:lnTo>
                <a:lnTo>
                  <a:pt x="4155554" y="9525"/>
                </a:lnTo>
                <a:lnTo>
                  <a:pt x="4184027" y="9525"/>
                </a:lnTo>
                <a:lnTo>
                  <a:pt x="4184027" y="0"/>
                </a:lnTo>
                <a:close/>
              </a:path>
              <a:path w="6175375" h="595629">
                <a:moveTo>
                  <a:pt x="4240987" y="586105"/>
                </a:moveTo>
                <a:lnTo>
                  <a:pt x="4212501" y="586105"/>
                </a:lnTo>
                <a:lnTo>
                  <a:pt x="4212501" y="595630"/>
                </a:lnTo>
                <a:lnTo>
                  <a:pt x="4240987" y="595630"/>
                </a:lnTo>
                <a:lnTo>
                  <a:pt x="4240987" y="586105"/>
                </a:lnTo>
                <a:close/>
              </a:path>
              <a:path w="6175375" h="595629">
                <a:moveTo>
                  <a:pt x="4240987" y="0"/>
                </a:moveTo>
                <a:lnTo>
                  <a:pt x="4212501" y="0"/>
                </a:lnTo>
                <a:lnTo>
                  <a:pt x="4212501" y="9525"/>
                </a:lnTo>
                <a:lnTo>
                  <a:pt x="4240987" y="9525"/>
                </a:lnTo>
                <a:lnTo>
                  <a:pt x="4240987" y="0"/>
                </a:lnTo>
                <a:close/>
              </a:path>
              <a:path w="6175375" h="595629">
                <a:moveTo>
                  <a:pt x="4297946" y="586105"/>
                </a:moveTo>
                <a:lnTo>
                  <a:pt x="4269460" y="586105"/>
                </a:lnTo>
                <a:lnTo>
                  <a:pt x="4269460" y="595630"/>
                </a:lnTo>
                <a:lnTo>
                  <a:pt x="4297946" y="595630"/>
                </a:lnTo>
                <a:lnTo>
                  <a:pt x="4297946" y="586105"/>
                </a:lnTo>
                <a:close/>
              </a:path>
              <a:path w="6175375" h="595629">
                <a:moveTo>
                  <a:pt x="4297946" y="0"/>
                </a:moveTo>
                <a:lnTo>
                  <a:pt x="4269460" y="0"/>
                </a:lnTo>
                <a:lnTo>
                  <a:pt x="4269460" y="9525"/>
                </a:lnTo>
                <a:lnTo>
                  <a:pt x="4297946" y="9525"/>
                </a:lnTo>
                <a:lnTo>
                  <a:pt x="4297946" y="0"/>
                </a:lnTo>
                <a:close/>
              </a:path>
              <a:path w="6175375" h="595629">
                <a:moveTo>
                  <a:pt x="4354893" y="586105"/>
                </a:moveTo>
                <a:lnTo>
                  <a:pt x="4326420" y="586105"/>
                </a:lnTo>
                <a:lnTo>
                  <a:pt x="4326420" y="595630"/>
                </a:lnTo>
                <a:lnTo>
                  <a:pt x="4354893" y="595630"/>
                </a:lnTo>
                <a:lnTo>
                  <a:pt x="4354893" y="586105"/>
                </a:lnTo>
                <a:close/>
              </a:path>
              <a:path w="6175375" h="595629">
                <a:moveTo>
                  <a:pt x="4354893" y="0"/>
                </a:moveTo>
                <a:lnTo>
                  <a:pt x="4326420" y="0"/>
                </a:lnTo>
                <a:lnTo>
                  <a:pt x="4326420" y="9525"/>
                </a:lnTo>
                <a:lnTo>
                  <a:pt x="4354893" y="9525"/>
                </a:lnTo>
                <a:lnTo>
                  <a:pt x="4354893" y="0"/>
                </a:lnTo>
                <a:close/>
              </a:path>
              <a:path w="6175375" h="595629">
                <a:moveTo>
                  <a:pt x="4411853" y="586105"/>
                </a:moveTo>
                <a:lnTo>
                  <a:pt x="4383379" y="586105"/>
                </a:lnTo>
                <a:lnTo>
                  <a:pt x="4383379" y="595630"/>
                </a:lnTo>
                <a:lnTo>
                  <a:pt x="4411853" y="595630"/>
                </a:lnTo>
                <a:lnTo>
                  <a:pt x="4411853" y="586105"/>
                </a:lnTo>
                <a:close/>
              </a:path>
              <a:path w="6175375" h="595629">
                <a:moveTo>
                  <a:pt x="4411853" y="0"/>
                </a:moveTo>
                <a:lnTo>
                  <a:pt x="4383379" y="0"/>
                </a:lnTo>
                <a:lnTo>
                  <a:pt x="4383379" y="9525"/>
                </a:lnTo>
                <a:lnTo>
                  <a:pt x="4411853" y="9525"/>
                </a:lnTo>
                <a:lnTo>
                  <a:pt x="4411853" y="0"/>
                </a:lnTo>
                <a:close/>
              </a:path>
              <a:path w="6175375" h="595629">
                <a:moveTo>
                  <a:pt x="4468812" y="586105"/>
                </a:moveTo>
                <a:lnTo>
                  <a:pt x="4440339" y="586105"/>
                </a:lnTo>
                <a:lnTo>
                  <a:pt x="4440339" y="595630"/>
                </a:lnTo>
                <a:lnTo>
                  <a:pt x="4468812" y="595630"/>
                </a:lnTo>
                <a:lnTo>
                  <a:pt x="4468812" y="586105"/>
                </a:lnTo>
                <a:close/>
              </a:path>
              <a:path w="6175375" h="595629">
                <a:moveTo>
                  <a:pt x="4468812" y="0"/>
                </a:moveTo>
                <a:lnTo>
                  <a:pt x="4440339" y="0"/>
                </a:lnTo>
                <a:lnTo>
                  <a:pt x="4440339" y="9525"/>
                </a:lnTo>
                <a:lnTo>
                  <a:pt x="4468812" y="9525"/>
                </a:lnTo>
                <a:lnTo>
                  <a:pt x="4468812" y="0"/>
                </a:lnTo>
                <a:close/>
              </a:path>
              <a:path w="6175375" h="595629">
                <a:moveTo>
                  <a:pt x="4525772" y="586105"/>
                </a:moveTo>
                <a:lnTo>
                  <a:pt x="4497286" y="586105"/>
                </a:lnTo>
                <a:lnTo>
                  <a:pt x="4497286" y="595630"/>
                </a:lnTo>
                <a:lnTo>
                  <a:pt x="4525772" y="595630"/>
                </a:lnTo>
                <a:lnTo>
                  <a:pt x="4525772" y="586105"/>
                </a:lnTo>
                <a:close/>
              </a:path>
              <a:path w="6175375" h="595629">
                <a:moveTo>
                  <a:pt x="4525772" y="0"/>
                </a:moveTo>
                <a:lnTo>
                  <a:pt x="4497286" y="0"/>
                </a:lnTo>
                <a:lnTo>
                  <a:pt x="4497286" y="9525"/>
                </a:lnTo>
                <a:lnTo>
                  <a:pt x="4525772" y="9525"/>
                </a:lnTo>
                <a:lnTo>
                  <a:pt x="4525772" y="0"/>
                </a:lnTo>
                <a:close/>
              </a:path>
              <a:path w="6175375" h="595629">
                <a:moveTo>
                  <a:pt x="4582731" y="586105"/>
                </a:moveTo>
                <a:lnTo>
                  <a:pt x="4554245" y="586105"/>
                </a:lnTo>
                <a:lnTo>
                  <a:pt x="4554245" y="595630"/>
                </a:lnTo>
                <a:lnTo>
                  <a:pt x="4582731" y="595630"/>
                </a:lnTo>
                <a:lnTo>
                  <a:pt x="4582731" y="586105"/>
                </a:lnTo>
                <a:close/>
              </a:path>
              <a:path w="6175375" h="595629">
                <a:moveTo>
                  <a:pt x="4582731" y="0"/>
                </a:moveTo>
                <a:lnTo>
                  <a:pt x="4554245" y="0"/>
                </a:lnTo>
                <a:lnTo>
                  <a:pt x="4554245" y="9525"/>
                </a:lnTo>
                <a:lnTo>
                  <a:pt x="4582731" y="9525"/>
                </a:lnTo>
                <a:lnTo>
                  <a:pt x="4582731" y="0"/>
                </a:lnTo>
                <a:close/>
              </a:path>
              <a:path w="6175375" h="595629">
                <a:moveTo>
                  <a:pt x="4639678" y="586105"/>
                </a:moveTo>
                <a:lnTo>
                  <a:pt x="4611205" y="586105"/>
                </a:lnTo>
                <a:lnTo>
                  <a:pt x="4611205" y="595630"/>
                </a:lnTo>
                <a:lnTo>
                  <a:pt x="4639678" y="595630"/>
                </a:lnTo>
                <a:lnTo>
                  <a:pt x="4639678" y="586105"/>
                </a:lnTo>
                <a:close/>
              </a:path>
              <a:path w="6175375" h="595629">
                <a:moveTo>
                  <a:pt x="4639678" y="0"/>
                </a:moveTo>
                <a:lnTo>
                  <a:pt x="4611205" y="0"/>
                </a:lnTo>
                <a:lnTo>
                  <a:pt x="4611205" y="9525"/>
                </a:lnTo>
                <a:lnTo>
                  <a:pt x="4639678" y="9525"/>
                </a:lnTo>
                <a:lnTo>
                  <a:pt x="4639678" y="0"/>
                </a:lnTo>
                <a:close/>
              </a:path>
              <a:path w="6175375" h="595629">
                <a:moveTo>
                  <a:pt x="4696638" y="586105"/>
                </a:moveTo>
                <a:lnTo>
                  <a:pt x="4668164" y="586105"/>
                </a:lnTo>
                <a:lnTo>
                  <a:pt x="4668164" y="595630"/>
                </a:lnTo>
                <a:lnTo>
                  <a:pt x="4696638" y="595630"/>
                </a:lnTo>
                <a:lnTo>
                  <a:pt x="4696638" y="586105"/>
                </a:lnTo>
                <a:close/>
              </a:path>
              <a:path w="6175375" h="595629">
                <a:moveTo>
                  <a:pt x="4696638" y="0"/>
                </a:moveTo>
                <a:lnTo>
                  <a:pt x="4668164" y="0"/>
                </a:lnTo>
                <a:lnTo>
                  <a:pt x="4668164" y="9525"/>
                </a:lnTo>
                <a:lnTo>
                  <a:pt x="4696638" y="9525"/>
                </a:lnTo>
                <a:lnTo>
                  <a:pt x="4696638" y="0"/>
                </a:lnTo>
                <a:close/>
              </a:path>
              <a:path w="6175375" h="595629">
                <a:moveTo>
                  <a:pt x="4753597" y="586105"/>
                </a:moveTo>
                <a:lnTo>
                  <a:pt x="4725124" y="586105"/>
                </a:lnTo>
                <a:lnTo>
                  <a:pt x="4725124" y="595630"/>
                </a:lnTo>
                <a:lnTo>
                  <a:pt x="4753597" y="595630"/>
                </a:lnTo>
                <a:lnTo>
                  <a:pt x="4753597" y="586105"/>
                </a:lnTo>
                <a:close/>
              </a:path>
              <a:path w="6175375" h="595629">
                <a:moveTo>
                  <a:pt x="4753597" y="0"/>
                </a:moveTo>
                <a:lnTo>
                  <a:pt x="4725124" y="0"/>
                </a:lnTo>
                <a:lnTo>
                  <a:pt x="4725124" y="9525"/>
                </a:lnTo>
                <a:lnTo>
                  <a:pt x="4753597" y="9525"/>
                </a:lnTo>
                <a:lnTo>
                  <a:pt x="4753597" y="0"/>
                </a:lnTo>
                <a:close/>
              </a:path>
              <a:path w="6175375" h="595629">
                <a:moveTo>
                  <a:pt x="4810557" y="586105"/>
                </a:moveTo>
                <a:lnTo>
                  <a:pt x="4782070" y="586105"/>
                </a:lnTo>
                <a:lnTo>
                  <a:pt x="4782070" y="595630"/>
                </a:lnTo>
                <a:lnTo>
                  <a:pt x="4810557" y="595630"/>
                </a:lnTo>
                <a:lnTo>
                  <a:pt x="4810557" y="586105"/>
                </a:lnTo>
                <a:close/>
              </a:path>
              <a:path w="6175375" h="595629">
                <a:moveTo>
                  <a:pt x="4810557" y="0"/>
                </a:moveTo>
                <a:lnTo>
                  <a:pt x="4782070" y="0"/>
                </a:lnTo>
                <a:lnTo>
                  <a:pt x="4782070" y="9525"/>
                </a:lnTo>
                <a:lnTo>
                  <a:pt x="4810557" y="9525"/>
                </a:lnTo>
                <a:lnTo>
                  <a:pt x="4810557" y="0"/>
                </a:lnTo>
                <a:close/>
              </a:path>
              <a:path w="6175375" h="595629">
                <a:moveTo>
                  <a:pt x="4867516" y="586105"/>
                </a:moveTo>
                <a:lnTo>
                  <a:pt x="4839030" y="586105"/>
                </a:lnTo>
                <a:lnTo>
                  <a:pt x="4839030" y="595630"/>
                </a:lnTo>
                <a:lnTo>
                  <a:pt x="4867516" y="595630"/>
                </a:lnTo>
                <a:lnTo>
                  <a:pt x="4867516" y="586105"/>
                </a:lnTo>
                <a:close/>
              </a:path>
              <a:path w="6175375" h="595629">
                <a:moveTo>
                  <a:pt x="4867516" y="0"/>
                </a:moveTo>
                <a:lnTo>
                  <a:pt x="4839030" y="0"/>
                </a:lnTo>
                <a:lnTo>
                  <a:pt x="4839030" y="9525"/>
                </a:lnTo>
                <a:lnTo>
                  <a:pt x="4867516" y="9525"/>
                </a:lnTo>
                <a:lnTo>
                  <a:pt x="4867516" y="0"/>
                </a:lnTo>
                <a:close/>
              </a:path>
              <a:path w="6175375" h="595629">
                <a:moveTo>
                  <a:pt x="4924463" y="586105"/>
                </a:moveTo>
                <a:lnTo>
                  <a:pt x="4895989" y="586105"/>
                </a:lnTo>
                <a:lnTo>
                  <a:pt x="4895989" y="595630"/>
                </a:lnTo>
                <a:lnTo>
                  <a:pt x="4924463" y="595630"/>
                </a:lnTo>
                <a:lnTo>
                  <a:pt x="4924463" y="586105"/>
                </a:lnTo>
                <a:close/>
              </a:path>
              <a:path w="6175375" h="595629">
                <a:moveTo>
                  <a:pt x="4924463" y="0"/>
                </a:moveTo>
                <a:lnTo>
                  <a:pt x="4895989" y="0"/>
                </a:lnTo>
                <a:lnTo>
                  <a:pt x="4895989" y="9525"/>
                </a:lnTo>
                <a:lnTo>
                  <a:pt x="4924463" y="9525"/>
                </a:lnTo>
                <a:lnTo>
                  <a:pt x="4924463" y="0"/>
                </a:lnTo>
                <a:close/>
              </a:path>
              <a:path w="6175375" h="595629">
                <a:moveTo>
                  <a:pt x="4981422" y="586105"/>
                </a:moveTo>
                <a:lnTo>
                  <a:pt x="4952949" y="586105"/>
                </a:lnTo>
                <a:lnTo>
                  <a:pt x="4952949" y="595630"/>
                </a:lnTo>
                <a:lnTo>
                  <a:pt x="4981422" y="595630"/>
                </a:lnTo>
                <a:lnTo>
                  <a:pt x="4981422" y="586105"/>
                </a:lnTo>
                <a:close/>
              </a:path>
              <a:path w="6175375" h="595629">
                <a:moveTo>
                  <a:pt x="4981422" y="0"/>
                </a:moveTo>
                <a:lnTo>
                  <a:pt x="4952949" y="0"/>
                </a:lnTo>
                <a:lnTo>
                  <a:pt x="4952949" y="9525"/>
                </a:lnTo>
                <a:lnTo>
                  <a:pt x="4981422" y="9525"/>
                </a:lnTo>
                <a:lnTo>
                  <a:pt x="4981422" y="0"/>
                </a:lnTo>
                <a:close/>
              </a:path>
              <a:path w="6175375" h="595629">
                <a:moveTo>
                  <a:pt x="5038382" y="586105"/>
                </a:moveTo>
                <a:lnTo>
                  <a:pt x="5009908" y="586105"/>
                </a:lnTo>
                <a:lnTo>
                  <a:pt x="5009908" y="595630"/>
                </a:lnTo>
                <a:lnTo>
                  <a:pt x="5038382" y="595630"/>
                </a:lnTo>
                <a:lnTo>
                  <a:pt x="5038382" y="586105"/>
                </a:lnTo>
                <a:close/>
              </a:path>
              <a:path w="6175375" h="595629">
                <a:moveTo>
                  <a:pt x="5038382" y="0"/>
                </a:moveTo>
                <a:lnTo>
                  <a:pt x="5009908" y="0"/>
                </a:lnTo>
                <a:lnTo>
                  <a:pt x="5009908" y="9525"/>
                </a:lnTo>
                <a:lnTo>
                  <a:pt x="5038382" y="9525"/>
                </a:lnTo>
                <a:lnTo>
                  <a:pt x="5038382" y="0"/>
                </a:lnTo>
                <a:close/>
              </a:path>
              <a:path w="6175375" h="595629">
                <a:moveTo>
                  <a:pt x="5095341" y="586105"/>
                </a:moveTo>
                <a:lnTo>
                  <a:pt x="5066855" y="586105"/>
                </a:lnTo>
                <a:lnTo>
                  <a:pt x="5066855" y="595630"/>
                </a:lnTo>
                <a:lnTo>
                  <a:pt x="5095341" y="595630"/>
                </a:lnTo>
                <a:lnTo>
                  <a:pt x="5095341" y="586105"/>
                </a:lnTo>
                <a:close/>
              </a:path>
              <a:path w="6175375" h="595629">
                <a:moveTo>
                  <a:pt x="5095341" y="0"/>
                </a:moveTo>
                <a:lnTo>
                  <a:pt x="5066855" y="0"/>
                </a:lnTo>
                <a:lnTo>
                  <a:pt x="5066855" y="9525"/>
                </a:lnTo>
                <a:lnTo>
                  <a:pt x="5095341" y="9525"/>
                </a:lnTo>
                <a:lnTo>
                  <a:pt x="5095341" y="0"/>
                </a:lnTo>
                <a:close/>
              </a:path>
              <a:path w="6175375" h="595629">
                <a:moveTo>
                  <a:pt x="5152301" y="586105"/>
                </a:moveTo>
                <a:lnTo>
                  <a:pt x="5123815" y="586105"/>
                </a:lnTo>
                <a:lnTo>
                  <a:pt x="5123815" y="595630"/>
                </a:lnTo>
                <a:lnTo>
                  <a:pt x="5152301" y="595630"/>
                </a:lnTo>
                <a:lnTo>
                  <a:pt x="5152301" y="586105"/>
                </a:lnTo>
                <a:close/>
              </a:path>
              <a:path w="6175375" h="595629">
                <a:moveTo>
                  <a:pt x="5152301" y="0"/>
                </a:moveTo>
                <a:lnTo>
                  <a:pt x="5123815" y="0"/>
                </a:lnTo>
                <a:lnTo>
                  <a:pt x="5123815" y="9525"/>
                </a:lnTo>
                <a:lnTo>
                  <a:pt x="5152301" y="9525"/>
                </a:lnTo>
                <a:lnTo>
                  <a:pt x="5152301" y="0"/>
                </a:lnTo>
                <a:close/>
              </a:path>
              <a:path w="6175375" h="595629">
                <a:moveTo>
                  <a:pt x="5209260" y="586105"/>
                </a:moveTo>
                <a:lnTo>
                  <a:pt x="5180774" y="586105"/>
                </a:lnTo>
                <a:lnTo>
                  <a:pt x="5180774" y="595630"/>
                </a:lnTo>
                <a:lnTo>
                  <a:pt x="5209260" y="595630"/>
                </a:lnTo>
                <a:lnTo>
                  <a:pt x="5209260" y="586105"/>
                </a:lnTo>
                <a:close/>
              </a:path>
              <a:path w="6175375" h="595629">
                <a:moveTo>
                  <a:pt x="5209260" y="0"/>
                </a:moveTo>
                <a:lnTo>
                  <a:pt x="5180774" y="0"/>
                </a:lnTo>
                <a:lnTo>
                  <a:pt x="5180774" y="9525"/>
                </a:lnTo>
                <a:lnTo>
                  <a:pt x="5209260" y="9525"/>
                </a:lnTo>
                <a:lnTo>
                  <a:pt x="5209260" y="0"/>
                </a:lnTo>
                <a:close/>
              </a:path>
              <a:path w="6175375" h="595629">
                <a:moveTo>
                  <a:pt x="5266207" y="586105"/>
                </a:moveTo>
                <a:lnTo>
                  <a:pt x="5237734" y="586105"/>
                </a:lnTo>
                <a:lnTo>
                  <a:pt x="5237734" y="595630"/>
                </a:lnTo>
                <a:lnTo>
                  <a:pt x="5266207" y="595630"/>
                </a:lnTo>
                <a:lnTo>
                  <a:pt x="5266207" y="586105"/>
                </a:lnTo>
                <a:close/>
              </a:path>
              <a:path w="6175375" h="595629">
                <a:moveTo>
                  <a:pt x="5266207" y="0"/>
                </a:moveTo>
                <a:lnTo>
                  <a:pt x="5237734" y="0"/>
                </a:lnTo>
                <a:lnTo>
                  <a:pt x="5237734" y="9525"/>
                </a:lnTo>
                <a:lnTo>
                  <a:pt x="5266207" y="9525"/>
                </a:lnTo>
                <a:lnTo>
                  <a:pt x="5266207" y="0"/>
                </a:lnTo>
                <a:close/>
              </a:path>
              <a:path w="6175375" h="595629">
                <a:moveTo>
                  <a:pt x="5323167" y="586105"/>
                </a:moveTo>
                <a:lnTo>
                  <a:pt x="5294693" y="586105"/>
                </a:lnTo>
                <a:lnTo>
                  <a:pt x="5294693" y="595630"/>
                </a:lnTo>
                <a:lnTo>
                  <a:pt x="5323167" y="595630"/>
                </a:lnTo>
                <a:lnTo>
                  <a:pt x="5323167" y="586105"/>
                </a:lnTo>
                <a:close/>
              </a:path>
              <a:path w="6175375" h="595629">
                <a:moveTo>
                  <a:pt x="5323167" y="0"/>
                </a:moveTo>
                <a:lnTo>
                  <a:pt x="5294693" y="0"/>
                </a:lnTo>
                <a:lnTo>
                  <a:pt x="5294693" y="9525"/>
                </a:lnTo>
                <a:lnTo>
                  <a:pt x="5323167" y="9525"/>
                </a:lnTo>
                <a:lnTo>
                  <a:pt x="5323167" y="0"/>
                </a:lnTo>
                <a:close/>
              </a:path>
              <a:path w="6175375" h="595629">
                <a:moveTo>
                  <a:pt x="5380126" y="586105"/>
                </a:moveTo>
                <a:lnTo>
                  <a:pt x="5351653" y="586105"/>
                </a:lnTo>
                <a:lnTo>
                  <a:pt x="5351653" y="595630"/>
                </a:lnTo>
                <a:lnTo>
                  <a:pt x="5380126" y="595630"/>
                </a:lnTo>
                <a:lnTo>
                  <a:pt x="5380126" y="586105"/>
                </a:lnTo>
                <a:close/>
              </a:path>
              <a:path w="6175375" h="595629">
                <a:moveTo>
                  <a:pt x="5380126" y="0"/>
                </a:moveTo>
                <a:lnTo>
                  <a:pt x="5351653" y="0"/>
                </a:lnTo>
                <a:lnTo>
                  <a:pt x="5351653" y="9525"/>
                </a:lnTo>
                <a:lnTo>
                  <a:pt x="5380126" y="9525"/>
                </a:lnTo>
                <a:lnTo>
                  <a:pt x="5380126" y="0"/>
                </a:lnTo>
                <a:close/>
              </a:path>
              <a:path w="6175375" h="595629">
                <a:moveTo>
                  <a:pt x="5437086" y="586105"/>
                </a:moveTo>
                <a:lnTo>
                  <a:pt x="5408600" y="586105"/>
                </a:lnTo>
                <a:lnTo>
                  <a:pt x="5408600" y="595630"/>
                </a:lnTo>
                <a:lnTo>
                  <a:pt x="5437086" y="595630"/>
                </a:lnTo>
                <a:lnTo>
                  <a:pt x="5437086" y="586105"/>
                </a:lnTo>
                <a:close/>
              </a:path>
              <a:path w="6175375" h="595629">
                <a:moveTo>
                  <a:pt x="5437086" y="0"/>
                </a:moveTo>
                <a:lnTo>
                  <a:pt x="5408600" y="0"/>
                </a:lnTo>
                <a:lnTo>
                  <a:pt x="5408600" y="9525"/>
                </a:lnTo>
                <a:lnTo>
                  <a:pt x="5437086" y="9525"/>
                </a:lnTo>
                <a:lnTo>
                  <a:pt x="5437086" y="0"/>
                </a:lnTo>
                <a:close/>
              </a:path>
              <a:path w="6175375" h="595629">
                <a:moveTo>
                  <a:pt x="5494045" y="586105"/>
                </a:moveTo>
                <a:lnTo>
                  <a:pt x="5465559" y="586105"/>
                </a:lnTo>
                <a:lnTo>
                  <a:pt x="5465559" y="595630"/>
                </a:lnTo>
                <a:lnTo>
                  <a:pt x="5494045" y="595630"/>
                </a:lnTo>
                <a:lnTo>
                  <a:pt x="5494045" y="586105"/>
                </a:lnTo>
                <a:close/>
              </a:path>
              <a:path w="6175375" h="595629">
                <a:moveTo>
                  <a:pt x="5494045" y="0"/>
                </a:moveTo>
                <a:lnTo>
                  <a:pt x="5465559" y="0"/>
                </a:lnTo>
                <a:lnTo>
                  <a:pt x="5465559" y="9525"/>
                </a:lnTo>
                <a:lnTo>
                  <a:pt x="5494045" y="9525"/>
                </a:lnTo>
                <a:lnTo>
                  <a:pt x="5494045" y="0"/>
                </a:lnTo>
                <a:close/>
              </a:path>
              <a:path w="6175375" h="595629">
                <a:moveTo>
                  <a:pt x="5550992" y="586105"/>
                </a:moveTo>
                <a:lnTo>
                  <a:pt x="5522519" y="586105"/>
                </a:lnTo>
                <a:lnTo>
                  <a:pt x="5522519" y="595630"/>
                </a:lnTo>
                <a:lnTo>
                  <a:pt x="5550992" y="595630"/>
                </a:lnTo>
                <a:lnTo>
                  <a:pt x="5550992" y="586105"/>
                </a:lnTo>
                <a:close/>
              </a:path>
              <a:path w="6175375" h="595629">
                <a:moveTo>
                  <a:pt x="5550992" y="0"/>
                </a:moveTo>
                <a:lnTo>
                  <a:pt x="5522519" y="0"/>
                </a:lnTo>
                <a:lnTo>
                  <a:pt x="5522519" y="9525"/>
                </a:lnTo>
                <a:lnTo>
                  <a:pt x="5550992" y="9525"/>
                </a:lnTo>
                <a:lnTo>
                  <a:pt x="5550992" y="0"/>
                </a:lnTo>
                <a:close/>
              </a:path>
              <a:path w="6175375" h="595629">
                <a:moveTo>
                  <a:pt x="5607951" y="586105"/>
                </a:moveTo>
                <a:lnTo>
                  <a:pt x="5579478" y="586105"/>
                </a:lnTo>
                <a:lnTo>
                  <a:pt x="5579478" y="595630"/>
                </a:lnTo>
                <a:lnTo>
                  <a:pt x="5607951" y="595630"/>
                </a:lnTo>
                <a:lnTo>
                  <a:pt x="5607951" y="586105"/>
                </a:lnTo>
                <a:close/>
              </a:path>
              <a:path w="6175375" h="595629">
                <a:moveTo>
                  <a:pt x="5607951" y="0"/>
                </a:moveTo>
                <a:lnTo>
                  <a:pt x="5579478" y="0"/>
                </a:lnTo>
                <a:lnTo>
                  <a:pt x="5579478" y="9525"/>
                </a:lnTo>
                <a:lnTo>
                  <a:pt x="5607951" y="9525"/>
                </a:lnTo>
                <a:lnTo>
                  <a:pt x="5607951" y="0"/>
                </a:lnTo>
                <a:close/>
              </a:path>
              <a:path w="6175375" h="595629">
                <a:moveTo>
                  <a:pt x="5664911" y="586105"/>
                </a:moveTo>
                <a:lnTo>
                  <a:pt x="5636438" y="586105"/>
                </a:lnTo>
                <a:lnTo>
                  <a:pt x="5636438" y="595630"/>
                </a:lnTo>
                <a:lnTo>
                  <a:pt x="5664911" y="595630"/>
                </a:lnTo>
                <a:lnTo>
                  <a:pt x="5664911" y="586105"/>
                </a:lnTo>
                <a:close/>
              </a:path>
              <a:path w="6175375" h="595629">
                <a:moveTo>
                  <a:pt x="5664911" y="0"/>
                </a:moveTo>
                <a:lnTo>
                  <a:pt x="5636438" y="0"/>
                </a:lnTo>
                <a:lnTo>
                  <a:pt x="5636438" y="9525"/>
                </a:lnTo>
                <a:lnTo>
                  <a:pt x="5664911" y="9525"/>
                </a:lnTo>
                <a:lnTo>
                  <a:pt x="5664911" y="0"/>
                </a:lnTo>
                <a:close/>
              </a:path>
              <a:path w="6175375" h="595629">
                <a:moveTo>
                  <a:pt x="5721870" y="586105"/>
                </a:moveTo>
                <a:lnTo>
                  <a:pt x="5693384" y="586105"/>
                </a:lnTo>
                <a:lnTo>
                  <a:pt x="5693384" y="595630"/>
                </a:lnTo>
                <a:lnTo>
                  <a:pt x="5721870" y="595630"/>
                </a:lnTo>
                <a:lnTo>
                  <a:pt x="5721870" y="586105"/>
                </a:lnTo>
                <a:close/>
              </a:path>
              <a:path w="6175375" h="595629">
                <a:moveTo>
                  <a:pt x="5721870" y="0"/>
                </a:moveTo>
                <a:lnTo>
                  <a:pt x="5693384" y="0"/>
                </a:lnTo>
                <a:lnTo>
                  <a:pt x="5693384" y="9525"/>
                </a:lnTo>
                <a:lnTo>
                  <a:pt x="5721870" y="9525"/>
                </a:lnTo>
                <a:lnTo>
                  <a:pt x="5721870" y="0"/>
                </a:lnTo>
                <a:close/>
              </a:path>
              <a:path w="6175375" h="595629">
                <a:moveTo>
                  <a:pt x="5778830" y="586105"/>
                </a:moveTo>
                <a:lnTo>
                  <a:pt x="5750344" y="586105"/>
                </a:lnTo>
                <a:lnTo>
                  <a:pt x="5750344" y="595630"/>
                </a:lnTo>
                <a:lnTo>
                  <a:pt x="5778830" y="595630"/>
                </a:lnTo>
                <a:lnTo>
                  <a:pt x="5778830" y="586105"/>
                </a:lnTo>
                <a:close/>
              </a:path>
              <a:path w="6175375" h="595629">
                <a:moveTo>
                  <a:pt x="5778830" y="0"/>
                </a:moveTo>
                <a:lnTo>
                  <a:pt x="5750344" y="0"/>
                </a:lnTo>
                <a:lnTo>
                  <a:pt x="5750344" y="9525"/>
                </a:lnTo>
                <a:lnTo>
                  <a:pt x="5778830" y="9525"/>
                </a:lnTo>
                <a:lnTo>
                  <a:pt x="5778830" y="0"/>
                </a:lnTo>
                <a:close/>
              </a:path>
              <a:path w="6175375" h="595629">
                <a:moveTo>
                  <a:pt x="5835777" y="586105"/>
                </a:moveTo>
                <a:lnTo>
                  <a:pt x="5807303" y="586105"/>
                </a:lnTo>
                <a:lnTo>
                  <a:pt x="5807303" y="595630"/>
                </a:lnTo>
                <a:lnTo>
                  <a:pt x="5835777" y="595630"/>
                </a:lnTo>
                <a:lnTo>
                  <a:pt x="5835777" y="586105"/>
                </a:lnTo>
                <a:close/>
              </a:path>
              <a:path w="6175375" h="595629">
                <a:moveTo>
                  <a:pt x="5835777" y="0"/>
                </a:moveTo>
                <a:lnTo>
                  <a:pt x="5807303" y="0"/>
                </a:lnTo>
                <a:lnTo>
                  <a:pt x="5807303" y="9525"/>
                </a:lnTo>
                <a:lnTo>
                  <a:pt x="5835777" y="9525"/>
                </a:lnTo>
                <a:lnTo>
                  <a:pt x="5835777" y="0"/>
                </a:lnTo>
                <a:close/>
              </a:path>
              <a:path w="6175375" h="595629">
                <a:moveTo>
                  <a:pt x="5892736" y="586105"/>
                </a:moveTo>
                <a:lnTo>
                  <a:pt x="5864263" y="586105"/>
                </a:lnTo>
                <a:lnTo>
                  <a:pt x="5864263" y="595630"/>
                </a:lnTo>
                <a:lnTo>
                  <a:pt x="5892736" y="595630"/>
                </a:lnTo>
                <a:lnTo>
                  <a:pt x="5892736" y="586105"/>
                </a:lnTo>
                <a:close/>
              </a:path>
              <a:path w="6175375" h="595629">
                <a:moveTo>
                  <a:pt x="5892736" y="0"/>
                </a:moveTo>
                <a:lnTo>
                  <a:pt x="5864263" y="0"/>
                </a:lnTo>
                <a:lnTo>
                  <a:pt x="5864263" y="9525"/>
                </a:lnTo>
                <a:lnTo>
                  <a:pt x="5892736" y="9525"/>
                </a:lnTo>
                <a:lnTo>
                  <a:pt x="5892736" y="0"/>
                </a:lnTo>
                <a:close/>
              </a:path>
              <a:path w="6175375" h="595629">
                <a:moveTo>
                  <a:pt x="5949696" y="586105"/>
                </a:moveTo>
                <a:lnTo>
                  <a:pt x="5921222" y="586105"/>
                </a:lnTo>
                <a:lnTo>
                  <a:pt x="5921222" y="595630"/>
                </a:lnTo>
                <a:lnTo>
                  <a:pt x="5949696" y="595630"/>
                </a:lnTo>
                <a:lnTo>
                  <a:pt x="5949696" y="586105"/>
                </a:lnTo>
                <a:close/>
              </a:path>
              <a:path w="6175375" h="595629">
                <a:moveTo>
                  <a:pt x="5949696" y="0"/>
                </a:moveTo>
                <a:lnTo>
                  <a:pt x="5921222" y="0"/>
                </a:lnTo>
                <a:lnTo>
                  <a:pt x="5921222" y="9525"/>
                </a:lnTo>
                <a:lnTo>
                  <a:pt x="5949696" y="9525"/>
                </a:lnTo>
                <a:lnTo>
                  <a:pt x="5949696" y="0"/>
                </a:lnTo>
                <a:close/>
              </a:path>
              <a:path w="6175375" h="595629">
                <a:moveTo>
                  <a:pt x="6006655" y="586105"/>
                </a:moveTo>
                <a:lnTo>
                  <a:pt x="5978169" y="586105"/>
                </a:lnTo>
                <a:lnTo>
                  <a:pt x="5978169" y="595630"/>
                </a:lnTo>
                <a:lnTo>
                  <a:pt x="6006655" y="595630"/>
                </a:lnTo>
                <a:lnTo>
                  <a:pt x="6006655" y="586105"/>
                </a:lnTo>
                <a:close/>
              </a:path>
              <a:path w="6175375" h="595629">
                <a:moveTo>
                  <a:pt x="6006655" y="0"/>
                </a:moveTo>
                <a:lnTo>
                  <a:pt x="5978169" y="0"/>
                </a:lnTo>
                <a:lnTo>
                  <a:pt x="5978169" y="9525"/>
                </a:lnTo>
                <a:lnTo>
                  <a:pt x="6006655" y="9525"/>
                </a:lnTo>
                <a:lnTo>
                  <a:pt x="6006655" y="0"/>
                </a:lnTo>
                <a:close/>
              </a:path>
              <a:path w="6175375" h="595629">
                <a:moveTo>
                  <a:pt x="6063615" y="586105"/>
                </a:moveTo>
                <a:lnTo>
                  <a:pt x="6035129" y="586105"/>
                </a:lnTo>
                <a:lnTo>
                  <a:pt x="6035129" y="595630"/>
                </a:lnTo>
                <a:lnTo>
                  <a:pt x="6063615" y="595630"/>
                </a:lnTo>
                <a:lnTo>
                  <a:pt x="6063615" y="586105"/>
                </a:lnTo>
                <a:close/>
              </a:path>
              <a:path w="6175375" h="595629">
                <a:moveTo>
                  <a:pt x="6063615" y="0"/>
                </a:moveTo>
                <a:lnTo>
                  <a:pt x="6035129" y="0"/>
                </a:lnTo>
                <a:lnTo>
                  <a:pt x="6035129" y="9525"/>
                </a:lnTo>
                <a:lnTo>
                  <a:pt x="6063615" y="9525"/>
                </a:lnTo>
                <a:lnTo>
                  <a:pt x="6063615" y="0"/>
                </a:lnTo>
                <a:close/>
              </a:path>
              <a:path w="6175375" h="595629">
                <a:moveTo>
                  <a:pt x="6120562" y="586105"/>
                </a:moveTo>
                <a:lnTo>
                  <a:pt x="6092088" y="586105"/>
                </a:lnTo>
                <a:lnTo>
                  <a:pt x="6092088" y="595630"/>
                </a:lnTo>
                <a:lnTo>
                  <a:pt x="6120562" y="595630"/>
                </a:lnTo>
                <a:lnTo>
                  <a:pt x="6120562" y="586105"/>
                </a:lnTo>
                <a:close/>
              </a:path>
              <a:path w="6175375" h="595629">
                <a:moveTo>
                  <a:pt x="6120562" y="0"/>
                </a:moveTo>
                <a:lnTo>
                  <a:pt x="6092088" y="0"/>
                </a:lnTo>
                <a:lnTo>
                  <a:pt x="6092088" y="9525"/>
                </a:lnTo>
                <a:lnTo>
                  <a:pt x="6120562" y="9525"/>
                </a:lnTo>
                <a:lnTo>
                  <a:pt x="6120562" y="0"/>
                </a:lnTo>
                <a:close/>
              </a:path>
              <a:path w="6175375" h="595629">
                <a:moveTo>
                  <a:pt x="6164008" y="11176"/>
                </a:moveTo>
                <a:lnTo>
                  <a:pt x="6151892" y="2921"/>
                </a:lnTo>
                <a:lnTo>
                  <a:pt x="6150356" y="2667"/>
                </a:lnTo>
                <a:lnTo>
                  <a:pt x="6150267" y="2921"/>
                </a:lnTo>
                <a:lnTo>
                  <a:pt x="6147079" y="11430"/>
                </a:lnTo>
                <a:lnTo>
                  <a:pt x="6148197" y="11684"/>
                </a:lnTo>
                <a:lnTo>
                  <a:pt x="6157290" y="17907"/>
                </a:lnTo>
                <a:lnTo>
                  <a:pt x="6164008" y="11176"/>
                </a:lnTo>
                <a:close/>
              </a:path>
              <a:path w="6175375" h="595629">
                <a:moveTo>
                  <a:pt x="6172517" y="570725"/>
                </a:moveTo>
                <a:lnTo>
                  <a:pt x="6163665" y="567423"/>
                </a:lnTo>
                <a:lnTo>
                  <a:pt x="6163424" y="568617"/>
                </a:lnTo>
                <a:lnTo>
                  <a:pt x="6157328" y="577646"/>
                </a:lnTo>
                <a:lnTo>
                  <a:pt x="6148197" y="583819"/>
                </a:lnTo>
                <a:lnTo>
                  <a:pt x="6147066" y="584060"/>
                </a:lnTo>
                <a:lnTo>
                  <a:pt x="6147168" y="584327"/>
                </a:lnTo>
                <a:lnTo>
                  <a:pt x="6150356" y="592836"/>
                </a:lnTo>
                <a:lnTo>
                  <a:pt x="6151892" y="592582"/>
                </a:lnTo>
                <a:lnTo>
                  <a:pt x="6163945" y="584377"/>
                </a:lnTo>
                <a:lnTo>
                  <a:pt x="6172200" y="572325"/>
                </a:lnTo>
                <a:lnTo>
                  <a:pt x="6172517" y="570725"/>
                </a:lnTo>
                <a:close/>
              </a:path>
              <a:path w="6175375" h="595629">
                <a:moveTo>
                  <a:pt x="6172517" y="24904"/>
                </a:moveTo>
                <a:lnTo>
                  <a:pt x="6172200" y="23304"/>
                </a:lnTo>
                <a:lnTo>
                  <a:pt x="6164008" y="11188"/>
                </a:lnTo>
                <a:lnTo>
                  <a:pt x="6157290" y="17907"/>
                </a:lnTo>
                <a:lnTo>
                  <a:pt x="6163424" y="27000"/>
                </a:lnTo>
                <a:lnTo>
                  <a:pt x="6163665" y="28194"/>
                </a:lnTo>
                <a:lnTo>
                  <a:pt x="6172517" y="24904"/>
                </a:lnTo>
                <a:close/>
              </a:path>
              <a:path w="6175375" h="595629">
                <a:moveTo>
                  <a:pt x="6175197" y="512229"/>
                </a:moveTo>
                <a:lnTo>
                  <a:pt x="6165672" y="512229"/>
                </a:lnTo>
                <a:lnTo>
                  <a:pt x="6165672" y="540829"/>
                </a:lnTo>
                <a:lnTo>
                  <a:pt x="6175197" y="540829"/>
                </a:lnTo>
                <a:lnTo>
                  <a:pt x="6175197" y="512229"/>
                </a:lnTo>
                <a:close/>
              </a:path>
              <a:path w="6175375" h="595629">
                <a:moveTo>
                  <a:pt x="6175197" y="455053"/>
                </a:moveTo>
                <a:lnTo>
                  <a:pt x="6165672" y="455053"/>
                </a:lnTo>
                <a:lnTo>
                  <a:pt x="6165672" y="483641"/>
                </a:lnTo>
                <a:lnTo>
                  <a:pt x="6175197" y="483641"/>
                </a:lnTo>
                <a:lnTo>
                  <a:pt x="6175197" y="455053"/>
                </a:lnTo>
                <a:close/>
              </a:path>
              <a:path w="6175375" h="595629">
                <a:moveTo>
                  <a:pt x="6175197" y="397878"/>
                </a:moveTo>
                <a:lnTo>
                  <a:pt x="6165672" y="397878"/>
                </a:lnTo>
                <a:lnTo>
                  <a:pt x="6165672" y="426466"/>
                </a:lnTo>
                <a:lnTo>
                  <a:pt x="6175197" y="426466"/>
                </a:lnTo>
                <a:lnTo>
                  <a:pt x="6175197" y="397878"/>
                </a:lnTo>
                <a:close/>
              </a:path>
              <a:path w="6175375" h="595629">
                <a:moveTo>
                  <a:pt x="6175197" y="340690"/>
                </a:moveTo>
                <a:lnTo>
                  <a:pt x="6165672" y="340690"/>
                </a:lnTo>
                <a:lnTo>
                  <a:pt x="6165672" y="369290"/>
                </a:lnTo>
                <a:lnTo>
                  <a:pt x="6175197" y="369290"/>
                </a:lnTo>
                <a:lnTo>
                  <a:pt x="6175197" y="340690"/>
                </a:lnTo>
                <a:close/>
              </a:path>
              <a:path w="6175375" h="595629">
                <a:moveTo>
                  <a:pt x="6175197" y="283514"/>
                </a:moveTo>
                <a:lnTo>
                  <a:pt x="6165672" y="283514"/>
                </a:lnTo>
                <a:lnTo>
                  <a:pt x="6165672" y="312102"/>
                </a:lnTo>
                <a:lnTo>
                  <a:pt x="6175197" y="312102"/>
                </a:lnTo>
                <a:lnTo>
                  <a:pt x="6175197" y="283514"/>
                </a:lnTo>
                <a:close/>
              </a:path>
              <a:path w="6175375" h="595629">
                <a:moveTo>
                  <a:pt x="6175197" y="226339"/>
                </a:moveTo>
                <a:lnTo>
                  <a:pt x="6165672" y="226339"/>
                </a:lnTo>
                <a:lnTo>
                  <a:pt x="6165672" y="254927"/>
                </a:lnTo>
                <a:lnTo>
                  <a:pt x="6175197" y="254927"/>
                </a:lnTo>
                <a:lnTo>
                  <a:pt x="6175197" y="226339"/>
                </a:lnTo>
                <a:close/>
              </a:path>
              <a:path w="6175375" h="595629">
                <a:moveTo>
                  <a:pt x="6175197" y="169151"/>
                </a:moveTo>
                <a:lnTo>
                  <a:pt x="6165672" y="169151"/>
                </a:lnTo>
                <a:lnTo>
                  <a:pt x="6165672" y="197751"/>
                </a:lnTo>
                <a:lnTo>
                  <a:pt x="6175197" y="197751"/>
                </a:lnTo>
                <a:lnTo>
                  <a:pt x="6175197" y="169151"/>
                </a:lnTo>
                <a:close/>
              </a:path>
              <a:path w="6175375" h="595629">
                <a:moveTo>
                  <a:pt x="6175197" y="111975"/>
                </a:moveTo>
                <a:lnTo>
                  <a:pt x="6165672" y="111975"/>
                </a:lnTo>
                <a:lnTo>
                  <a:pt x="6165672" y="140563"/>
                </a:lnTo>
                <a:lnTo>
                  <a:pt x="6175197" y="140563"/>
                </a:lnTo>
                <a:lnTo>
                  <a:pt x="6175197" y="111975"/>
                </a:lnTo>
                <a:close/>
              </a:path>
              <a:path w="6175375" h="595629">
                <a:moveTo>
                  <a:pt x="6175197" y="54800"/>
                </a:moveTo>
                <a:lnTo>
                  <a:pt x="6165672" y="54800"/>
                </a:lnTo>
                <a:lnTo>
                  <a:pt x="6165672" y="83388"/>
                </a:lnTo>
                <a:lnTo>
                  <a:pt x="6175197" y="83388"/>
                </a:lnTo>
                <a:lnTo>
                  <a:pt x="6175197" y="54800"/>
                </a:lnTo>
                <a:close/>
              </a:path>
            </a:pathLst>
          </a:custGeom>
          <a:solidFill>
            <a:srgbClr val="38A1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40000" y="4623980"/>
            <a:ext cx="6480175" cy="337820"/>
          </a:xfrm>
          <a:custGeom>
            <a:avLst/>
            <a:gdLst/>
            <a:ahLst/>
            <a:cxnLst/>
            <a:rect l="l" t="t" r="r" b="b"/>
            <a:pathLst>
              <a:path w="6480175" h="337820">
                <a:moveTo>
                  <a:pt x="6441900" y="337820"/>
                </a:moveTo>
                <a:lnTo>
                  <a:pt x="38100" y="337820"/>
                </a:lnTo>
                <a:lnTo>
                  <a:pt x="23306" y="334813"/>
                </a:lnTo>
                <a:lnTo>
                  <a:pt x="11191" y="326628"/>
                </a:lnTo>
                <a:lnTo>
                  <a:pt x="3006" y="314513"/>
                </a:lnTo>
                <a:lnTo>
                  <a:pt x="0" y="29972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441900" y="0"/>
                </a:lnTo>
                <a:lnTo>
                  <a:pt x="6456693" y="3006"/>
                </a:lnTo>
                <a:lnTo>
                  <a:pt x="6468808" y="11191"/>
                </a:lnTo>
                <a:lnTo>
                  <a:pt x="6476993" y="23306"/>
                </a:lnTo>
                <a:lnTo>
                  <a:pt x="6480000" y="38100"/>
                </a:lnTo>
                <a:lnTo>
                  <a:pt x="6480000" y="299720"/>
                </a:lnTo>
                <a:lnTo>
                  <a:pt x="6476993" y="314513"/>
                </a:lnTo>
                <a:lnTo>
                  <a:pt x="6468808" y="326628"/>
                </a:lnTo>
                <a:lnTo>
                  <a:pt x="6456693" y="334813"/>
                </a:lnTo>
                <a:lnTo>
                  <a:pt x="6441900" y="33782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540000" y="5104675"/>
            <a:ext cx="6480175" cy="3665854"/>
          </a:xfrm>
          <a:custGeom>
            <a:avLst/>
            <a:gdLst/>
            <a:ahLst/>
            <a:cxnLst/>
            <a:rect l="l" t="t" r="r" b="b"/>
            <a:pathLst>
              <a:path w="6480175" h="3665854">
                <a:moveTo>
                  <a:pt x="6422850" y="3665855"/>
                </a:moveTo>
                <a:lnTo>
                  <a:pt x="57150" y="3665855"/>
                </a:lnTo>
                <a:lnTo>
                  <a:pt x="34959" y="3661345"/>
                </a:lnTo>
                <a:lnTo>
                  <a:pt x="16787" y="3649067"/>
                </a:lnTo>
                <a:lnTo>
                  <a:pt x="4509" y="3630895"/>
                </a:lnTo>
                <a:lnTo>
                  <a:pt x="0" y="3608705"/>
                </a:lnTo>
                <a:lnTo>
                  <a:pt x="0" y="57150"/>
                </a:lnTo>
                <a:lnTo>
                  <a:pt x="4509" y="34959"/>
                </a:lnTo>
                <a:lnTo>
                  <a:pt x="16787" y="16787"/>
                </a:lnTo>
                <a:lnTo>
                  <a:pt x="34959" y="4509"/>
                </a:lnTo>
                <a:lnTo>
                  <a:pt x="57150" y="0"/>
                </a:lnTo>
                <a:lnTo>
                  <a:pt x="6422850" y="0"/>
                </a:lnTo>
                <a:lnTo>
                  <a:pt x="6445040" y="4509"/>
                </a:lnTo>
                <a:lnTo>
                  <a:pt x="6452463" y="9525"/>
                </a:lnTo>
                <a:lnTo>
                  <a:pt x="57150" y="9525"/>
                </a:lnTo>
                <a:lnTo>
                  <a:pt x="38658" y="13282"/>
                </a:lnTo>
                <a:lnTo>
                  <a:pt x="23514" y="23514"/>
                </a:lnTo>
                <a:lnTo>
                  <a:pt x="13282" y="38658"/>
                </a:lnTo>
                <a:lnTo>
                  <a:pt x="9525" y="57150"/>
                </a:lnTo>
                <a:lnTo>
                  <a:pt x="9525" y="3608705"/>
                </a:lnTo>
                <a:lnTo>
                  <a:pt x="13282" y="3627196"/>
                </a:lnTo>
                <a:lnTo>
                  <a:pt x="23514" y="3642340"/>
                </a:lnTo>
                <a:lnTo>
                  <a:pt x="38658" y="3652572"/>
                </a:lnTo>
                <a:lnTo>
                  <a:pt x="57150" y="3656330"/>
                </a:lnTo>
                <a:lnTo>
                  <a:pt x="6452463" y="3656330"/>
                </a:lnTo>
                <a:lnTo>
                  <a:pt x="6445040" y="3661345"/>
                </a:lnTo>
                <a:lnTo>
                  <a:pt x="6422850" y="3665855"/>
                </a:lnTo>
                <a:close/>
              </a:path>
              <a:path w="6480175" h="3665854">
                <a:moveTo>
                  <a:pt x="6452463" y="3656330"/>
                </a:moveTo>
                <a:lnTo>
                  <a:pt x="6422850" y="3656330"/>
                </a:lnTo>
                <a:lnTo>
                  <a:pt x="6441342" y="3652572"/>
                </a:lnTo>
                <a:lnTo>
                  <a:pt x="6456485" y="3642340"/>
                </a:lnTo>
                <a:lnTo>
                  <a:pt x="6466717" y="3627196"/>
                </a:lnTo>
                <a:lnTo>
                  <a:pt x="6470475" y="3608705"/>
                </a:lnTo>
                <a:lnTo>
                  <a:pt x="6470475" y="57150"/>
                </a:lnTo>
                <a:lnTo>
                  <a:pt x="6466717" y="38658"/>
                </a:lnTo>
                <a:lnTo>
                  <a:pt x="6456485" y="23514"/>
                </a:lnTo>
                <a:lnTo>
                  <a:pt x="6441342" y="13282"/>
                </a:lnTo>
                <a:lnTo>
                  <a:pt x="6422850" y="9525"/>
                </a:lnTo>
                <a:lnTo>
                  <a:pt x="6452463" y="9525"/>
                </a:lnTo>
                <a:lnTo>
                  <a:pt x="6463212" y="16787"/>
                </a:lnTo>
                <a:lnTo>
                  <a:pt x="6475490" y="34959"/>
                </a:lnTo>
                <a:lnTo>
                  <a:pt x="6480000" y="57150"/>
                </a:lnTo>
                <a:lnTo>
                  <a:pt x="6480000" y="3608705"/>
                </a:lnTo>
                <a:lnTo>
                  <a:pt x="6475490" y="3630895"/>
                </a:lnTo>
                <a:lnTo>
                  <a:pt x="6463212" y="3649067"/>
                </a:lnTo>
                <a:lnTo>
                  <a:pt x="6452463" y="3656330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92400" y="8022500"/>
            <a:ext cx="6175375" cy="595630"/>
          </a:xfrm>
          <a:custGeom>
            <a:avLst/>
            <a:gdLst/>
            <a:ahLst/>
            <a:cxnLst/>
            <a:rect l="l" t="t" r="r" b="b"/>
            <a:pathLst>
              <a:path w="6175375" h="595629">
                <a:moveTo>
                  <a:pt x="6137100" y="595630"/>
                </a:moveTo>
                <a:lnTo>
                  <a:pt x="38100" y="595630"/>
                </a:lnTo>
                <a:lnTo>
                  <a:pt x="23306" y="592623"/>
                </a:lnTo>
                <a:lnTo>
                  <a:pt x="11191" y="584438"/>
                </a:lnTo>
                <a:lnTo>
                  <a:pt x="3006" y="572323"/>
                </a:lnTo>
                <a:lnTo>
                  <a:pt x="0" y="55753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137100" y="0"/>
                </a:lnTo>
                <a:lnTo>
                  <a:pt x="6151893" y="3006"/>
                </a:lnTo>
                <a:lnTo>
                  <a:pt x="6164008" y="11191"/>
                </a:lnTo>
                <a:lnTo>
                  <a:pt x="6172193" y="23306"/>
                </a:lnTo>
                <a:lnTo>
                  <a:pt x="6175200" y="38100"/>
                </a:lnTo>
                <a:lnTo>
                  <a:pt x="6175200" y="557530"/>
                </a:lnTo>
                <a:lnTo>
                  <a:pt x="6172193" y="572323"/>
                </a:lnTo>
                <a:lnTo>
                  <a:pt x="6164008" y="584438"/>
                </a:lnTo>
                <a:lnTo>
                  <a:pt x="6151893" y="592623"/>
                </a:lnTo>
                <a:lnTo>
                  <a:pt x="6137100" y="595630"/>
                </a:lnTo>
                <a:close/>
              </a:path>
            </a:pathLst>
          </a:custGeom>
          <a:solidFill>
            <a:srgbClr val="EFFF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692391" y="8022510"/>
            <a:ext cx="6175375" cy="595630"/>
          </a:xfrm>
          <a:custGeom>
            <a:avLst/>
            <a:gdLst/>
            <a:ahLst/>
            <a:cxnLst/>
            <a:rect l="l" t="t" r="r" b="b"/>
            <a:pathLst>
              <a:path w="6175375" h="595629">
                <a:moveTo>
                  <a:pt x="9525" y="512229"/>
                </a:moveTo>
                <a:lnTo>
                  <a:pt x="0" y="512229"/>
                </a:lnTo>
                <a:lnTo>
                  <a:pt x="0" y="540829"/>
                </a:lnTo>
                <a:lnTo>
                  <a:pt x="9525" y="540829"/>
                </a:lnTo>
                <a:lnTo>
                  <a:pt x="9525" y="512229"/>
                </a:lnTo>
                <a:close/>
              </a:path>
              <a:path w="6175375" h="595629">
                <a:moveTo>
                  <a:pt x="9525" y="455053"/>
                </a:moveTo>
                <a:lnTo>
                  <a:pt x="0" y="455053"/>
                </a:lnTo>
                <a:lnTo>
                  <a:pt x="0" y="483641"/>
                </a:lnTo>
                <a:lnTo>
                  <a:pt x="9525" y="483641"/>
                </a:lnTo>
                <a:lnTo>
                  <a:pt x="9525" y="455053"/>
                </a:lnTo>
                <a:close/>
              </a:path>
              <a:path w="6175375" h="595629">
                <a:moveTo>
                  <a:pt x="9525" y="397878"/>
                </a:moveTo>
                <a:lnTo>
                  <a:pt x="0" y="397878"/>
                </a:lnTo>
                <a:lnTo>
                  <a:pt x="0" y="426466"/>
                </a:lnTo>
                <a:lnTo>
                  <a:pt x="9525" y="426466"/>
                </a:lnTo>
                <a:lnTo>
                  <a:pt x="9525" y="397878"/>
                </a:lnTo>
                <a:close/>
              </a:path>
              <a:path w="6175375" h="595629">
                <a:moveTo>
                  <a:pt x="9525" y="340690"/>
                </a:moveTo>
                <a:lnTo>
                  <a:pt x="0" y="340690"/>
                </a:lnTo>
                <a:lnTo>
                  <a:pt x="0" y="369290"/>
                </a:lnTo>
                <a:lnTo>
                  <a:pt x="9525" y="369290"/>
                </a:lnTo>
                <a:lnTo>
                  <a:pt x="9525" y="340690"/>
                </a:lnTo>
                <a:close/>
              </a:path>
              <a:path w="6175375" h="595629">
                <a:moveTo>
                  <a:pt x="9525" y="283514"/>
                </a:moveTo>
                <a:lnTo>
                  <a:pt x="0" y="283514"/>
                </a:lnTo>
                <a:lnTo>
                  <a:pt x="0" y="312102"/>
                </a:lnTo>
                <a:lnTo>
                  <a:pt x="9525" y="312102"/>
                </a:lnTo>
                <a:lnTo>
                  <a:pt x="9525" y="283514"/>
                </a:lnTo>
                <a:close/>
              </a:path>
              <a:path w="6175375" h="595629">
                <a:moveTo>
                  <a:pt x="9525" y="226339"/>
                </a:moveTo>
                <a:lnTo>
                  <a:pt x="0" y="226339"/>
                </a:lnTo>
                <a:lnTo>
                  <a:pt x="0" y="254927"/>
                </a:lnTo>
                <a:lnTo>
                  <a:pt x="9525" y="254927"/>
                </a:lnTo>
                <a:lnTo>
                  <a:pt x="9525" y="226339"/>
                </a:lnTo>
                <a:close/>
              </a:path>
              <a:path w="6175375" h="595629">
                <a:moveTo>
                  <a:pt x="9525" y="169151"/>
                </a:moveTo>
                <a:lnTo>
                  <a:pt x="0" y="169151"/>
                </a:lnTo>
                <a:lnTo>
                  <a:pt x="0" y="197751"/>
                </a:lnTo>
                <a:lnTo>
                  <a:pt x="9525" y="197751"/>
                </a:lnTo>
                <a:lnTo>
                  <a:pt x="9525" y="169151"/>
                </a:lnTo>
                <a:close/>
              </a:path>
              <a:path w="6175375" h="595629">
                <a:moveTo>
                  <a:pt x="9525" y="111975"/>
                </a:moveTo>
                <a:lnTo>
                  <a:pt x="0" y="111975"/>
                </a:lnTo>
                <a:lnTo>
                  <a:pt x="0" y="140563"/>
                </a:lnTo>
                <a:lnTo>
                  <a:pt x="9525" y="140563"/>
                </a:lnTo>
                <a:lnTo>
                  <a:pt x="9525" y="111975"/>
                </a:lnTo>
                <a:close/>
              </a:path>
              <a:path w="6175375" h="595629">
                <a:moveTo>
                  <a:pt x="9525" y="54800"/>
                </a:moveTo>
                <a:lnTo>
                  <a:pt x="0" y="54800"/>
                </a:lnTo>
                <a:lnTo>
                  <a:pt x="0" y="83388"/>
                </a:lnTo>
                <a:lnTo>
                  <a:pt x="9525" y="83388"/>
                </a:lnTo>
                <a:lnTo>
                  <a:pt x="9525" y="54800"/>
                </a:lnTo>
                <a:close/>
              </a:path>
              <a:path w="6175375" h="595629">
                <a:moveTo>
                  <a:pt x="17919" y="17919"/>
                </a:moveTo>
                <a:lnTo>
                  <a:pt x="11188" y="11188"/>
                </a:lnTo>
                <a:lnTo>
                  <a:pt x="3009" y="23304"/>
                </a:lnTo>
                <a:lnTo>
                  <a:pt x="2679" y="24904"/>
                </a:lnTo>
                <a:lnTo>
                  <a:pt x="11544" y="28206"/>
                </a:lnTo>
                <a:lnTo>
                  <a:pt x="11785" y="27000"/>
                </a:lnTo>
                <a:lnTo>
                  <a:pt x="17919" y="17919"/>
                </a:lnTo>
                <a:close/>
              </a:path>
              <a:path w="6175375" h="595629">
                <a:moveTo>
                  <a:pt x="28117" y="11430"/>
                </a:moveTo>
                <a:lnTo>
                  <a:pt x="28028" y="11176"/>
                </a:lnTo>
                <a:lnTo>
                  <a:pt x="24841" y="2667"/>
                </a:lnTo>
                <a:lnTo>
                  <a:pt x="23304" y="2921"/>
                </a:lnTo>
                <a:lnTo>
                  <a:pt x="11188" y="11176"/>
                </a:lnTo>
                <a:lnTo>
                  <a:pt x="17919" y="17907"/>
                </a:lnTo>
                <a:lnTo>
                  <a:pt x="27012" y="11684"/>
                </a:lnTo>
                <a:lnTo>
                  <a:pt x="28117" y="11430"/>
                </a:lnTo>
                <a:close/>
              </a:path>
              <a:path w="6175375" h="595629">
                <a:moveTo>
                  <a:pt x="28143" y="584060"/>
                </a:moveTo>
                <a:lnTo>
                  <a:pt x="27012" y="583819"/>
                </a:lnTo>
                <a:lnTo>
                  <a:pt x="17957" y="577596"/>
                </a:lnTo>
                <a:lnTo>
                  <a:pt x="11785" y="568617"/>
                </a:lnTo>
                <a:lnTo>
                  <a:pt x="11544" y="567423"/>
                </a:lnTo>
                <a:lnTo>
                  <a:pt x="2679" y="570725"/>
                </a:lnTo>
                <a:lnTo>
                  <a:pt x="3009" y="572325"/>
                </a:lnTo>
                <a:lnTo>
                  <a:pt x="11188" y="584428"/>
                </a:lnTo>
                <a:lnTo>
                  <a:pt x="23304" y="592582"/>
                </a:lnTo>
                <a:lnTo>
                  <a:pt x="24841" y="592836"/>
                </a:lnTo>
                <a:lnTo>
                  <a:pt x="24942" y="592582"/>
                </a:lnTo>
                <a:lnTo>
                  <a:pt x="28143" y="584060"/>
                </a:lnTo>
                <a:close/>
              </a:path>
              <a:path w="6175375" h="595629">
                <a:moveTo>
                  <a:pt x="83121" y="586105"/>
                </a:moveTo>
                <a:lnTo>
                  <a:pt x="54635" y="586105"/>
                </a:lnTo>
                <a:lnTo>
                  <a:pt x="54635" y="595630"/>
                </a:lnTo>
                <a:lnTo>
                  <a:pt x="83121" y="595630"/>
                </a:lnTo>
                <a:lnTo>
                  <a:pt x="83121" y="586105"/>
                </a:lnTo>
                <a:close/>
              </a:path>
              <a:path w="6175375" h="595629">
                <a:moveTo>
                  <a:pt x="83121" y="0"/>
                </a:moveTo>
                <a:lnTo>
                  <a:pt x="54635" y="0"/>
                </a:lnTo>
                <a:lnTo>
                  <a:pt x="54635" y="9525"/>
                </a:lnTo>
                <a:lnTo>
                  <a:pt x="83121" y="9525"/>
                </a:lnTo>
                <a:lnTo>
                  <a:pt x="83121" y="0"/>
                </a:lnTo>
                <a:close/>
              </a:path>
              <a:path w="6175375" h="595629">
                <a:moveTo>
                  <a:pt x="140068" y="586105"/>
                </a:moveTo>
                <a:lnTo>
                  <a:pt x="111594" y="586105"/>
                </a:lnTo>
                <a:lnTo>
                  <a:pt x="111594" y="595630"/>
                </a:lnTo>
                <a:lnTo>
                  <a:pt x="140068" y="595630"/>
                </a:lnTo>
                <a:lnTo>
                  <a:pt x="140068" y="586105"/>
                </a:lnTo>
                <a:close/>
              </a:path>
              <a:path w="6175375" h="595629">
                <a:moveTo>
                  <a:pt x="140068" y="0"/>
                </a:moveTo>
                <a:lnTo>
                  <a:pt x="111594" y="0"/>
                </a:lnTo>
                <a:lnTo>
                  <a:pt x="111594" y="9525"/>
                </a:lnTo>
                <a:lnTo>
                  <a:pt x="140068" y="9525"/>
                </a:lnTo>
                <a:lnTo>
                  <a:pt x="140068" y="0"/>
                </a:lnTo>
                <a:close/>
              </a:path>
              <a:path w="6175375" h="595629">
                <a:moveTo>
                  <a:pt x="197027" y="586105"/>
                </a:moveTo>
                <a:lnTo>
                  <a:pt x="168554" y="586105"/>
                </a:lnTo>
                <a:lnTo>
                  <a:pt x="168554" y="595630"/>
                </a:lnTo>
                <a:lnTo>
                  <a:pt x="197027" y="595630"/>
                </a:lnTo>
                <a:lnTo>
                  <a:pt x="197027" y="586105"/>
                </a:lnTo>
                <a:close/>
              </a:path>
              <a:path w="6175375" h="595629">
                <a:moveTo>
                  <a:pt x="197027" y="0"/>
                </a:moveTo>
                <a:lnTo>
                  <a:pt x="168554" y="0"/>
                </a:lnTo>
                <a:lnTo>
                  <a:pt x="168554" y="9525"/>
                </a:lnTo>
                <a:lnTo>
                  <a:pt x="197027" y="9525"/>
                </a:lnTo>
                <a:lnTo>
                  <a:pt x="197027" y="0"/>
                </a:lnTo>
                <a:close/>
              </a:path>
              <a:path w="6175375" h="595629">
                <a:moveTo>
                  <a:pt x="253987" y="586105"/>
                </a:moveTo>
                <a:lnTo>
                  <a:pt x="225513" y="586105"/>
                </a:lnTo>
                <a:lnTo>
                  <a:pt x="225513" y="595630"/>
                </a:lnTo>
                <a:lnTo>
                  <a:pt x="253987" y="595630"/>
                </a:lnTo>
                <a:lnTo>
                  <a:pt x="253987" y="586105"/>
                </a:lnTo>
                <a:close/>
              </a:path>
              <a:path w="6175375" h="595629">
                <a:moveTo>
                  <a:pt x="253987" y="0"/>
                </a:moveTo>
                <a:lnTo>
                  <a:pt x="225513" y="0"/>
                </a:lnTo>
                <a:lnTo>
                  <a:pt x="225513" y="9525"/>
                </a:lnTo>
                <a:lnTo>
                  <a:pt x="253987" y="9525"/>
                </a:lnTo>
                <a:lnTo>
                  <a:pt x="253987" y="0"/>
                </a:lnTo>
                <a:close/>
              </a:path>
              <a:path w="6175375" h="595629">
                <a:moveTo>
                  <a:pt x="310946" y="586105"/>
                </a:moveTo>
                <a:lnTo>
                  <a:pt x="282460" y="586105"/>
                </a:lnTo>
                <a:lnTo>
                  <a:pt x="282460" y="595630"/>
                </a:lnTo>
                <a:lnTo>
                  <a:pt x="310946" y="595630"/>
                </a:lnTo>
                <a:lnTo>
                  <a:pt x="310946" y="586105"/>
                </a:lnTo>
                <a:close/>
              </a:path>
              <a:path w="6175375" h="595629">
                <a:moveTo>
                  <a:pt x="310946" y="0"/>
                </a:moveTo>
                <a:lnTo>
                  <a:pt x="282460" y="0"/>
                </a:lnTo>
                <a:lnTo>
                  <a:pt x="282460" y="9525"/>
                </a:lnTo>
                <a:lnTo>
                  <a:pt x="310946" y="9525"/>
                </a:lnTo>
                <a:lnTo>
                  <a:pt x="310946" y="0"/>
                </a:lnTo>
                <a:close/>
              </a:path>
              <a:path w="6175375" h="595629">
                <a:moveTo>
                  <a:pt x="367906" y="586105"/>
                </a:moveTo>
                <a:lnTo>
                  <a:pt x="339420" y="586105"/>
                </a:lnTo>
                <a:lnTo>
                  <a:pt x="339420" y="595630"/>
                </a:lnTo>
                <a:lnTo>
                  <a:pt x="367906" y="595630"/>
                </a:lnTo>
                <a:lnTo>
                  <a:pt x="367906" y="586105"/>
                </a:lnTo>
                <a:close/>
              </a:path>
              <a:path w="6175375" h="595629">
                <a:moveTo>
                  <a:pt x="367906" y="0"/>
                </a:moveTo>
                <a:lnTo>
                  <a:pt x="339420" y="0"/>
                </a:lnTo>
                <a:lnTo>
                  <a:pt x="339420" y="9525"/>
                </a:lnTo>
                <a:lnTo>
                  <a:pt x="367906" y="9525"/>
                </a:lnTo>
                <a:lnTo>
                  <a:pt x="367906" y="0"/>
                </a:lnTo>
                <a:close/>
              </a:path>
              <a:path w="6175375" h="595629">
                <a:moveTo>
                  <a:pt x="424853" y="586105"/>
                </a:moveTo>
                <a:lnTo>
                  <a:pt x="396379" y="586105"/>
                </a:lnTo>
                <a:lnTo>
                  <a:pt x="396379" y="595630"/>
                </a:lnTo>
                <a:lnTo>
                  <a:pt x="424853" y="595630"/>
                </a:lnTo>
                <a:lnTo>
                  <a:pt x="424853" y="586105"/>
                </a:lnTo>
                <a:close/>
              </a:path>
              <a:path w="6175375" h="595629">
                <a:moveTo>
                  <a:pt x="424853" y="0"/>
                </a:moveTo>
                <a:lnTo>
                  <a:pt x="396379" y="0"/>
                </a:lnTo>
                <a:lnTo>
                  <a:pt x="396379" y="9525"/>
                </a:lnTo>
                <a:lnTo>
                  <a:pt x="424853" y="9525"/>
                </a:lnTo>
                <a:lnTo>
                  <a:pt x="424853" y="0"/>
                </a:lnTo>
                <a:close/>
              </a:path>
              <a:path w="6175375" h="595629">
                <a:moveTo>
                  <a:pt x="481812" y="586105"/>
                </a:moveTo>
                <a:lnTo>
                  <a:pt x="453339" y="586105"/>
                </a:lnTo>
                <a:lnTo>
                  <a:pt x="453339" y="595630"/>
                </a:lnTo>
                <a:lnTo>
                  <a:pt x="481812" y="595630"/>
                </a:lnTo>
                <a:lnTo>
                  <a:pt x="481812" y="586105"/>
                </a:lnTo>
                <a:close/>
              </a:path>
              <a:path w="6175375" h="595629">
                <a:moveTo>
                  <a:pt x="481812" y="0"/>
                </a:moveTo>
                <a:lnTo>
                  <a:pt x="453339" y="0"/>
                </a:lnTo>
                <a:lnTo>
                  <a:pt x="453339" y="9525"/>
                </a:lnTo>
                <a:lnTo>
                  <a:pt x="481812" y="9525"/>
                </a:lnTo>
                <a:lnTo>
                  <a:pt x="481812" y="0"/>
                </a:lnTo>
                <a:close/>
              </a:path>
              <a:path w="6175375" h="595629">
                <a:moveTo>
                  <a:pt x="538772" y="586105"/>
                </a:moveTo>
                <a:lnTo>
                  <a:pt x="510298" y="586105"/>
                </a:lnTo>
                <a:lnTo>
                  <a:pt x="510298" y="595630"/>
                </a:lnTo>
                <a:lnTo>
                  <a:pt x="538772" y="595630"/>
                </a:lnTo>
                <a:lnTo>
                  <a:pt x="538772" y="586105"/>
                </a:lnTo>
                <a:close/>
              </a:path>
              <a:path w="6175375" h="595629">
                <a:moveTo>
                  <a:pt x="538772" y="0"/>
                </a:moveTo>
                <a:lnTo>
                  <a:pt x="510298" y="0"/>
                </a:lnTo>
                <a:lnTo>
                  <a:pt x="510298" y="9525"/>
                </a:lnTo>
                <a:lnTo>
                  <a:pt x="538772" y="9525"/>
                </a:lnTo>
                <a:lnTo>
                  <a:pt x="538772" y="0"/>
                </a:lnTo>
                <a:close/>
              </a:path>
              <a:path w="6175375" h="595629">
                <a:moveTo>
                  <a:pt x="595731" y="586105"/>
                </a:moveTo>
                <a:lnTo>
                  <a:pt x="567245" y="586105"/>
                </a:lnTo>
                <a:lnTo>
                  <a:pt x="567245" y="595630"/>
                </a:lnTo>
                <a:lnTo>
                  <a:pt x="595731" y="595630"/>
                </a:lnTo>
                <a:lnTo>
                  <a:pt x="595731" y="586105"/>
                </a:lnTo>
                <a:close/>
              </a:path>
              <a:path w="6175375" h="595629">
                <a:moveTo>
                  <a:pt x="595731" y="0"/>
                </a:moveTo>
                <a:lnTo>
                  <a:pt x="567245" y="0"/>
                </a:lnTo>
                <a:lnTo>
                  <a:pt x="567245" y="9525"/>
                </a:lnTo>
                <a:lnTo>
                  <a:pt x="595731" y="9525"/>
                </a:lnTo>
                <a:lnTo>
                  <a:pt x="595731" y="0"/>
                </a:lnTo>
                <a:close/>
              </a:path>
              <a:path w="6175375" h="595629">
                <a:moveTo>
                  <a:pt x="652691" y="586105"/>
                </a:moveTo>
                <a:lnTo>
                  <a:pt x="624205" y="586105"/>
                </a:lnTo>
                <a:lnTo>
                  <a:pt x="624205" y="595630"/>
                </a:lnTo>
                <a:lnTo>
                  <a:pt x="652691" y="595630"/>
                </a:lnTo>
                <a:lnTo>
                  <a:pt x="652691" y="586105"/>
                </a:lnTo>
                <a:close/>
              </a:path>
              <a:path w="6175375" h="595629">
                <a:moveTo>
                  <a:pt x="652691" y="0"/>
                </a:moveTo>
                <a:lnTo>
                  <a:pt x="624205" y="0"/>
                </a:lnTo>
                <a:lnTo>
                  <a:pt x="624205" y="9525"/>
                </a:lnTo>
                <a:lnTo>
                  <a:pt x="652691" y="9525"/>
                </a:lnTo>
                <a:lnTo>
                  <a:pt x="652691" y="0"/>
                </a:lnTo>
                <a:close/>
              </a:path>
              <a:path w="6175375" h="595629">
                <a:moveTo>
                  <a:pt x="709637" y="586105"/>
                </a:moveTo>
                <a:lnTo>
                  <a:pt x="681164" y="586105"/>
                </a:lnTo>
                <a:lnTo>
                  <a:pt x="681164" y="595630"/>
                </a:lnTo>
                <a:lnTo>
                  <a:pt x="709637" y="595630"/>
                </a:lnTo>
                <a:lnTo>
                  <a:pt x="709637" y="586105"/>
                </a:lnTo>
                <a:close/>
              </a:path>
              <a:path w="6175375" h="595629">
                <a:moveTo>
                  <a:pt x="709637" y="0"/>
                </a:moveTo>
                <a:lnTo>
                  <a:pt x="681164" y="0"/>
                </a:lnTo>
                <a:lnTo>
                  <a:pt x="681164" y="9525"/>
                </a:lnTo>
                <a:lnTo>
                  <a:pt x="709637" y="9525"/>
                </a:lnTo>
                <a:lnTo>
                  <a:pt x="709637" y="0"/>
                </a:lnTo>
                <a:close/>
              </a:path>
              <a:path w="6175375" h="595629">
                <a:moveTo>
                  <a:pt x="766597" y="586105"/>
                </a:moveTo>
                <a:lnTo>
                  <a:pt x="738124" y="586105"/>
                </a:lnTo>
                <a:lnTo>
                  <a:pt x="738124" y="595630"/>
                </a:lnTo>
                <a:lnTo>
                  <a:pt x="766597" y="595630"/>
                </a:lnTo>
                <a:lnTo>
                  <a:pt x="766597" y="586105"/>
                </a:lnTo>
                <a:close/>
              </a:path>
              <a:path w="6175375" h="595629">
                <a:moveTo>
                  <a:pt x="766597" y="0"/>
                </a:moveTo>
                <a:lnTo>
                  <a:pt x="738124" y="0"/>
                </a:lnTo>
                <a:lnTo>
                  <a:pt x="738124" y="9525"/>
                </a:lnTo>
                <a:lnTo>
                  <a:pt x="766597" y="9525"/>
                </a:lnTo>
                <a:lnTo>
                  <a:pt x="766597" y="0"/>
                </a:lnTo>
                <a:close/>
              </a:path>
              <a:path w="6175375" h="595629">
                <a:moveTo>
                  <a:pt x="823556" y="586105"/>
                </a:moveTo>
                <a:lnTo>
                  <a:pt x="795083" y="586105"/>
                </a:lnTo>
                <a:lnTo>
                  <a:pt x="795083" y="595630"/>
                </a:lnTo>
                <a:lnTo>
                  <a:pt x="823556" y="595630"/>
                </a:lnTo>
                <a:lnTo>
                  <a:pt x="823556" y="586105"/>
                </a:lnTo>
                <a:close/>
              </a:path>
              <a:path w="6175375" h="595629">
                <a:moveTo>
                  <a:pt x="823556" y="0"/>
                </a:moveTo>
                <a:lnTo>
                  <a:pt x="795083" y="0"/>
                </a:lnTo>
                <a:lnTo>
                  <a:pt x="795083" y="9525"/>
                </a:lnTo>
                <a:lnTo>
                  <a:pt x="823556" y="9525"/>
                </a:lnTo>
                <a:lnTo>
                  <a:pt x="823556" y="0"/>
                </a:lnTo>
                <a:close/>
              </a:path>
              <a:path w="6175375" h="595629">
                <a:moveTo>
                  <a:pt x="880516" y="586105"/>
                </a:moveTo>
                <a:lnTo>
                  <a:pt x="852030" y="586105"/>
                </a:lnTo>
                <a:lnTo>
                  <a:pt x="852030" y="595630"/>
                </a:lnTo>
                <a:lnTo>
                  <a:pt x="880516" y="595630"/>
                </a:lnTo>
                <a:lnTo>
                  <a:pt x="880516" y="586105"/>
                </a:lnTo>
                <a:close/>
              </a:path>
              <a:path w="6175375" h="595629">
                <a:moveTo>
                  <a:pt x="880516" y="0"/>
                </a:moveTo>
                <a:lnTo>
                  <a:pt x="852030" y="0"/>
                </a:lnTo>
                <a:lnTo>
                  <a:pt x="852030" y="9525"/>
                </a:lnTo>
                <a:lnTo>
                  <a:pt x="880516" y="9525"/>
                </a:lnTo>
                <a:lnTo>
                  <a:pt x="880516" y="0"/>
                </a:lnTo>
                <a:close/>
              </a:path>
              <a:path w="6175375" h="595629">
                <a:moveTo>
                  <a:pt x="937475" y="586105"/>
                </a:moveTo>
                <a:lnTo>
                  <a:pt x="908989" y="586105"/>
                </a:lnTo>
                <a:lnTo>
                  <a:pt x="908989" y="595630"/>
                </a:lnTo>
                <a:lnTo>
                  <a:pt x="937475" y="595630"/>
                </a:lnTo>
                <a:lnTo>
                  <a:pt x="937475" y="586105"/>
                </a:lnTo>
                <a:close/>
              </a:path>
              <a:path w="6175375" h="595629">
                <a:moveTo>
                  <a:pt x="937475" y="0"/>
                </a:moveTo>
                <a:lnTo>
                  <a:pt x="908989" y="0"/>
                </a:lnTo>
                <a:lnTo>
                  <a:pt x="908989" y="9525"/>
                </a:lnTo>
                <a:lnTo>
                  <a:pt x="937475" y="9525"/>
                </a:lnTo>
                <a:lnTo>
                  <a:pt x="937475" y="0"/>
                </a:lnTo>
                <a:close/>
              </a:path>
              <a:path w="6175375" h="595629">
                <a:moveTo>
                  <a:pt x="994435" y="586105"/>
                </a:moveTo>
                <a:lnTo>
                  <a:pt x="965949" y="586105"/>
                </a:lnTo>
                <a:lnTo>
                  <a:pt x="965949" y="595630"/>
                </a:lnTo>
                <a:lnTo>
                  <a:pt x="994435" y="595630"/>
                </a:lnTo>
                <a:lnTo>
                  <a:pt x="994435" y="586105"/>
                </a:lnTo>
                <a:close/>
              </a:path>
              <a:path w="6175375" h="595629">
                <a:moveTo>
                  <a:pt x="994435" y="0"/>
                </a:moveTo>
                <a:lnTo>
                  <a:pt x="965949" y="0"/>
                </a:lnTo>
                <a:lnTo>
                  <a:pt x="965949" y="9525"/>
                </a:lnTo>
                <a:lnTo>
                  <a:pt x="994435" y="9525"/>
                </a:lnTo>
                <a:lnTo>
                  <a:pt x="994435" y="0"/>
                </a:lnTo>
                <a:close/>
              </a:path>
              <a:path w="6175375" h="595629">
                <a:moveTo>
                  <a:pt x="1051382" y="586105"/>
                </a:moveTo>
                <a:lnTo>
                  <a:pt x="1022908" y="586105"/>
                </a:lnTo>
                <a:lnTo>
                  <a:pt x="1022908" y="595630"/>
                </a:lnTo>
                <a:lnTo>
                  <a:pt x="1051382" y="595630"/>
                </a:lnTo>
                <a:lnTo>
                  <a:pt x="1051382" y="586105"/>
                </a:lnTo>
                <a:close/>
              </a:path>
              <a:path w="6175375" h="595629">
                <a:moveTo>
                  <a:pt x="1051382" y="0"/>
                </a:moveTo>
                <a:lnTo>
                  <a:pt x="1022908" y="0"/>
                </a:lnTo>
                <a:lnTo>
                  <a:pt x="1022908" y="9525"/>
                </a:lnTo>
                <a:lnTo>
                  <a:pt x="1051382" y="9525"/>
                </a:lnTo>
                <a:lnTo>
                  <a:pt x="1051382" y="0"/>
                </a:lnTo>
                <a:close/>
              </a:path>
              <a:path w="6175375" h="595629">
                <a:moveTo>
                  <a:pt x="1108341" y="586105"/>
                </a:moveTo>
                <a:lnTo>
                  <a:pt x="1079868" y="586105"/>
                </a:lnTo>
                <a:lnTo>
                  <a:pt x="1079868" y="595630"/>
                </a:lnTo>
                <a:lnTo>
                  <a:pt x="1108341" y="595630"/>
                </a:lnTo>
                <a:lnTo>
                  <a:pt x="1108341" y="586105"/>
                </a:lnTo>
                <a:close/>
              </a:path>
              <a:path w="6175375" h="595629">
                <a:moveTo>
                  <a:pt x="1108341" y="0"/>
                </a:moveTo>
                <a:lnTo>
                  <a:pt x="1079868" y="0"/>
                </a:lnTo>
                <a:lnTo>
                  <a:pt x="1079868" y="9525"/>
                </a:lnTo>
                <a:lnTo>
                  <a:pt x="1108341" y="9525"/>
                </a:lnTo>
                <a:lnTo>
                  <a:pt x="1108341" y="0"/>
                </a:lnTo>
                <a:close/>
              </a:path>
              <a:path w="6175375" h="595629">
                <a:moveTo>
                  <a:pt x="1165301" y="586105"/>
                </a:moveTo>
                <a:lnTo>
                  <a:pt x="1136827" y="586105"/>
                </a:lnTo>
                <a:lnTo>
                  <a:pt x="1136827" y="595630"/>
                </a:lnTo>
                <a:lnTo>
                  <a:pt x="1165301" y="595630"/>
                </a:lnTo>
                <a:lnTo>
                  <a:pt x="1165301" y="586105"/>
                </a:lnTo>
                <a:close/>
              </a:path>
              <a:path w="6175375" h="595629">
                <a:moveTo>
                  <a:pt x="1165301" y="0"/>
                </a:moveTo>
                <a:lnTo>
                  <a:pt x="1136827" y="0"/>
                </a:lnTo>
                <a:lnTo>
                  <a:pt x="1136827" y="9525"/>
                </a:lnTo>
                <a:lnTo>
                  <a:pt x="1165301" y="9525"/>
                </a:lnTo>
                <a:lnTo>
                  <a:pt x="1165301" y="0"/>
                </a:lnTo>
                <a:close/>
              </a:path>
              <a:path w="6175375" h="595629">
                <a:moveTo>
                  <a:pt x="1222260" y="586105"/>
                </a:moveTo>
                <a:lnTo>
                  <a:pt x="1193774" y="586105"/>
                </a:lnTo>
                <a:lnTo>
                  <a:pt x="1193774" y="595630"/>
                </a:lnTo>
                <a:lnTo>
                  <a:pt x="1222260" y="595630"/>
                </a:lnTo>
                <a:lnTo>
                  <a:pt x="1222260" y="586105"/>
                </a:lnTo>
                <a:close/>
              </a:path>
              <a:path w="6175375" h="595629">
                <a:moveTo>
                  <a:pt x="1222260" y="0"/>
                </a:moveTo>
                <a:lnTo>
                  <a:pt x="1193774" y="0"/>
                </a:lnTo>
                <a:lnTo>
                  <a:pt x="1193774" y="9525"/>
                </a:lnTo>
                <a:lnTo>
                  <a:pt x="1222260" y="9525"/>
                </a:lnTo>
                <a:lnTo>
                  <a:pt x="1222260" y="0"/>
                </a:lnTo>
                <a:close/>
              </a:path>
              <a:path w="6175375" h="595629">
                <a:moveTo>
                  <a:pt x="1279220" y="586105"/>
                </a:moveTo>
                <a:lnTo>
                  <a:pt x="1250734" y="586105"/>
                </a:lnTo>
                <a:lnTo>
                  <a:pt x="1250734" y="595630"/>
                </a:lnTo>
                <a:lnTo>
                  <a:pt x="1279220" y="595630"/>
                </a:lnTo>
                <a:lnTo>
                  <a:pt x="1279220" y="586105"/>
                </a:lnTo>
                <a:close/>
              </a:path>
              <a:path w="6175375" h="595629">
                <a:moveTo>
                  <a:pt x="1279220" y="0"/>
                </a:moveTo>
                <a:lnTo>
                  <a:pt x="1250734" y="0"/>
                </a:lnTo>
                <a:lnTo>
                  <a:pt x="1250734" y="9525"/>
                </a:lnTo>
                <a:lnTo>
                  <a:pt x="1279220" y="9525"/>
                </a:lnTo>
                <a:lnTo>
                  <a:pt x="1279220" y="0"/>
                </a:lnTo>
                <a:close/>
              </a:path>
              <a:path w="6175375" h="595629">
                <a:moveTo>
                  <a:pt x="1336167" y="586105"/>
                </a:moveTo>
                <a:lnTo>
                  <a:pt x="1307693" y="586105"/>
                </a:lnTo>
                <a:lnTo>
                  <a:pt x="1307693" y="595630"/>
                </a:lnTo>
                <a:lnTo>
                  <a:pt x="1336167" y="595630"/>
                </a:lnTo>
                <a:lnTo>
                  <a:pt x="1336167" y="586105"/>
                </a:lnTo>
                <a:close/>
              </a:path>
              <a:path w="6175375" h="595629">
                <a:moveTo>
                  <a:pt x="1336167" y="0"/>
                </a:moveTo>
                <a:lnTo>
                  <a:pt x="1307693" y="0"/>
                </a:lnTo>
                <a:lnTo>
                  <a:pt x="1307693" y="9525"/>
                </a:lnTo>
                <a:lnTo>
                  <a:pt x="1336167" y="9525"/>
                </a:lnTo>
                <a:lnTo>
                  <a:pt x="1336167" y="0"/>
                </a:lnTo>
                <a:close/>
              </a:path>
              <a:path w="6175375" h="595629">
                <a:moveTo>
                  <a:pt x="1393126" y="586105"/>
                </a:moveTo>
                <a:lnTo>
                  <a:pt x="1364653" y="586105"/>
                </a:lnTo>
                <a:lnTo>
                  <a:pt x="1364653" y="595630"/>
                </a:lnTo>
                <a:lnTo>
                  <a:pt x="1393126" y="595630"/>
                </a:lnTo>
                <a:lnTo>
                  <a:pt x="1393126" y="586105"/>
                </a:lnTo>
                <a:close/>
              </a:path>
              <a:path w="6175375" h="595629">
                <a:moveTo>
                  <a:pt x="1393126" y="0"/>
                </a:moveTo>
                <a:lnTo>
                  <a:pt x="1364653" y="0"/>
                </a:lnTo>
                <a:lnTo>
                  <a:pt x="1364653" y="9525"/>
                </a:lnTo>
                <a:lnTo>
                  <a:pt x="1393126" y="9525"/>
                </a:lnTo>
                <a:lnTo>
                  <a:pt x="1393126" y="0"/>
                </a:lnTo>
                <a:close/>
              </a:path>
              <a:path w="6175375" h="595629">
                <a:moveTo>
                  <a:pt x="1450086" y="586105"/>
                </a:moveTo>
                <a:lnTo>
                  <a:pt x="1421612" y="586105"/>
                </a:lnTo>
                <a:lnTo>
                  <a:pt x="1421612" y="595630"/>
                </a:lnTo>
                <a:lnTo>
                  <a:pt x="1450086" y="595630"/>
                </a:lnTo>
                <a:lnTo>
                  <a:pt x="1450086" y="586105"/>
                </a:lnTo>
                <a:close/>
              </a:path>
              <a:path w="6175375" h="595629">
                <a:moveTo>
                  <a:pt x="1450086" y="0"/>
                </a:moveTo>
                <a:lnTo>
                  <a:pt x="1421612" y="0"/>
                </a:lnTo>
                <a:lnTo>
                  <a:pt x="1421612" y="9525"/>
                </a:lnTo>
                <a:lnTo>
                  <a:pt x="1450086" y="9525"/>
                </a:lnTo>
                <a:lnTo>
                  <a:pt x="1450086" y="0"/>
                </a:lnTo>
                <a:close/>
              </a:path>
              <a:path w="6175375" h="595629">
                <a:moveTo>
                  <a:pt x="1507045" y="586105"/>
                </a:moveTo>
                <a:lnTo>
                  <a:pt x="1478559" y="586105"/>
                </a:lnTo>
                <a:lnTo>
                  <a:pt x="1478559" y="595630"/>
                </a:lnTo>
                <a:lnTo>
                  <a:pt x="1507045" y="595630"/>
                </a:lnTo>
                <a:lnTo>
                  <a:pt x="1507045" y="586105"/>
                </a:lnTo>
                <a:close/>
              </a:path>
              <a:path w="6175375" h="595629">
                <a:moveTo>
                  <a:pt x="1507045" y="0"/>
                </a:moveTo>
                <a:lnTo>
                  <a:pt x="1478559" y="0"/>
                </a:lnTo>
                <a:lnTo>
                  <a:pt x="1478559" y="9525"/>
                </a:lnTo>
                <a:lnTo>
                  <a:pt x="1507045" y="9525"/>
                </a:lnTo>
                <a:lnTo>
                  <a:pt x="1507045" y="0"/>
                </a:lnTo>
                <a:close/>
              </a:path>
              <a:path w="6175375" h="595629">
                <a:moveTo>
                  <a:pt x="1564005" y="586105"/>
                </a:moveTo>
                <a:lnTo>
                  <a:pt x="1535518" y="586105"/>
                </a:lnTo>
                <a:lnTo>
                  <a:pt x="1535518" y="595630"/>
                </a:lnTo>
                <a:lnTo>
                  <a:pt x="1564005" y="595630"/>
                </a:lnTo>
                <a:lnTo>
                  <a:pt x="1564005" y="586105"/>
                </a:lnTo>
                <a:close/>
              </a:path>
              <a:path w="6175375" h="595629">
                <a:moveTo>
                  <a:pt x="1564005" y="0"/>
                </a:moveTo>
                <a:lnTo>
                  <a:pt x="1535518" y="0"/>
                </a:lnTo>
                <a:lnTo>
                  <a:pt x="1535518" y="9525"/>
                </a:lnTo>
                <a:lnTo>
                  <a:pt x="1564005" y="9525"/>
                </a:lnTo>
                <a:lnTo>
                  <a:pt x="1564005" y="0"/>
                </a:lnTo>
                <a:close/>
              </a:path>
              <a:path w="6175375" h="595629">
                <a:moveTo>
                  <a:pt x="1620951" y="586105"/>
                </a:moveTo>
                <a:lnTo>
                  <a:pt x="1592478" y="586105"/>
                </a:lnTo>
                <a:lnTo>
                  <a:pt x="1592478" y="595630"/>
                </a:lnTo>
                <a:lnTo>
                  <a:pt x="1620951" y="595630"/>
                </a:lnTo>
                <a:lnTo>
                  <a:pt x="1620951" y="586105"/>
                </a:lnTo>
                <a:close/>
              </a:path>
              <a:path w="6175375" h="595629">
                <a:moveTo>
                  <a:pt x="1620951" y="0"/>
                </a:moveTo>
                <a:lnTo>
                  <a:pt x="1592478" y="0"/>
                </a:lnTo>
                <a:lnTo>
                  <a:pt x="1592478" y="9525"/>
                </a:lnTo>
                <a:lnTo>
                  <a:pt x="1620951" y="9525"/>
                </a:lnTo>
                <a:lnTo>
                  <a:pt x="1620951" y="0"/>
                </a:lnTo>
                <a:close/>
              </a:path>
              <a:path w="6175375" h="595629">
                <a:moveTo>
                  <a:pt x="1677911" y="586105"/>
                </a:moveTo>
                <a:lnTo>
                  <a:pt x="1649437" y="586105"/>
                </a:lnTo>
                <a:lnTo>
                  <a:pt x="1649437" y="595630"/>
                </a:lnTo>
                <a:lnTo>
                  <a:pt x="1677911" y="595630"/>
                </a:lnTo>
                <a:lnTo>
                  <a:pt x="1677911" y="586105"/>
                </a:lnTo>
                <a:close/>
              </a:path>
              <a:path w="6175375" h="595629">
                <a:moveTo>
                  <a:pt x="1677911" y="0"/>
                </a:moveTo>
                <a:lnTo>
                  <a:pt x="1649437" y="0"/>
                </a:lnTo>
                <a:lnTo>
                  <a:pt x="1649437" y="9525"/>
                </a:lnTo>
                <a:lnTo>
                  <a:pt x="1677911" y="9525"/>
                </a:lnTo>
                <a:lnTo>
                  <a:pt x="1677911" y="0"/>
                </a:lnTo>
                <a:close/>
              </a:path>
              <a:path w="6175375" h="595629">
                <a:moveTo>
                  <a:pt x="1734870" y="586105"/>
                </a:moveTo>
                <a:lnTo>
                  <a:pt x="1706397" y="586105"/>
                </a:lnTo>
                <a:lnTo>
                  <a:pt x="1706397" y="595630"/>
                </a:lnTo>
                <a:lnTo>
                  <a:pt x="1734870" y="595630"/>
                </a:lnTo>
                <a:lnTo>
                  <a:pt x="1734870" y="586105"/>
                </a:lnTo>
                <a:close/>
              </a:path>
              <a:path w="6175375" h="595629">
                <a:moveTo>
                  <a:pt x="1734870" y="0"/>
                </a:moveTo>
                <a:lnTo>
                  <a:pt x="1706397" y="0"/>
                </a:lnTo>
                <a:lnTo>
                  <a:pt x="1706397" y="9525"/>
                </a:lnTo>
                <a:lnTo>
                  <a:pt x="1734870" y="9525"/>
                </a:lnTo>
                <a:lnTo>
                  <a:pt x="1734870" y="0"/>
                </a:lnTo>
                <a:close/>
              </a:path>
              <a:path w="6175375" h="595629">
                <a:moveTo>
                  <a:pt x="1791830" y="586105"/>
                </a:moveTo>
                <a:lnTo>
                  <a:pt x="1763344" y="586105"/>
                </a:lnTo>
                <a:lnTo>
                  <a:pt x="1763344" y="595630"/>
                </a:lnTo>
                <a:lnTo>
                  <a:pt x="1791830" y="595630"/>
                </a:lnTo>
                <a:lnTo>
                  <a:pt x="1791830" y="586105"/>
                </a:lnTo>
                <a:close/>
              </a:path>
              <a:path w="6175375" h="595629">
                <a:moveTo>
                  <a:pt x="1791830" y="0"/>
                </a:moveTo>
                <a:lnTo>
                  <a:pt x="1763344" y="0"/>
                </a:lnTo>
                <a:lnTo>
                  <a:pt x="1763344" y="9525"/>
                </a:lnTo>
                <a:lnTo>
                  <a:pt x="1791830" y="9525"/>
                </a:lnTo>
                <a:lnTo>
                  <a:pt x="1791830" y="0"/>
                </a:lnTo>
                <a:close/>
              </a:path>
              <a:path w="6175375" h="595629">
                <a:moveTo>
                  <a:pt x="1848789" y="586105"/>
                </a:moveTo>
                <a:lnTo>
                  <a:pt x="1820303" y="586105"/>
                </a:lnTo>
                <a:lnTo>
                  <a:pt x="1820303" y="595630"/>
                </a:lnTo>
                <a:lnTo>
                  <a:pt x="1848789" y="595630"/>
                </a:lnTo>
                <a:lnTo>
                  <a:pt x="1848789" y="586105"/>
                </a:lnTo>
                <a:close/>
              </a:path>
              <a:path w="6175375" h="595629">
                <a:moveTo>
                  <a:pt x="1848789" y="0"/>
                </a:moveTo>
                <a:lnTo>
                  <a:pt x="1820303" y="0"/>
                </a:lnTo>
                <a:lnTo>
                  <a:pt x="1820303" y="9525"/>
                </a:lnTo>
                <a:lnTo>
                  <a:pt x="1848789" y="9525"/>
                </a:lnTo>
                <a:lnTo>
                  <a:pt x="1848789" y="0"/>
                </a:lnTo>
                <a:close/>
              </a:path>
              <a:path w="6175375" h="595629">
                <a:moveTo>
                  <a:pt x="1905736" y="586105"/>
                </a:moveTo>
                <a:lnTo>
                  <a:pt x="1877263" y="586105"/>
                </a:lnTo>
                <a:lnTo>
                  <a:pt x="1877263" y="595630"/>
                </a:lnTo>
                <a:lnTo>
                  <a:pt x="1905736" y="595630"/>
                </a:lnTo>
                <a:lnTo>
                  <a:pt x="1905736" y="586105"/>
                </a:lnTo>
                <a:close/>
              </a:path>
              <a:path w="6175375" h="595629">
                <a:moveTo>
                  <a:pt x="1905736" y="0"/>
                </a:moveTo>
                <a:lnTo>
                  <a:pt x="1877263" y="0"/>
                </a:lnTo>
                <a:lnTo>
                  <a:pt x="1877263" y="9525"/>
                </a:lnTo>
                <a:lnTo>
                  <a:pt x="1905736" y="9525"/>
                </a:lnTo>
                <a:lnTo>
                  <a:pt x="1905736" y="0"/>
                </a:lnTo>
                <a:close/>
              </a:path>
              <a:path w="6175375" h="595629">
                <a:moveTo>
                  <a:pt x="1962696" y="586105"/>
                </a:moveTo>
                <a:lnTo>
                  <a:pt x="1934222" y="586105"/>
                </a:lnTo>
                <a:lnTo>
                  <a:pt x="1934222" y="595630"/>
                </a:lnTo>
                <a:lnTo>
                  <a:pt x="1962696" y="595630"/>
                </a:lnTo>
                <a:lnTo>
                  <a:pt x="1962696" y="586105"/>
                </a:lnTo>
                <a:close/>
              </a:path>
              <a:path w="6175375" h="595629">
                <a:moveTo>
                  <a:pt x="1962696" y="0"/>
                </a:moveTo>
                <a:lnTo>
                  <a:pt x="1934222" y="0"/>
                </a:lnTo>
                <a:lnTo>
                  <a:pt x="1934222" y="9525"/>
                </a:lnTo>
                <a:lnTo>
                  <a:pt x="1962696" y="9525"/>
                </a:lnTo>
                <a:lnTo>
                  <a:pt x="1962696" y="0"/>
                </a:lnTo>
                <a:close/>
              </a:path>
              <a:path w="6175375" h="595629">
                <a:moveTo>
                  <a:pt x="2019655" y="586105"/>
                </a:moveTo>
                <a:lnTo>
                  <a:pt x="1991182" y="586105"/>
                </a:lnTo>
                <a:lnTo>
                  <a:pt x="1991182" y="595630"/>
                </a:lnTo>
                <a:lnTo>
                  <a:pt x="2019655" y="595630"/>
                </a:lnTo>
                <a:lnTo>
                  <a:pt x="2019655" y="586105"/>
                </a:lnTo>
                <a:close/>
              </a:path>
              <a:path w="6175375" h="595629">
                <a:moveTo>
                  <a:pt x="2019655" y="0"/>
                </a:moveTo>
                <a:lnTo>
                  <a:pt x="1991182" y="0"/>
                </a:lnTo>
                <a:lnTo>
                  <a:pt x="1991182" y="9525"/>
                </a:lnTo>
                <a:lnTo>
                  <a:pt x="2019655" y="9525"/>
                </a:lnTo>
                <a:lnTo>
                  <a:pt x="2019655" y="0"/>
                </a:lnTo>
                <a:close/>
              </a:path>
              <a:path w="6175375" h="595629">
                <a:moveTo>
                  <a:pt x="2076615" y="586105"/>
                </a:moveTo>
                <a:lnTo>
                  <a:pt x="2048141" y="586105"/>
                </a:lnTo>
                <a:lnTo>
                  <a:pt x="2048141" y="595630"/>
                </a:lnTo>
                <a:lnTo>
                  <a:pt x="2076615" y="595630"/>
                </a:lnTo>
                <a:lnTo>
                  <a:pt x="2076615" y="586105"/>
                </a:lnTo>
                <a:close/>
              </a:path>
              <a:path w="6175375" h="595629">
                <a:moveTo>
                  <a:pt x="2076615" y="0"/>
                </a:moveTo>
                <a:lnTo>
                  <a:pt x="2048141" y="0"/>
                </a:lnTo>
                <a:lnTo>
                  <a:pt x="2048141" y="9525"/>
                </a:lnTo>
                <a:lnTo>
                  <a:pt x="2076615" y="9525"/>
                </a:lnTo>
                <a:lnTo>
                  <a:pt x="2076615" y="0"/>
                </a:lnTo>
                <a:close/>
              </a:path>
              <a:path w="6175375" h="595629">
                <a:moveTo>
                  <a:pt x="2133574" y="586105"/>
                </a:moveTo>
                <a:lnTo>
                  <a:pt x="2105088" y="586105"/>
                </a:lnTo>
                <a:lnTo>
                  <a:pt x="2105088" y="595630"/>
                </a:lnTo>
                <a:lnTo>
                  <a:pt x="2133574" y="595630"/>
                </a:lnTo>
                <a:lnTo>
                  <a:pt x="2133574" y="586105"/>
                </a:lnTo>
                <a:close/>
              </a:path>
              <a:path w="6175375" h="595629">
                <a:moveTo>
                  <a:pt x="2133574" y="0"/>
                </a:moveTo>
                <a:lnTo>
                  <a:pt x="2105088" y="0"/>
                </a:lnTo>
                <a:lnTo>
                  <a:pt x="2105088" y="9525"/>
                </a:lnTo>
                <a:lnTo>
                  <a:pt x="2133574" y="9525"/>
                </a:lnTo>
                <a:lnTo>
                  <a:pt x="2133574" y="0"/>
                </a:lnTo>
                <a:close/>
              </a:path>
              <a:path w="6175375" h="595629">
                <a:moveTo>
                  <a:pt x="2190534" y="586105"/>
                </a:moveTo>
                <a:lnTo>
                  <a:pt x="2162048" y="586105"/>
                </a:lnTo>
                <a:lnTo>
                  <a:pt x="2162048" y="595630"/>
                </a:lnTo>
                <a:lnTo>
                  <a:pt x="2190534" y="595630"/>
                </a:lnTo>
                <a:lnTo>
                  <a:pt x="2190534" y="586105"/>
                </a:lnTo>
                <a:close/>
              </a:path>
              <a:path w="6175375" h="595629">
                <a:moveTo>
                  <a:pt x="2190534" y="0"/>
                </a:moveTo>
                <a:lnTo>
                  <a:pt x="2162048" y="0"/>
                </a:lnTo>
                <a:lnTo>
                  <a:pt x="2162048" y="9525"/>
                </a:lnTo>
                <a:lnTo>
                  <a:pt x="2190534" y="9525"/>
                </a:lnTo>
                <a:lnTo>
                  <a:pt x="2190534" y="0"/>
                </a:lnTo>
                <a:close/>
              </a:path>
              <a:path w="6175375" h="595629">
                <a:moveTo>
                  <a:pt x="2247481" y="586105"/>
                </a:moveTo>
                <a:lnTo>
                  <a:pt x="2219007" y="586105"/>
                </a:lnTo>
                <a:lnTo>
                  <a:pt x="2219007" y="595630"/>
                </a:lnTo>
                <a:lnTo>
                  <a:pt x="2247481" y="595630"/>
                </a:lnTo>
                <a:lnTo>
                  <a:pt x="2247481" y="586105"/>
                </a:lnTo>
                <a:close/>
              </a:path>
              <a:path w="6175375" h="595629">
                <a:moveTo>
                  <a:pt x="2247481" y="0"/>
                </a:moveTo>
                <a:lnTo>
                  <a:pt x="2219007" y="0"/>
                </a:lnTo>
                <a:lnTo>
                  <a:pt x="2219007" y="9525"/>
                </a:lnTo>
                <a:lnTo>
                  <a:pt x="2247481" y="9525"/>
                </a:lnTo>
                <a:lnTo>
                  <a:pt x="2247481" y="0"/>
                </a:lnTo>
                <a:close/>
              </a:path>
              <a:path w="6175375" h="595629">
                <a:moveTo>
                  <a:pt x="2304440" y="586105"/>
                </a:moveTo>
                <a:lnTo>
                  <a:pt x="2275967" y="586105"/>
                </a:lnTo>
                <a:lnTo>
                  <a:pt x="2275967" y="595630"/>
                </a:lnTo>
                <a:lnTo>
                  <a:pt x="2304440" y="595630"/>
                </a:lnTo>
                <a:lnTo>
                  <a:pt x="2304440" y="586105"/>
                </a:lnTo>
                <a:close/>
              </a:path>
              <a:path w="6175375" h="595629">
                <a:moveTo>
                  <a:pt x="2304440" y="0"/>
                </a:moveTo>
                <a:lnTo>
                  <a:pt x="2275967" y="0"/>
                </a:lnTo>
                <a:lnTo>
                  <a:pt x="2275967" y="9525"/>
                </a:lnTo>
                <a:lnTo>
                  <a:pt x="2304440" y="9525"/>
                </a:lnTo>
                <a:lnTo>
                  <a:pt x="2304440" y="0"/>
                </a:lnTo>
                <a:close/>
              </a:path>
              <a:path w="6175375" h="595629">
                <a:moveTo>
                  <a:pt x="2361400" y="586105"/>
                </a:moveTo>
                <a:lnTo>
                  <a:pt x="2332926" y="586105"/>
                </a:lnTo>
                <a:lnTo>
                  <a:pt x="2332926" y="595630"/>
                </a:lnTo>
                <a:lnTo>
                  <a:pt x="2361400" y="595630"/>
                </a:lnTo>
                <a:lnTo>
                  <a:pt x="2361400" y="586105"/>
                </a:lnTo>
                <a:close/>
              </a:path>
              <a:path w="6175375" h="595629">
                <a:moveTo>
                  <a:pt x="2361400" y="0"/>
                </a:moveTo>
                <a:lnTo>
                  <a:pt x="2332926" y="0"/>
                </a:lnTo>
                <a:lnTo>
                  <a:pt x="2332926" y="9525"/>
                </a:lnTo>
                <a:lnTo>
                  <a:pt x="2361400" y="9525"/>
                </a:lnTo>
                <a:lnTo>
                  <a:pt x="2361400" y="0"/>
                </a:lnTo>
                <a:close/>
              </a:path>
              <a:path w="6175375" h="595629">
                <a:moveTo>
                  <a:pt x="2418359" y="586105"/>
                </a:moveTo>
                <a:lnTo>
                  <a:pt x="2389873" y="586105"/>
                </a:lnTo>
                <a:lnTo>
                  <a:pt x="2389873" y="595630"/>
                </a:lnTo>
                <a:lnTo>
                  <a:pt x="2418359" y="595630"/>
                </a:lnTo>
                <a:lnTo>
                  <a:pt x="2418359" y="586105"/>
                </a:lnTo>
                <a:close/>
              </a:path>
              <a:path w="6175375" h="595629">
                <a:moveTo>
                  <a:pt x="2418359" y="0"/>
                </a:moveTo>
                <a:lnTo>
                  <a:pt x="2389873" y="0"/>
                </a:lnTo>
                <a:lnTo>
                  <a:pt x="2389873" y="9525"/>
                </a:lnTo>
                <a:lnTo>
                  <a:pt x="2418359" y="9525"/>
                </a:lnTo>
                <a:lnTo>
                  <a:pt x="2418359" y="0"/>
                </a:lnTo>
                <a:close/>
              </a:path>
              <a:path w="6175375" h="595629">
                <a:moveTo>
                  <a:pt x="2475319" y="586105"/>
                </a:moveTo>
                <a:lnTo>
                  <a:pt x="2446832" y="586105"/>
                </a:lnTo>
                <a:lnTo>
                  <a:pt x="2446832" y="595630"/>
                </a:lnTo>
                <a:lnTo>
                  <a:pt x="2475319" y="595630"/>
                </a:lnTo>
                <a:lnTo>
                  <a:pt x="2475319" y="586105"/>
                </a:lnTo>
                <a:close/>
              </a:path>
              <a:path w="6175375" h="595629">
                <a:moveTo>
                  <a:pt x="2475319" y="0"/>
                </a:moveTo>
                <a:lnTo>
                  <a:pt x="2446832" y="0"/>
                </a:lnTo>
                <a:lnTo>
                  <a:pt x="2446832" y="9525"/>
                </a:lnTo>
                <a:lnTo>
                  <a:pt x="2475319" y="9525"/>
                </a:lnTo>
                <a:lnTo>
                  <a:pt x="2475319" y="0"/>
                </a:lnTo>
                <a:close/>
              </a:path>
              <a:path w="6175375" h="595629">
                <a:moveTo>
                  <a:pt x="2532265" y="586105"/>
                </a:moveTo>
                <a:lnTo>
                  <a:pt x="2503792" y="586105"/>
                </a:lnTo>
                <a:lnTo>
                  <a:pt x="2503792" y="595630"/>
                </a:lnTo>
                <a:lnTo>
                  <a:pt x="2532265" y="595630"/>
                </a:lnTo>
                <a:lnTo>
                  <a:pt x="2532265" y="586105"/>
                </a:lnTo>
                <a:close/>
              </a:path>
              <a:path w="6175375" h="595629">
                <a:moveTo>
                  <a:pt x="2532265" y="0"/>
                </a:moveTo>
                <a:lnTo>
                  <a:pt x="2503792" y="0"/>
                </a:lnTo>
                <a:lnTo>
                  <a:pt x="2503792" y="9525"/>
                </a:lnTo>
                <a:lnTo>
                  <a:pt x="2532265" y="9525"/>
                </a:lnTo>
                <a:lnTo>
                  <a:pt x="2532265" y="0"/>
                </a:lnTo>
                <a:close/>
              </a:path>
              <a:path w="6175375" h="595629">
                <a:moveTo>
                  <a:pt x="2589225" y="586105"/>
                </a:moveTo>
                <a:lnTo>
                  <a:pt x="2560751" y="586105"/>
                </a:lnTo>
                <a:lnTo>
                  <a:pt x="2560751" y="595630"/>
                </a:lnTo>
                <a:lnTo>
                  <a:pt x="2589225" y="595630"/>
                </a:lnTo>
                <a:lnTo>
                  <a:pt x="2589225" y="586105"/>
                </a:lnTo>
                <a:close/>
              </a:path>
              <a:path w="6175375" h="595629">
                <a:moveTo>
                  <a:pt x="2589225" y="0"/>
                </a:moveTo>
                <a:lnTo>
                  <a:pt x="2560751" y="0"/>
                </a:lnTo>
                <a:lnTo>
                  <a:pt x="2560751" y="9525"/>
                </a:lnTo>
                <a:lnTo>
                  <a:pt x="2589225" y="9525"/>
                </a:lnTo>
                <a:lnTo>
                  <a:pt x="2589225" y="0"/>
                </a:lnTo>
                <a:close/>
              </a:path>
              <a:path w="6175375" h="595629">
                <a:moveTo>
                  <a:pt x="2646184" y="586105"/>
                </a:moveTo>
                <a:lnTo>
                  <a:pt x="2617711" y="586105"/>
                </a:lnTo>
                <a:lnTo>
                  <a:pt x="2617711" y="595630"/>
                </a:lnTo>
                <a:lnTo>
                  <a:pt x="2646184" y="595630"/>
                </a:lnTo>
                <a:lnTo>
                  <a:pt x="2646184" y="586105"/>
                </a:lnTo>
                <a:close/>
              </a:path>
              <a:path w="6175375" h="595629">
                <a:moveTo>
                  <a:pt x="2646184" y="0"/>
                </a:moveTo>
                <a:lnTo>
                  <a:pt x="2617711" y="0"/>
                </a:lnTo>
                <a:lnTo>
                  <a:pt x="2617711" y="9525"/>
                </a:lnTo>
                <a:lnTo>
                  <a:pt x="2646184" y="9525"/>
                </a:lnTo>
                <a:lnTo>
                  <a:pt x="2646184" y="0"/>
                </a:lnTo>
                <a:close/>
              </a:path>
              <a:path w="6175375" h="595629">
                <a:moveTo>
                  <a:pt x="2703144" y="586105"/>
                </a:moveTo>
                <a:lnTo>
                  <a:pt x="2674658" y="586105"/>
                </a:lnTo>
                <a:lnTo>
                  <a:pt x="2674658" y="595630"/>
                </a:lnTo>
                <a:lnTo>
                  <a:pt x="2703144" y="595630"/>
                </a:lnTo>
                <a:lnTo>
                  <a:pt x="2703144" y="586105"/>
                </a:lnTo>
                <a:close/>
              </a:path>
              <a:path w="6175375" h="595629">
                <a:moveTo>
                  <a:pt x="2703144" y="0"/>
                </a:moveTo>
                <a:lnTo>
                  <a:pt x="2674658" y="0"/>
                </a:lnTo>
                <a:lnTo>
                  <a:pt x="2674658" y="9525"/>
                </a:lnTo>
                <a:lnTo>
                  <a:pt x="2703144" y="9525"/>
                </a:lnTo>
                <a:lnTo>
                  <a:pt x="2703144" y="0"/>
                </a:lnTo>
                <a:close/>
              </a:path>
              <a:path w="6175375" h="595629">
                <a:moveTo>
                  <a:pt x="2760103" y="586105"/>
                </a:moveTo>
                <a:lnTo>
                  <a:pt x="2731617" y="586105"/>
                </a:lnTo>
                <a:lnTo>
                  <a:pt x="2731617" y="595630"/>
                </a:lnTo>
                <a:lnTo>
                  <a:pt x="2760103" y="595630"/>
                </a:lnTo>
                <a:lnTo>
                  <a:pt x="2760103" y="586105"/>
                </a:lnTo>
                <a:close/>
              </a:path>
              <a:path w="6175375" h="595629">
                <a:moveTo>
                  <a:pt x="2760103" y="0"/>
                </a:moveTo>
                <a:lnTo>
                  <a:pt x="2731617" y="0"/>
                </a:lnTo>
                <a:lnTo>
                  <a:pt x="2731617" y="9525"/>
                </a:lnTo>
                <a:lnTo>
                  <a:pt x="2760103" y="9525"/>
                </a:lnTo>
                <a:lnTo>
                  <a:pt x="2760103" y="0"/>
                </a:lnTo>
                <a:close/>
              </a:path>
              <a:path w="6175375" h="595629">
                <a:moveTo>
                  <a:pt x="2817050" y="586105"/>
                </a:moveTo>
                <a:lnTo>
                  <a:pt x="2788577" y="586105"/>
                </a:lnTo>
                <a:lnTo>
                  <a:pt x="2788577" y="595630"/>
                </a:lnTo>
                <a:lnTo>
                  <a:pt x="2817050" y="595630"/>
                </a:lnTo>
                <a:lnTo>
                  <a:pt x="2817050" y="586105"/>
                </a:lnTo>
                <a:close/>
              </a:path>
              <a:path w="6175375" h="595629">
                <a:moveTo>
                  <a:pt x="2817050" y="0"/>
                </a:moveTo>
                <a:lnTo>
                  <a:pt x="2788577" y="0"/>
                </a:lnTo>
                <a:lnTo>
                  <a:pt x="2788577" y="9525"/>
                </a:lnTo>
                <a:lnTo>
                  <a:pt x="2817050" y="9525"/>
                </a:lnTo>
                <a:lnTo>
                  <a:pt x="2817050" y="0"/>
                </a:lnTo>
                <a:close/>
              </a:path>
              <a:path w="6175375" h="595629">
                <a:moveTo>
                  <a:pt x="2874010" y="586105"/>
                </a:moveTo>
                <a:lnTo>
                  <a:pt x="2845536" y="586105"/>
                </a:lnTo>
                <a:lnTo>
                  <a:pt x="2845536" y="595630"/>
                </a:lnTo>
                <a:lnTo>
                  <a:pt x="2874010" y="595630"/>
                </a:lnTo>
                <a:lnTo>
                  <a:pt x="2874010" y="586105"/>
                </a:lnTo>
                <a:close/>
              </a:path>
              <a:path w="6175375" h="595629">
                <a:moveTo>
                  <a:pt x="2874010" y="0"/>
                </a:moveTo>
                <a:lnTo>
                  <a:pt x="2845536" y="0"/>
                </a:lnTo>
                <a:lnTo>
                  <a:pt x="2845536" y="9525"/>
                </a:lnTo>
                <a:lnTo>
                  <a:pt x="2874010" y="9525"/>
                </a:lnTo>
                <a:lnTo>
                  <a:pt x="2874010" y="0"/>
                </a:lnTo>
                <a:close/>
              </a:path>
              <a:path w="6175375" h="595629">
                <a:moveTo>
                  <a:pt x="2930969" y="586105"/>
                </a:moveTo>
                <a:lnTo>
                  <a:pt x="2902496" y="586105"/>
                </a:lnTo>
                <a:lnTo>
                  <a:pt x="2902496" y="595630"/>
                </a:lnTo>
                <a:lnTo>
                  <a:pt x="2930969" y="595630"/>
                </a:lnTo>
                <a:lnTo>
                  <a:pt x="2930969" y="586105"/>
                </a:lnTo>
                <a:close/>
              </a:path>
              <a:path w="6175375" h="595629">
                <a:moveTo>
                  <a:pt x="2930969" y="0"/>
                </a:moveTo>
                <a:lnTo>
                  <a:pt x="2902496" y="0"/>
                </a:lnTo>
                <a:lnTo>
                  <a:pt x="2902496" y="9525"/>
                </a:lnTo>
                <a:lnTo>
                  <a:pt x="2930969" y="9525"/>
                </a:lnTo>
                <a:lnTo>
                  <a:pt x="2930969" y="0"/>
                </a:lnTo>
                <a:close/>
              </a:path>
              <a:path w="6175375" h="595629">
                <a:moveTo>
                  <a:pt x="2987929" y="586105"/>
                </a:moveTo>
                <a:lnTo>
                  <a:pt x="2959443" y="586105"/>
                </a:lnTo>
                <a:lnTo>
                  <a:pt x="2959443" y="595630"/>
                </a:lnTo>
                <a:lnTo>
                  <a:pt x="2987929" y="595630"/>
                </a:lnTo>
                <a:lnTo>
                  <a:pt x="2987929" y="586105"/>
                </a:lnTo>
                <a:close/>
              </a:path>
              <a:path w="6175375" h="595629">
                <a:moveTo>
                  <a:pt x="2987929" y="0"/>
                </a:moveTo>
                <a:lnTo>
                  <a:pt x="2959443" y="0"/>
                </a:lnTo>
                <a:lnTo>
                  <a:pt x="2959443" y="9525"/>
                </a:lnTo>
                <a:lnTo>
                  <a:pt x="2987929" y="9525"/>
                </a:lnTo>
                <a:lnTo>
                  <a:pt x="2987929" y="0"/>
                </a:lnTo>
                <a:close/>
              </a:path>
              <a:path w="6175375" h="595629">
                <a:moveTo>
                  <a:pt x="3044888" y="586105"/>
                </a:moveTo>
                <a:lnTo>
                  <a:pt x="3016402" y="586105"/>
                </a:lnTo>
                <a:lnTo>
                  <a:pt x="3016402" y="595630"/>
                </a:lnTo>
                <a:lnTo>
                  <a:pt x="3044888" y="595630"/>
                </a:lnTo>
                <a:lnTo>
                  <a:pt x="3044888" y="586105"/>
                </a:lnTo>
                <a:close/>
              </a:path>
              <a:path w="6175375" h="595629">
                <a:moveTo>
                  <a:pt x="3044888" y="0"/>
                </a:moveTo>
                <a:lnTo>
                  <a:pt x="3016402" y="0"/>
                </a:lnTo>
                <a:lnTo>
                  <a:pt x="3016402" y="9525"/>
                </a:lnTo>
                <a:lnTo>
                  <a:pt x="3044888" y="9525"/>
                </a:lnTo>
                <a:lnTo>
                  <a:pt x="3044888" y="0"/>
                </a:lnTo>
                <a:close/>
              </a:path>
              <a:path w="6175375" h="595629">
                <a:moveTo>
                  <a:pt x="3101848" y="586105"/>
                </a:moveTo>
                <a:lnTo>
                  <a:pt x="3073362" y="586105"/>
                </a:lnTo>
                <a:lnTo>
                  <a:pt x="3073362" y="595630"/>
                </a:lnTo>
                <a:lnTo>
                  <a:pt x="3101848" y="595630"/>
                </a:lnTo>
                <a:lnTo>
                  <a:pt x="3101848" y="586105"/>
                </a:lnTo>
                <a:close/>
              </a:path>
              <a:path w="6175375" h="595629">
                <a:moveTo>
                  <a:pt x="3101848" y="0"/>
                </a:moveTo>
                <a:lnTo>
                  <a:pt x="3073362" y="0"/>
                </a:lnTo>
                <a:lnTo>
                  <a:pt x="3073362" y="9525"/>
                </a:lnTo>
                <a:lnTo>
                  <a:pt x="3101848" y="9525"/>
                </a:lnTo>
                <a:lnTo>
                  <a:pt x="3101848" y="0"/>
                </a:lnTo>
                <a:close/>
              </a:path>
              <a:path w="6175375" h="595629">
                <a:moveTo>
                  <a:pt x="3158794" y="586105"/>
                </a:moveTo>
                <a:lnTo>
                  <a:pt x="3130321" y="586105"/>
                </a:lnTo>
                <a:lnTo>
                  <a:pt x="3130321" y="595630"/>
                </a:lnTo>
                <a:lnTo>
                  <a:pt x="3158794" y="595630"/>
                </a:lnTo>
                <a:lnTo>
                  <a:pt x="3158794" y="586105"/>
                </a:lnTo>
                <a:close/>
              </a:path>
              <a:path w="6175375" h="595629">
                <a:moveTo>
                  <a:pt x="3158794" y="0"/>
                </a:moveTo>
                <a:lnTo>
                  <a:pt x="3130321" y="0"/>
                </a:lnTo>
                <a:lnTo>
                  <a:pt x="3130321" y="9525"/>
                </a:lnTo>
                <a:lnTo>
                  <a:pt x="3158794" y="9525"/>
                </a:lnTo>
                <a:lnTo>
                  <a:pt x="3158794" y="0"/>
                </a:lnTo>
                <a:close/>
              </a:path>
              <a:path w="6175375" h="595629">
                <a:moveTo>
                  <a:pt x="3215754" y="586105"/>
                </a:moveTo>
                <a:lnTo>
                  <a:pt x="3187281" y="586105"/>
                </a:lnTo>
                <a:lnTo>
                  <a:pt x="3187281" y="595630"/>
                </a:lnTo>
                <a:lnTo>
                  <a:pt x="3215754" y="595630"/>
                </a:lnTo>
                <a:lnTo>
                  <a:pt x="3215754" y="586105"/>
                </a:lnTo>
                <a:close/>
              </a:path>
              <a:path w="6175375" h="595629">
                <a:moveTo>
                  <a:pt x="3215754" y="0"/>
                </a:moveTo>
                <a:lnTo>
                  <a:pt x="3187281" y="0"/>
                </a:lnTo>
                <a:lnTo>
                  <a:pt x="3187281" y="9525"/>
                </a:lnTo>
                <a:lnTo>
                  <a:pt x="3215754" y="9525"/>
                </a:lnTo>
                <a:lnTo>
                  <a:pt x="3215754" y="0"/>
                </a:lnTo>
                <a:close/>
              </a:path>
              <a:path w="6175375" h="595629">
                <a:moveTo>
                  <a:pt x="3272713" y="586105"/>
                </a:moveTo>
                <a:lnTo>
                  <a:pt x="3244240" y="586105"/>
                </a:lnTo>
                <a:lnTo>
                  <a:pt x="3244240" y="595630"/>
                </a:lnTo>
                <a:lnTo>
                  <a:pt x="3272713" y="595630"/>
                </a:lnTo>
                <a:lnTo>
                  <a:pt x="3272713" y="586105"/>
                </a:lnTo>
                <a:close/>
              </a:path>
              <a:path w="6175375" h="595629">
                <a:moveTo>
                  <a:pt x="3272713" y="0"/>
                </a:moveTo>
                <a:lnTo>
                  <a:pt x="3244240" y="0"/>
                </a:lnTo>
                <a:lnTo>
                  <a:pt x="3244240" y="9525"/>
                </a:lnTo>
                <a:lnTo>
                  <a:pt x="3272713" y="9525"/>
                </a:lnTo>
                <a:lnTo>
                  <a:pt x="3272713" y="0"/>
                </a:lnTo>
                <a:close/>
              </a:path>
              <a:path w="6175375" h="595629">
                <a:moveTo>
                  <a:pt x="3329673" y="586105"/>
                </a:moveTo>
                <a:lnTo>
                  <a:pt x="3301187" y="586105"/>
                </a:lnTo>
                <a:lnTo>
                  <a:pt x="3301187" y="595630"/>
                </a:lnTo>
                <a:lnTo>
                  <a:pt x="3329673" y="595630"/>
                </a:lnTo>
                <a:lnTo>
                  <a:pt x="3329673" y="586105"/>
                </a:lnTo>
                <a:close/>
              </a:path>
              <a:path w="6175375" h="595629">
                <a:moveTo>
                  <a:pt x="3329673" y="0"/>
                </a:moveTo>
                <a:lnTo>
                  <a:pt x="3301187" y="0"/>
                </a:lnTo>
                <a:lnTo>
                  <a:pt x="3301187" y="9525"/>
                </a:lnTo>
                <a:lnTo>
                  <a:pt x="3329673" y="9525"/>
                </a:lnTo>
                <a:lnTo>
                  <a:pt x="3329673" y="0"/>
                </a:lnTo>
                <a:close/>
              </a:path>
              <a:path w="6175375" h="595629">
                <a:moveTo>
                  <a:pt x="3386632" y="586105"/>
                </a:moveTo>
                <a:lnTo>
                  <a:pt x="3358146" y="586105"/>
                </a:lnTo>
                <a:lnTo>
                  <a:pt x="3358146" y="595630"/>
                </a:lnTo>
                <a:lnTo>
                  <a:pt x="3386632" y="595630"/>
                </a:lnTo>
                <a:lnTo>
                  <a:pt x="3386632" y="586105"/>
                </a:lnTo>
                <a:close/>
              </a:path>
              <a:path w="6175375" h="595629">
                <a:moveTo>
                  <a:pt x="3386632" y="0"/>
                </a:moveTo>
                <a:lnTo>
                  <a:pt x="3358146" y="0"/>
                </a:lnTo>
                <a:lnTo>
                  <a:pt x="3358146" y="9525"/>
                </a:lnTo>
                <a:lnTo>
                  <a:pt x="3386632" y="9525"/>
                </a:lnTo>
                <a:lnTo>
                  <a:pt x="3386632" y="0"/>
                </a:lnTo>
                <a:close/>
              </a:path>
              <a:path w="6175375" h="595629">
                <a:moveTo>
                  <a:pt x="3443579" y="586105"/>
                </a:moveTo>
                <a:lnTo>
                  <a:pt x="3415106" y="586105"/>
                </a:lnTo>
                <a:lnTo>
                  <a:pt x="3415106" y="595630"/>
                </a:lnTo>
                <a:lnTo>
                  <a:pt x="3443579" y="595630"/>
                </a:lnTo>
                <a:lnTo>
                  <a:pt x="3443579" y="586105"/>
                </a:lnTo>
                <a:close/>
              </a:path>
              <a:path w="6175375" h="595629">
                <a:moveTo>
                  <a:pt x="3443579" y="0"/>
                </a:moveTo>
                <a:lnTo>
                  <a:pt x="3415106" y="0"/>
                </a:lnTo>
                <a:lnTo>
                  <a:pt x="3415106" y="9525"/>
                </a:lnTo>
                <a:lnTo>
                  <a:pt x="3443579" y="9525"/>
                </a:lnTo>
                <a:lnTo>
                  <a:pt x="3443579" y="0"/>
                </a:lnTo>
                <a:close/>
              </a:path>
              <a:path w="6175375" h="595629">
                <a:moveTo>
                  <a:pt x="3500539" y="586105"/>
                </a:moveTo>
                <a:lnTo>
                  <a:pt x="3472065" y="586105"/>
                </a:lnTo>
                <a:lnTo>
                  <a:pt x="3472065" y="595630"/>
                </a:lnTo>
                <a:lnTo>
                  <a:pt x="3500539" y="595630"/>
                </a:lnTo>
                <a:lnTo>
                  <a:pt x="3500539" y="586105"/>
                </a:lnTo>
                <a:close/>
              </a:path>
              <a:path w="6175375" h="595629">
                <a:moveTo>
                  <a:pt x="3500539" y="0"/>
                </a:moveTo>
                <a:lnTo>
                  <a:pt x="3472065" y="0"/>
                </a:lnTo>
                <a:lnTo>
                  <a:pt x="3472065" y="9525"/>
                </a:lnTo>
                <a:lnTo>
                  <a:pt x="3500539" y="9525"/>
                </a:lnTo>
                <a:lnTo>
                  <a:pt x="3500539" y="0"/>
                </a:lnTo>
                <a:close/>
              </a:path>
              <a:path w="6175375" h="595629">
                <a:moveTo>
                  <a:pt x="3557498" y="586105"/>
                </a:moveTo>
                <a:lnTo>
                  <a:pt x="3529025" y="586105"/>
                </a:lnTo>
                <a:lnTo>
                  <a:pt x="3529025" y="595630"/>
                </a:lnTo>
                <a:lnTo>
                  <a:pt x="3557498" y="595630"/>
                </a:lnTo>
                <a:lnTo>
                  <a:pt x="3557498" y="586105"/>
                </a:lnTo>
                <a:close/>
              </a:path>
              <a:path w="6175375" h="595629">
                <a:moveTo>
                  <a:pt x="3557498" y="0"/>
                </a:moveTo>
                <a:lnTo>
                  <a:pt x="3529025" y="0"/>
                </a:lnTo>
                <a:lnTo>
                  <a:pt x="3529025" y="9525"/>
                </a:lnTo>
                <a:lnTo>
                  <a:pt x="3557498" y="9525"/>
                </a:lnTo>
                <a:lnTo>
                  <a:pt x="3557498" y="0"/>
                </a:lnTo>
                <a:close/>
              </a:path>
              <a:path w="6175375" h="595629">
                <a:moveTo>
                  <a:pt x="3614458" y="586105"/>
                </a:moveTo>
                <a:lnTo>
                  <a:pt x="3585972" y="586105"/>
                </a:lnTo>
                <a:lnTo>
                  <a:pt x="3585972" y="595630"/>
                </a:lnTo>
                <a:lnTo>
                  <a:pt x="3614458" y="595630"/>
                </a:lnTo>
                <a:lnTo>
                  <a:pt x="3614458" y="586105"/>
                </a:lnTo>
                <a:close/>
              </a:path>
              <a:path w="6175375" h="595629">
                <a:moveTo>
                  <a:pt x="3614458" y="0"/>
                </a:moveTo>
                <a:lnTo>
                  <a:pt x="3585972" y="0"/>
                </a:lnTo>
                <a:lnTo>
                  <a:pt x="3585972" y="9525"/>
                </a:lnTo>
                <a:lnTo>
                  <a:pt x="3614458" y="9525"/>
                </a:lnTo>
                <a:lnTo>
                  <a:pt x="3614458" y="0"/>
                </a:lnTo>
                <a:close/>
              </a:path>
              <a:path w="6175375" h="595629">
                <a:moveTo>
                  <a:pt x="3671417" y="586105"/>
                </a:moveTo>
                <a:lnTo>
                  <a:pt x="3642931" y="586105"/>
                </a:lnTo>
                <a:lnTo>
                  <a:pt x="3642931" y="595630"/>
                </a:lnTo>
                <a:lnTo>
                  <a:pt x="3671417" y="595630"/>
                </a:lnTo>
                <a:lnTo>
                  <a:pt x="3671417" y="586105"/>
                </a:lnTo>
                <a:close/>
              </a:path>
              <a:path w="6175375" h="595629">
                <a:moveTo>
                  <a:pt x="3671417" y="0"/>
                </a:moveTo>
                <a:lnTo>
                  <a:pt x="3642931" y="0"/>
                </a:lnTo>
                <a:lnTo>
                  <a:pt x="3642931" y="9525"/>
                </a:lnTo>
                <a:lnTo>
                  <a:pt x="3671417" y="9525"/>
                </a:lnTo>
                <a:lnTo>
                  <a:pt x="3671417" y="0"/>
                </a:lnTo>
                <a:close/>
              </a:path>
              <a:path w="6175375" h="595629">
                <a:moveTo>
                  <a:pt x="3728364" y="586105"/>
                </a:moveTo>
                <a:lnTo>
                  <a:pt x="3699891" y="586105"/>
                </a:lnTo>
                <a:lnTo>
                  <a:pt x="3699891" y="595630"/>
                </a:lnTo>
                <a:lnTo>
                  <a:pt x="3728364" y="595630"/>
                </a:lnTo>
                <a:lnTo>
                  <a:pt x="3728364" y="586105"/>
                </a:lnTo>
                <a:close/>
              </a:path>
              <a:path w="6175375" h="595629">
                <a:moveTo>
                  <a:pt x="3728364" y="0"/>
                </a:moveTo>
                <a:lnTo>
                  <a:pt x="3699891" y="0"/>
                </a:lnTo>
                <a:lnTo>
                  <a:pt x="3699891" y="9525"/>
                </a:lnTo>
                <a:lnTo>
                  <a:pt x="3728364" y="9525"/>
                </a:lnTo>
                <a:lnTo>
                  <a:pt x="3728364" y="0"/>
                </a:lnTo>
                <a:close/>
              </a:path>
              <a:path w="6175375" h="595629">
                <a:moveTo>
                  <a:pt x="3785324" y="586105"/>
                </a:moveTo>
                <a:lnTo>
                  <a:pt x="3756850" y="586105"/>
                </a:lnTo>
                <a:lnTo>
                  <a:pt x="3756850" y="595630"/>
                </a:lnTo>
                <a:lnTo>
                  <a:pt x="3785324" y="595630"/>
                </a:lnTo>
                <a:lnTo>
                  <a:pt x="3785324" y="586105"/>
                </a:lnTo>
                <a:close/>
              </a:path>
              <a:path w="6175375" h="595629">
                <a:moveTo>
                  <a:pt x="3785324" y="0"/>
                </a:moveTo>
                <a:lnTo>
                  <a:pt x="3756850" y="0"/>
                </a:lnTo>
                <a:lnTo>
                  <a:pt x="3756850" y="9525"/>
                </a:lnTo>
                <a:lnTo>
                  <a:pt x="3785324" y="9525"/>
                </a:lnTo>
                <a:lnTo>
                  <a:pt x="3785324" y="0"/>
                </a:lnTo>
                <a:close/>
              </a:path>
              <a:path w="6175375" h="595629">
                <a:moveTo>
                  <a:pt x="3842283" y="586105"/>
                </a:moveTo>
                <a:lnTo>
                  <a:pt x="3813810" y="586105"/>
                </a:lnTo>
                <a:lnTo>
                  <a:pt x="3813810" y="595630"/>
                </a:lnTo>
                <a:lnTo>
                  <a:pt x="3842283" y="595630"/>
                </a:lnTo>
                <a:lnTo>
                  <a:pt x="3842283" y="586105"/>
                </a:lnTo>
                <a:close/>
              </a:path>
              <a:path w="6175375" h="595629">
                <a:moveTo>
                  <a:pt x="3842283" y="0"/>
                </a:moveTo>
                <a:lnTo>
                  <a:pt x="3813810" y="0"/>
                </a:lnTo>
                <a:lnTo>
                  <a:pt x="3813810" y="9525"/>
                </a:lnTo>
                <a:lnTo>
                  <a:pt x="3842283" y="9525"/>
                </a:lnTo>
                <a:lnTo>
                  <a:pt x="3842283" y="0"/>
                </a:lnTo>
                <a:close/>
              </a:path>
              <a:path w="6175375" h="595629">
                <a:moveTo>
                  <a:pt x="3899243" y="586105"/>
                </a:moveTo>
                <a:lnTo>
                  <a:pt x="3870756" y="586105"/>
                </a:lnTo>
                <a:lnTo>
                  <a:pt x="3870756" y="595630"/>
                </a:lnTo>
                <a:lnTo>
                  <a:pt x="3899243" y="595630"/>
                </a:lnTo>
                <a:lnTo>
                  <a:pt x="3899243" y="586105"/>
                </a:lnTo>
                <a:close/>
              </a:path>
              <a:path w="6175375" h="595629">
                <a:moveTo>
                  <a:pt x="3899243" y="0"/>
                </a:moveTo>
                <a:lnTo>
                  <a:pt x="3870756" y="0"/>
                </a:lnTo>
                <a:lnTo>
                  <a:pt x="3870756" y="9525"/>
                </a:lnTo>
                <a:lnTo>
                  <a:pt x="3899243" y="9525"/>
                </a:lnTo>
                <a:lnTo>
                  <a:pt x="3899243" y="0"/>
                </a:lnTo>
                <a:close/>
              </a:path>
              <a:path w="6175375" h="595629">
                <a:moveTo>
                  <a:pt x="3956202" y="586105"/>
                </a:moveTo>
                <a:lnTo>
                  <a:pt x="3927716" y="586105"/>
                </a:lnTo>
                <a:lnTo>
                  <a:pt x="3927716" y="595630"/>
                </a:lnTo>
                <a:lnTo>
                  <a:pt x="3956202" y="595630"/>
                </a:lnTo>
                <a:lnTo>
                  <a:pt x="3956202" y="586105"/>
                </a:lnTo>
                <a:close/>
              </a:path>
              <a:path w="6175375" h="595629">
                <a:moveTo>
                  <a:pt x="3956202" y="0"/>
                </a:moveTo>
                <a:lnTo>
                  <a:pt x="3927716" y="0"/>
                </a:lnTo>
                <a:lnTo>
                  <a:pt x="3927716" y="9525"/>
                </a:lnTo>
                <a:lnTo>
                  <a:pt x="3956202" y="9525"/>
                </a:lnTo>
                <a:lnTo>
                  <a:pt x="3956202" y="0"/>
                </a:lnTo>
                <a:close/>
              </a:path>
              <a:path w="6175375" h="595629">
                <a:moveTo>
                  <a:pt x="4013149" y="586105"/>
                </a:moveTo>
                <a:lnTo>
                  <a:pt x="3984675" y="586105"/>
                </a:lnTo>
                <a:lnTo>
                  <a:pt x="3984675" y="595630"/>
                </a:lnTo>
                <a:lnTo>
                  <a:pt x="4013149" y="595630"/>
                </a:lnTo>
                <a:lnTo>
                  <a:pt x="4013149" y="586105"/>
                </a:lnTo>
                <a:close/>
              </a:path>
              <a:path w="6175375" h="595629">
                <a:moveTo>
                  <a:pt x="4013149" y="0"/>
                </a:moveTo>
                <a:lnTo>
                  <a:pt x="3984675" y="0"/>
                </a:lnTo>
                <a:lnTo>
                  <a:pt x="3984675" y="9525"/>
                </a:lnTo>
                <a:lnTo>
                  <a:pt x="4013149" y="9525"/>
                </a:lnTo>
                <a:lnTo>
                  <a:pt x="4013149" y="0"/>
                </a:lnTo>
                <a:close/>
              </a:path>
              <a:path w="6175375" h="595629">
                <a:moveTo>
                  <a:pt x="4070108" y="586105"/>
                </a:moveTo>
                <a:lnTo>
                  <a:pt x="4041635" y="586105"/>
                </a:lnTo>
                <a:lnTo>
                  <a:pt x="4041635" y="595630"/>
                </a:lnTo>
                <a:lnTo>
                  <a:pt x="4070108" y="595630"/>
                </a:lnTo>
                <a:lnTo>
                  <a:pt x="4070108" y="586105"/>
                </a:lnTo>
                <a:close/>
              </a:path>
              <a:path w="6175375" h="595629">
                <a:moveTo>
                  <a:pt x="4070108" y="0"/>
                </a:moveTo>
                <a:lnTo>
                  <a:pt x="4041635" y="0"/>
                </a:lnTo>
                <a:lnTo>
                  <a:pt x="4041635" y="9525"/>
                </a:lnTo>
                <a:lnTo>
                  <a:pt x="4070108" y="9525"/>
                </a:lnTo>
                <a:lnTo>
                  <a:pt x="4070108" y="0"/>
                </a:lnTo>
                <a:close/>
              </a:path>
              <a:path w="6175375" h="595629">
                <a:moveTo>
                  <a:pt x="4127068" y="586105"/>
                </a:moveTo>
                <a:lnTo>
                  <a:pt x="4098594" y="586105"/>
                </a:lnTo>
                <a:lnTo>
                  <a:pt x="4098594" y="595630"/>
                </a:lnTo>
                <a:lnTo>
                  <a:pt x="4127068" y="595630"/>
                </a:lnTo>
                <a:lnTo>
                  <a:pt x="4127068" y="586105"/>
                </a:lnTo>
                <a:close/>
              </a:path>
              <a:path w="6175375" h="595629">
                <a:moveTo>
                  <a:pt x="4127068" y="0"/>
                </a:moveTo>
                <a:lnTo>
                  <a:pt x="4098594" y="0"/>
                </a:lnTo>
                <a:lnTo>
                  <a:pt x="4098594" y="9525"/>
                </a:lnTo>
                <a:lnTo>
                  <a:pt x="4127068" y="9525"/>
                </a:lnTo>
                <a:lnTo>
                  <a:pt x="4127068" y="0"/>
                </a:lnTo>
                <a:close/>
              </a:path>
              <a:path w="6175375" h="595629">
                <a:moveTo>
                  <a:pt x="4184027" y="586105"/>
                </a:moveTo>
                <a:lnTo>
                  <a:pt x="4155554" y="586105"/>
                </a:lnTo>
                <a:lnTo>
                  <a:pt x="4155554" y="595630"/>
                </a:lnTo>
                <a:lnTo>
                  <a:pt x="4184027" y="595630"/>
                </a:lnTo>
                <a:lnTo>
                  <a:pt x="4184027" y="586105"/>
                </a:lnTo>
                <a:close/>
              </a:path>
              <a:path w="6175375" h="595629">
                <a:moveTo>
                  <a:pt x="4184027" y="0"/>
                </a:moveTo>
                <a:lnTo>
                  <a:pt x="4155554" y="0"/>
                </a:lnTo>
                <a:lnTo>
                  <a:pt x="4155554" y="9525"/>
                </a:lnTo>
                <a:lnTo>
                  <a:pt x="4184027" y="9525"/>
                </a:lnTo>
                <a:lnTo>
                  <a:pt x="4184027" y="0"/>
                </a:lnTo>
                <a:close/>
              </a:path>
              <a:path w="6175375" h="595629">
                <a:moveTo>
                  <a:pt x="4240987" y="586105"/>
                </a:moveTo>
                <a:lnTo>
                  <a:pt x="4212501" y="586105"/>
                </a:lnTo>
                <a:lnTo>
                  <a:pt x="4212501" y="595630"/>
                </a:lnTo>
                <a:lnTo>
                  <a:pt x="4240987" y="595630"/>
                </a:lnTo>
                <a:lnTo>
                  <a:pt x="4240987" y="586105"/>
                </a:lnTo>
                <a:close/>
              </a:path>
              <a:path w="6175375" h="595629">
                <a:moveTo>
                  <a:pt x="4240987" y="0"/>
                </a:moveTo>
                <a:lnTo>
                  <a:pt x="4212501" y="0"/>
                </a:lnTo>
                <a:lnTo>
                  <a:pt x="4212501" y="9525"/>
                </a:lnTo>
                <a:lnTo>
                  <a:pt x="4240987" y="9525"/>
                </a:lnTo>
                <a:lnTo>
                  <a:pt x="4240987" y="0"/>
                </a:lnTo>
                <a:close/>
              </a:path>
              <a:path w="6175375" h="595629">
                <a:moveTo>
                  <a:pt x="4297946" y="586105"/>
                </a:moveTo>
                <a:lnTo>
                  <a:pt x="4269460" y="586105"/>
                </a:lnTo>
                <a:lnTo>
                  <a:pt x="4269460" y="595630"/>
                </a:lnTo>
                <a:lnTo>
                  <a:pt x="4297946" y="595630"/>
                </a:lnTo>
                <a:lnTo>
                  <a:pt x="4297946" y="586105"/>
                </a:lnTo>
                <a:close/>
              </a:path>
              <a:path w="6175375" h="595629">
                <a:moveTo>
                  <a:pt x="4297946" y="0"/>
                </a:moveTo>
                <a:lnTo>
                  <a:pt x="4269460" y="0"/>
                </a:lnTo>
                <a:lnTo>
                  <a:pt x="4269460" y="9525"/>
                </a:lnTo>
                <a:lnTo>
                  <a:pt x="4297946" y="9525"/>
                </a:lnTo>
                <a:lnTo>
                  <a:pt x="4297946" y="0"/>
                </a:lnTo>
                <a:close/>
              </a:path>
              <a:path w="6175375" h="595629">
                <a:moveTo>
                  <a:pt x="4354893" y="586105"/>
                </a:moveTo>
                <a:lnTo>
                  <a:pt x="4326420" y="586105"/>
                </a:lnTo>
                <a:lnTo>
                  <a:pt x="4326420" y="595630"/>
                </a:lnTo>
                <a:lnTo>
                  <a:pt x="4354893" y="595630"/>
                </a:lnTo>
                <a:lnTo>
                  <a:pt x="4354893" y="586105"/>
                </a:lnTo>
                <a:close/>
              </a:path>
              <a:path w="6175375" h="595629">
                <a:moveTo>
                  <a:pt x="4354893" y="0"/>
                </a:moveTo>
                <a:lnTo>
                  <a:pt x="4326420" y="0"/>
                </a:lnTo>
                <a:lnTo>
                  <a:pt x="4326420" y="9525"/>
                </a:lnTo>
                <a:lnTo>
                  <a:pt x="4354893" y="9525"/>
                </a:lnTo>
                <a:lnTo>
                  <a:pt x="4354893" y="0"/>
                </a:lnTo>
                <a:close/>
              </a:path>
              <a:path w="6175375" h="595629">
                <a:moveTo>
                  <a:pt x="4411853" y="586105"/>
                </a:moveTo>
                <a:lnTo>
                  <a:pt x="4383379" y="586105"/>
                </a:lnTo>
                <a:lnTo>
                  <a:pt x="4383379" y="595630"/>
                </a:lnTo>
                <a:lnTo>
                  <a:pt x="4411853" y="595630"/>
                </a:lnTo>
                <a:lnTo>
                  <a:pt x="4411853" y="586105"/>
                </a:lnTo>
                <a:close/>
              </a:path>
              <a:path w="6175375" h="595629">
                <a:moveTo>
                  <a:pt x="4411853" y="0"/>
                </a:moveTo>
                <a:lnTo>
                  <a:pt x="4383379" y="0"/>
                </a:lnTo>
                <a:lnTo>
                  <a:pt x="4383379" y="9525"/>
                </a:lnTo>
                <a:lnTo>
                  <a:pt x="4411853" y="9525"/>
                </a:lnTo>
                <a:lnTo>
                  <a:pt x="4411853" y="0"/>
                </a:lnTo>
                <a:close/>
              </a:path>
              <a:path w="6175375" h="595629">
                <a:moveTo>
                  <a:pt x="4468812" y="586105"/>
                </a:moveTo>
                <a:lnTo>
                  <a:pt x="4440339" y="586105"/>
                </a:lnTo>
                <a:lnTo>
                  <a:pt x="4440339" y="595630"/>
                </a:lnTo>
                <a:lnTo>
                  <a:pt x="4468812" y="595630"/>
                </a:lnTo>
                <a:lnTo>
                  <a:pt x="4468812" y="586105"/>
                </a:lnTo>
                <a:close/>
              </a:path>
              <a:path w="6175375" h="595629">
                <a:moveTo>
                  <a:pt x="4468812" y="0"/>
                </a:moveTo>
                <a:lnTo>
                  <a:pt x="4440339" y="0"/>
                </a:lnTo>
                <a:lnTo>
                  <a:pt x="4440339" y="9525"/>
                </a:lnTo>
                <a:lnTo>
                  <a:pt x="4468812" y="9525"/>
                </a:lnTo>
                <a:lnTo>
                  <a:pt x="4468812" y="0"/>
                </a:lnTo>
                <a:close/>
              </a:path>
              <a:path w="6175375" h="595629">
                <a:moveTo>
                  <a:pt x="4525772" y="586105"/>
                </a:moveTo>
                <a:lnTo>
                  <a:pt x="4497286" y="586105"/>
                </a:lnTo>
                <a:lnTo>
                  <a:pt x="4497286" y="595630"/>
                </a:lnTo>
                <a:lnTo>
                  <a:pt x="4525772" y="595630"/>
                </a:lnTo>
                <a:lnTo>
                  <a:pt x="4525772" y="586105"/>
                </a:lnTo>
                <a:close/>
              </a:path>
              <a:path w="6175375" h="595629">
                <a:moveTo>
                  <a:pt x="4525772" y="0"/>
                </a:moveTo>
                <a:lnTo>
                  <a:pt x="4497286" y="0"/>
                </a:lnTo>
                <a:lnTo>
                  <a:pt x="4497286" y="9525"/>
                </a:lnTo>
                <a:lnTo>
                  <a:pt x="4525772" y="9525"/>
                </a:lnTo>
                <a:lnTo>
                  <a:pt x="4525772" y="0"/>
                </a:lnTo>
                <a:close/>
              </a:path>
              <a:path w="6175375" h="595629">
                <a:moveTo>
                  <a:pt x="4582731" y="586105"/>
                </a:moveTo>
                <a:lnTo>
                  <a:pt x="4554245" y="586105"/>
                </a:lnTo>
                <a:lnTo>
                  <a:pt x="4554245" y="595630"/>
                </a:lnTo>
                <a:lnTo>
                  <a:pt x="4582731" y="595630"/>
                </a:lnTo>
                <a:lnTo>
                  <a:pt x="4582731" y="586105"/>
                </a:lnTo>
                <a:close/>
              </a:path>
              <a:path w="6175375" h="595629">
                <a:moveTo>
                  <a:pt x="4582731" y="0"/>
                </a:moveTo>
                <a:lnTo>
                  <a:pt x="4554245" y="0"/>
                </a:lnTo>
                <a:lnTo>
                  <a:pt x="4554245" y="9525"/>
                </a:lnTo>
                <a:lnTo>
                  <a:pt x="4582731" y="9525"/>
                </a:lnTo>
                <a:lnTo>
                  <a:pt x="4582731" y="0"/>
                </a:lnTo>
                <a:close/>
              </a:path>
              <a:path w="6175375" h="595629">
                <a:moveTo>
                  <a:pt x="4639678" y="586105"/>
                </a:moveTo>
                <a:lnTo>
                  <a:pt x="4611205" y="586105"/>
                </a:lnTo>
                <a:lnTo>
                  <a:pt x="4611205" y="595630"/>
                </a:lnTo>
                <a:lnTo>
                  <a:pt x="4639678" y="595630"/>
                </a:lnTo>
                <a:lnTo>
                  <a:pt x="4639678" y="586105"/>
                </a:lnTo>
                <a:close/>
              </a:path>
              <a:path w="6175375" h="595629">
                <a:moveTo>
                  <a:pt x="4639678" y="0"/>
                </a:moveTo>
                <a:lnTo>
                  <a:pt x="4611205" y="0"/>
                </a:lnTo>
                <a:lnTo>
                  <a:pt x="4611205" y="9525"/>
                </a:lnTo>
                <a:lnTo>
                  <a:pt x="4639678" y="9525"/>
                </a:lnTo>
                <a:lnTo>
                  <a:pt x="4639678" y="0"/>
                </a:lnTo>
                <a:close/>
              </a:path>
              <a:path w="6175375" h="595629">
                <a:moveTo>
                  <a:pt x="4696638" y="586105"/>
                </a:moveTo>
                <a:lnTo>
                  <a:pt x="4668164" y="586105"/>
                </a:lnTo>
                <a:lnTo>
                  <a:pt x="4668164" y="595630"/>
                </a:lnTo>
                <a:lnTo>
                  <a:pt x="4696638" y="595630"/>
                </a:lnTo>
                <a:lnTo>
                  <a:pt x="4696638" y="586105"/>
                </a:lnTo>
                <a:close/>
              </a:path>
              <a:path w="6175375" h="595629">
                <a:moveTo>
                  <a:pt x="4696638" y="0"/>
                </a:moveTo>
                <a:lnTo>
                  <a:pt x="4668164" y="0"/>
                </a:lnTo>
                <a:lnTo>
                  <a:pt x="4668164" y="9525"/>
                </a:lnTo>
                <a:lnTo>
                  <a:pt x="4696638" y="9525"/>
                </a:lnTo>
                <a:lnTo>
                  <a:pt x="4696638" y="0"/>
                </a:lnTo>
                <a:close/>
              </a:path>
              <a:path w="6175375" h="595629">
                <a:moveTo>
                  <a:pt x="4753597" y="586105"/>
                </a:moveTo>
                <a:lnTo>
                  <a:pt x="4725124" y="586105"/>
                </a:lnTo>
                <a:lnTo>
                  <a:pt x="4725124" y="595630"/>
                </a:lnTo>
                <a:lnTo>
                  <a:pt x="4753597" y="595630"/>
                </a:lnTo>
                <a:lnTo>
                  <a:pt x="4753597" y="586105"/>
                </a:lnTo>
                <a:close/>
              </a:path>
              <a:path w="6175375" h="595629">
                <a:moveTo>
                  <a:pt x="4753597" y="0"/>
                </a:moveTo>
                <a:lnTo>
                  <a:pt x="4725124" y="0"/>
                </a:lnTo>
                <a:lnTo>
                  <a:pt x="4725124" y="9525"/>
                </a:lnTo>
                <a:lnTo>
                  <a:pt x="4753597" y="9525"/>
                </a:lnTo>
                <a:lnTo>
                  <a:pt x="4753597" y="0"/>
                </a:lnTo>
                <a:close/>
              </a:path>
              <a:path w="6175375" h="595629">
                <a:moveTo>
                  <a:pt x="4810557" y="586105"/>
                </a:moveTo>
                <a:lnTo>
                  <a:pt x="4782070" y="586105"/>
                </a:lnTo>
                <a:lnTo>
                  <a:pt x="4782070" y="595630"/>
                </a:lnTo>
                <a:lnTo>
                  <a:pt x="4810557" y="595630"/>
                </a:lnTo>
                <a:lnTo>
                  <a:pt x="4810557" y="586105"/>
                </a:lnTo>
                <a:close/>
              </a:path>
              <a:path w="6175375" h="595629">
                <a:moveTo>
                  <a:pt x="4810557" y="0"/>
                </a:moveTo>
                <a:lnTo>
                  <a:pt x="4782070" y="0"/>
                </a:lnTo>
                <a:lnTo>
                  <a:pt x="4782070" y="9525"/>
                </a:lnTo>
                <a:lnTo>
                  <a:pt x="4810557" y="9525"/>
                </a:lnTo>
                <a:lnTo>
                  <a:pt x="4810557" y="0"/>
                </a:lnTo>
                <a:close/>
              </a:path>
              <a:path w="6175375" h="595629">
                <a:moveTo>
                  <a:pt x="4867516" y="586105"/>
                </a:moveTo>
                <a:lnTo>
                  <a:pt x="4839030" y="586105"/>
                </a:lnTo>
                <a:lnTo>
                  <a:pt x="4839030" y="595630"/>
                </a:lnTo>
                <a:lnTo>
                  <a:pt x="4867516" y="595630"/>
                </a:lnTo>
                <a:lnTo>
                  <a:pt x="4867516" y="586105"/>
                </a:lnTo>
                <a:close/>
              </a:path>
              <a:path w="6175375" h="595629">
                <a:moveTo>
                  <a:pt x="4867516" y="0"/>
                </a:moveTo>
                <a:lnTo>
                  <a:pt x="4839030" y="0"/>
                </a:lnTo>
                <a:lnTo>
                  <a:pt x="4839030" y="9525"/>
                </a:lnTo>
                <a:lnTo>
                  <a:pt x="4867516" y="9525"/>
                </a:lnTo>
                <a:lnTo>
                  <a:pt x="4867516" y="0"/>
                </a:lnTo>
                <a:close/>
              </a:path>
              <a:path w="6175375" h="595629">
                <a:moveTo>
                  <a:pt x="4924463" y="586105"/>
                </a:moveTo>
                <a:lnTo>
                  <a:pt x="4895989" y="586105"/>
                </a:lnTo>
                <a:lnTo>
                  <a:pt x="4895989" y="595630"/>
                </a:lnTo>
                <a:lnTo>
                  <a:pt x="4924463" y="595630"/>
                </a:lnTo>
                <a:lnTo>
                  <a:pt x="4924463" y="586105"/>
                </a:lnTo>
                <a:close/>
              </a:path>
              <a:path w="6175375" h="595629">
                <a:moveTo>
                  <a:pt x="4924463" y="0"/>
                </a:moveTo>
                <a:lnTo>
                  <a:pt x="4895989" y="0"/>
                </a:lnTo>
                <a:lnTo>
                  <a:pt x="4895989" y="9525"/>
                </a:lnTo>
                <a:lnTo>
                  <a:pt x="4924463" y="9525"/>
                </a:lnTo>
                <a:lnTo>
                  <a:pt x="4924463" y="0"/>
                </a:lnTo>
                <a:close/>
              </a:path>
              <a:path w="6175375" h="595629">
                <a:moveTo>
                  <a:pt x="4981422" y="586105"/>
                </a:moveTo>
                <a:lnTo>
                  <a:pt x="4952949" y="586105"/>
                </a:lnTo>
                <a:lnTo>
                  <a:pt x="4952949" y="595630"/>
                </a:lnTo>
                <a:lnTo>
                  <a:pt x="4981422" y="595630"/>
                </a:lnTo>
                <a:lnTo>
                  <a:pt x="4981422" y="586105"/>
                </a:lnTo>
                <a:close/>
              </a:path>
              <a:path w="6175375" h="595629">
                <a:moveTo>
                  <a:pt x="4981422" y="0"/>
                </a:moveTo>
                <a:lnTo>
                  <a:pt x="4952949" y="0"/>
                </a:lnTo>
                <a:lnTo>
                  <a:pt x="4952949" y="9525"/>
                </a:lnTo>
                <a:lnTo>
                  <a:pt x="4981422" y="9525"/>
                </a:lnTo>
                <a:lnTo>
                  <a:pt x="4981422" y="0"/>
                </a:lnTo>
                <a:close/>
              </a:path>
              <a:path w="6175375" h="595629">
                <a:moveTo>
                  <a:pt x="5038382" y="586105"/>
                </a:moveTo>
                <a:lnTo>
                  <a:pt x="5009908" y="586105"/>
                </a:lnTo>
                <a:lnTo>
                  <a:pt x="5009908" y="595630"/>
                </a:lnTo>
                <a:lnTo>
                  <a:pt x="5038382" y="595630"/>
                </a:lnTo>
                <a:lnTo>
                  <a:pt x="5038382" y="586105"/>
                </a:lnTo>
                <a:close/>
              </a:path>
              <a:path w="6175375" h="595629">
                <a:moveTo>
                  <a:pt x="5038382" y="0"/>
                </a:moveTo>
                <a:lnTo>
                  <a:pt x="5009908" y="0"/>
                </a:lnTo>
                <a:lnTo>
                  <a:pt x="5009908" y="9525"/>
                </a:lnTo>
                <a:lnTo>
                  <a:pt x="5038382" y="9525"/>
                </a:lnTo>
                <a:lnTo>
                  <a:pt x="5038382" y="0"/>
                </a:lnTo>
                <a:close/>
              </a:path>
              <a:path w="6175375" h="595629">
                <a:moveTo>
                  <a:pt x="5095341" y="586105"/>
                </a:moveTo>
                <a:lnTo>
                  <a:pt x="5066855" y="586105"/>
                </a:lnTo>
                <a:lnTo>
                  <a:pt x="5066855" y="595630"/>
                </a:lnTo>
                <a:lnTo>
                  <a:pt x="5095341" y="595630"/>
                </a:lnTo>
                <a:lnTo>
                  <a:pt x="5095341" y="586105"/>
                </a:lnTo>
                <a:close/>
              </a:path>
              <a:path w="6175375" h="595629">
                <a:moveTo>
                  <a:pt x="5095341" y="0"/>
                </a:moveTo>
                <a:lnTo>
                  <a:pt x="5066855" y="0"/>
                </a:lnTo>
                <a:lnTo>
                  <a:pt x="5066855" y="9525"/>
                </a:lnTo>
                <a:lnTo>
                  <a:pt x="5095341" y="9525"/>
                </a:lnTo>
                <a:lnTo>
                  <a:pt x="5095341" y="0"/>
                </a:lnTo>
                <a:close/>
              </a:path>
              <a:path w="6175375" h="595629">
                <a:moveTo>
                  <a:pt x="5152301" y="586105"/>
                </a:moveTo>
                <a:lnTo>
                  <a:pt x="5123815" y="586105"/>
                </a:lnTo>
                <a:lnTo>
                  <a:pt x="5123815" y="595630"/>
                </a:lnTo>
                <a:lnTo>
                  <a:pt x="5152301" y="595630"/>
                </a:lnTo>
                <a:lnTo>
                  <a:pt x="5152301" y="586105"/>
                </a:lnTo>
                <a:close/>
              </a:path>
              <a:path w="6175375" h="595629">
                <a:moveTo>
                  <a:pt x="5152301" y="0"/>
                </a:moveTo>
                <a:lnTo>
                  <a:pt x="5123815" y="0"/>
                </a:lnTo>
                <a:lnTo>
                  <a:pt x="5123815" y="9525"/>
                </a:lnTo>
                <a:lnTo>
                  <a:pt x="5152301" y="9525"/>
                </a:lnTo>
                <a:lnTo>
                  <a:pt x="5152301" y="0"/>
                </a:lnTo>
                <a:close/>
              </a:path>
              <a:path w="6175375" h="595629">
                <a:moveTo>
                  <a:pt x="5209260" y="586105"/>
                </a:moveTo>
                <a:lnTo>
                  <a:pt x="5180774" y="586105"/>
                </a:lnTo>
                <a:lnTo>
                  <a:pt x="5180774" y="595630"/>
                </a:lnTo>
                <a:lnTo>
                  <a:pt x="5209260" y="595630"/>
                </a:lnTo>
                <a:lnTo>
                  <a:pt x="5209260" y="586105"/>
                </a:lnTo>
                <a:close/>
              </a:path>
              <a:path w="6175375" h="595629">
                <a:moveTo>
                  <a:pt x="5209260" y="0"/>
                </a:moveTo>
                <a:lnTo>
                  <a:pt x="5180774" y="0"/>
                </a:lnTo>
                <a:lnTo>
                  <a:pt x="5180774" y="9525"/>
                </a:lnTo>
                <a:lnTo>
                  <a:pt x="5209260" y="9525"/>
                </a:lnTo>
                <a:lnTo>
                  <a:pt x="5209260" y="0"/>
                </a:lnTo>
                <a:close/>
              </a:path>
              <a:path w="6175375" h="595629">
                <a:moveTo>
                  <a:pt x="5266207" y="586105"/>
                </a:moveTo>
                <a:lnTo>
                  <a:pt x="5237734" y="586105"/>
                </a:lnTo>
                <a:lnTo>
                  <a:pt x="5237734" y="595630"/>
                </a:lnTo>
                <a:lnTo>
                  <a:pt x="5266207" y="595630"/>
                </a:lnTo>
                <a:lnTo>
                  <a:pt x="5266207" y="586105"/>
                </a:lnTo>
                <a:close/>
              </a:path>
              <a:path w="6175375" h="595629">
                <a:moveTo>
                  <a:pt x="5266207" y="0"/>
                </a:moveTo>
                <a:lnTo>
                  <a:pt x="5237734" y="0"/>
                </a:lnTo>
                <a:lnTo>
                  <a:pt x="5237734" y="9525"/>
                </a:lnTo>
                <a:lnTo>
                  <a:pt x="5266207" y="9525"/>
                </a:lnTo>
                <a:lnTo>
                  <a:pt x="5266207" y="0"/>
                </a:lnTo>
                <a:close/>
              </a:path>
              <a:path w="6175375" h="595629">
                <a:moveTo>
                  <a:pt x="5323167" y="586105"/>
                </a:moveTo>
                <a:lnTo>
                  <a:pt x="5294693" y="586105"/>
                </a:lnTo>
                <a:lnTo>
                  <a:pt x="5294693" y="595630"/>
                </a:lnTo>
                <a:lnTo>
                  <a:pt x="5323167" y="595630"/>
                </a:lnTo>
                <a:lnTo>
                  <a:pt x="5323167" y="586105"/>
                </a:lnTo>
                <a:close/>
              </a:path>
              <a:path w="6175375" h="595629">
                <a:moveTo>
                  <a:pt x="5323167" y="0"/>
                </a:moveTo>
                <a:lnTo>
                  <a:pt x="5294693" y="0"/>
                </a:lnTo>
                <a:lnTo>
                  <a:pt x="5294693" y="9525"/>
                </a:lnTo>
                <a:lnTo>
                  <a:pt x="5323167" y="9525"/>
                </a:lnTo>
                <a:lnTo>
                  <a:pt x="5323167" y="0"/>
                </a:lnTo>
                <a:close/>
              </a:path>
              <a:path w="6175375" h="595629">
                <a:moveTo>
                  <a:pt x="5380126" y="586105"/>
                </a:moveTo>
                <a:lnTo>
                  <a:pt x="5351653" y="586105"/>
                </a:lnTo>
                <a:lnTo>
                  <a:pt x="5351653" y="595630"/>
                </a:lnTo>
                <a:lnTo>
                  <a:pt x="5380126" y="595630"/>
                </a:lnTo>
                <a:lnTo>
                  <a:pt x="5380126" y="586105"/>
                </a:lnTo>
                <a:close/>
              </a:path>
              <a:path w="6175375" h="595629">
                <a:moveTo>
                  <a:pt x="5380126" y="0"/>
                </a:moveTo>
                <a:lnTo>
                  <a:pt x="5351653" y="0"/>
                </a:lnTo>
                <a:lnTo>
                  <a:pt x="5351653" y="9525"/>
                </a:lnTo>
                <a:lnTo>
                  <a:pt x="5380126" y="9525"/>
                </a:lnTo>
                <a:lnTo>
                  <a:pt x="5380126" y="0"/>
                </a:lnTo>
                <a:close/>
              </a:path>
              <a:path w="6175375" h="595629">
                <a:moveTo>
                  <a:pt x="5437086" y="586105"/>
                </a:moveTo>
                <a:lnTo>
                  <a:pt x="5408600" y="586105"/>
                </a:lnTo>
                <a:lnTo>
                  <a:pt x="5408600" y="595630"/>
                </a:lnTo>
                <a:lnTo>
                  <a:pt x="5437086" y="595630"/>
                </a:lnTo>
                <a:lnTo>
                  <a:pt x="5437086" y="586105"/>
                </a:lnTo>
                <a:close/>
              </a:path>
              <a:path w="6175375" h="595629">
                <a:moveTo>
                  <a:pt x="5437086" y="0"/>
                </a:moveTo>
                <a:lnTo>
                  <a:pt x="5408600" y="0"/>
                </a:lnTo>
                <a:lnTo>
                  <a:pt x="5408600" y="9525"/>
                </a:lnTo>
                <a:lnTo>
                  <a:pt x="5437086" y="9525"/>
                </a:lnTo>
                <a:lnTo>
                  <a:pt x="5437086" y="0"/>
                </a:lnTo>
                <a:close/>
              </a:path>
              <a:path w="6175375" h="595629">
                <a:moveTo>
                  <a:pt x="5494045" y="586105"/>
                </a:moveTo>
                <a:lnTo>
                  <a:pt x="5465559" y="586105"/>
                </a:lnTo>
                <a:lnTo>
                  <a:pt x="5465559" y="595630"/>
                </a:lnTo>
                <a:lnTo>
                  <a:pt x="5494045" y="595630"/>
                </a:lnTo>
                <a:lnTo>
                  <a:pt x="5494045" y="586105"/>
                </a:lnTo>
                <a:close/>
              </a:path>
              <a:path w="6175375" h="595629">
                <a:moveTo>
                  <a:pt x="5494045" y="0"/>
                </a:moveTo>
                <a:lnTo>
                  <a:pt x="5465559" y="0"/>
                </a:lnTo>
                <a:lnTo>
                  <a:pt x="5465559" y="9525"/>
                </a:lnTo>
                <a:lnTo>
                  <a:pt x="5494045" y="9525"/>
                </a:lnTo>
                <a:lnTo>
                  <a:pt x="5494045" y="0"/>
                </a:lnTo>
                <a:close/>
              </a:path>
              <a:path w="6175375" h="595629">
                <a:moveTo>
                  <a:pt x="5550992" y="586105"/>
                </a:moveTo>
                <a:lnTo>
                  <a:pt x="5522519" y="586105"/>
                </a:lnTo>
                <a:lnTo>
                  <a:pt x="5522519" y="595630"/>
                </a:lnTo>
                <a:lnTo>
                  <a:pt x="5550992" y="595630"/>
                </a:lnTo>
                <a:lnTo>
                  <a:pt x="5550992" y="586105"/>
                </a:lnTo>
                <a:close/>
              </a:path>
              <a:path w="6175375" h="595629">
                <a:moveTo>
                  <a:pt x="5550992" y="0"/>
                </a:moveTo>
                <a:lnTo>
                  <a:pt x="5522519" y="0"/>
                </a:lnTo>
                <a:lnTo>
                  <a:pt x="5522519" y="9525"/>
                </a:lnTo>
                <a:lnTo>
                  <a:pt x="5550992" y="9525"/>
                </a:lnTo>
                <a:lnTo>
                  <a:pt x="5550992" y="0"/>
                </a:lnTo>
                <a:close/>
              </a:path>
              <a:path w="6175375" h="595629">
                <a:moveTo>
                  <a:pt x="5607951" y="586105"/>
                </a:moveTo>
                <a:lnTo>
                  <a:pt x="5579478" y="586105"/>
                </a:lnTo>
                <a:lnTo>
                  <a:pt x="5579478" y="595630"/>
                </a:lnTo>
                <a:lnTo>
                  <a:pt x="5607951" y="595630"/>
                </a:lnTo>
                <a:lnTo>
                  <a:pt x="5607951" y="586105"/>
                </a:lnTo>
                <a:close/>
              </a:path>
              <a:path w="6175375" h="595629">
                <a:moveTo>
                  <a:pt x="5607951" y="0"/>
                </a:moveTo>
                <a:lnTo>
                  <a:pt x="5579478" y="0"/>
                </a:lnTo>
                <a:lnTo>
                  <a:pt x="5579478" y="9525"/>
                </a:lnTo>
                <a:lnTo>
                  <a:pt x="5607951" y="9525"/>
                </a:lnTo>
                <a:lnTo>
                  <a:pt x="5607951" y="0"/>
                </a:lnTo>
                <a:close/>
              </a:path>
              <a:path w="6175375" h="595629">
                <a:moveTo>
                  <a:pt x="5664911" y="586105"/>
                </a:moveTo>
                <a:lnTo>
                  <a:pt x="5636438" y="586105"/>
                </a:lnTo>
                <a:lnTo>
                  <a:pt x="5636438" y="595630"/>
                </a:lnTo>
                <a:lnTo>
                  <a:pt x="5664911" y="595630"/>
                </a:lnTo>
                <a:lnTo>
                  <a:pt x="5664911" y="586105"/>
                </a:lnTo>
                <a:close/>
              </a:path>
              <a:path w="6175375" h="595629">
                <a:moveTo>
                  <a:pt x="5664911" y="0"/>
                </a:moveTo>
                <a:lnTo>
                  <a:pt x="5636438" y="0"/>
                </a:lnTo>
                <a:lnTo>
                  <a:pt x="5636438" y="9525"/>
                </a:lnTo>
                <a:lnTo>
                  <a:pt x="5664911" y="9525"/>
                </a:lnTo>
                <a:lnTo>
                  <a:pt x="5664911" y="0"/>
                </a:lnTo>
                <a:close/>
              </a:path>
              <a:path w="6175375" h="595629">
                <a:moveTo>
                  <a:pt x="5721870" y="586105"/>
                </a:moveTo>
                <a:lnTo>
                  <a:pt x="5693384" y="586105"/>
                </a:lnTo>
                <a:lnTo>
                  <a:pt x="5693384" y="595630"/>
                </a:lnTo>
                <a:lnTo>
                  <a:pt x="5721870" y="595630"/>
                </a:lnTo>
                <a:lnTo>
                  <a:pt x="5721870" y="586105"/>
                </a:lnTo>
                <a:close/>
              </a:path>
              <a:path w="6175375" h="595629">
                <a:moveTo>
                  <a:pt x="5721870" y="0"/>
                </a:moveTo>
                <a:lnTo>
                  <a:pt x="5693384" y="0"/>
                </a:lnTo>
                <a:lnTo>
                  <a:pt x="5693384" y="9525"/>
                </a:lnTo>
                <a:lnTo>
                  <a:pt x="5721870" y="9525"/>
                </a:lnTo>
                <a:lnTo>
                  <a:pt x="5721870" y="0"/>
                </a:lnTo>
                <a:close/>
              </a:path>
              <a:path w="6175375" h="595629">
                <a:moveTo>
                  <a:pt x="5778830" y="586105"/>
                </a:moveTo>
                <a:lnTo>
                  <a:pt x="5750344" y="586105"/>
                </a:lnTo>
                <a:lnTo>
                  <a:pt x="5750344" y="595630"/>
                </a:lnTo>
                <a:lnTo>
                  <a:pt x="5778830" y="595630"/>
                </a:lnTo>
                <a:lnTo>
                  <a:pt x="5778830" y="586105"/>
                </a:lnTo>
                <a:close/>
              </a:path>
              <a:path w="6175375" h="595629">
                <a:moveTo>
                  <a:pt x="5778830" y="0"/>
                </a:moveTo>
                <a:lnTo>
                  <a:pt x="5750344" y="0"/>
                </a:lnTo>
                <a:lnTo>
                  <a:pt x="5750344" y="9525"/>
                </a:lnTo>
                <a:lnTo>
                  <a:pt x="5778830" y="9525"/>
                </a:lnTo>
                <a:lnTo>
                  <a:pt x="5778830" y="0"/>
                </a:lnTo>
                <a:close/>
              </a:path>
              <a:path w="6175375" h="595629">
                <a:moveTo>
                  <a:pt x="5835777" y="586105"/>
                </a:moveTo>
                <a:lnTo>
                  <a:pt x="5807303" y="586105"/>
                </a:lnTo>
                <a:lnTo>
                  <a:pt x="5807303" y="595630"/>
                </a:lnTo>
                <a:lnTo>
                  <a:pt x="5835777" y="595630"/>
                </a:lnTo>
                <a:lnTo>
                  <a:pt x="5835777" y="586105"/>
                </a:lnTo>
                <a:close/>
              </a:path>
              <a:path w="6175375" h="595629">
                <a:moveTo>
                  <a:pt x="5835777" y="0"/>
                </a:moveTo>
                <a:lnTo>
                  <a:pt x="5807303" y="0"/>
                </a:lnTo>
                <a:lnTo>
                  <a:pt x="5807303" y="9525"/>
                </a:lnTo>
                <a:lnTo>
                  <a:pt x="5835777" y="9525"/>
                </a:lnTo>
                <a:lnTo>
                  <a:pt x="5835777" y="0"/>
                </a:lnTo>
                <a:close/>
              </a:path>
              <a:path w="6175375" h="595629">
                <a:moveTo>
                  <a:pt x="5892736" y="586105"/>
                </a:moveTo>
                <a:lnTo>
                  <a:pt x="5864263" y="586105"/>
                </a:lnTo>
                <a:lnTo>
                  <a:pt x="5864263" y="595630"/>
                </a:lnTo>
                <a:lnTo>
                  <a:pt x="5892736" y="595630"/>
                </a:lnTo>
                <a:lnTo>
                  <a:pt x="5892736" y="586105"/>
                </a:lnTo>
                <a:close/>
              </a:path>
              <a:path w="6175375" h="595629">
                <a:moveTo>
                  <a:pt x="5892736" y="0"/>
                </a:moveTo>
                <a:lnTo>
                  <a:pt x="5864263" y="0"/>
                </a:lnTo>
                <a:lnTo>
                  <a:pt x="5864263" y="9525"/>
                </a:lnTo>
                <a:lnTo>
                  <a:pt x="5892736" y="9525"/>
                </a:lnTo>
                <a:lnTo>
                  <a:pt x="5892736" y="0"/>
                </a:lnTo>
                <a:close/>
              </a:path>
              <a:path w="6175375" h="595629">
                <a:moveTo>
                  <a:pt x="5949696" y="586105"/>
                </a:moveTo>
                <a:lnTo>
                  <a:pt x="5921222" y="586105"/>
                </a:lnTo>
                <a:lnTo>
                  <a:pt x="5921222" y="595630"/>
                </a:lnTo>
                <a:lnTo>
                  <a:pt x="5949696" y="595630"/>
                </a:lnTo>
                <a:lnTo>
                  <a:pt x="5949696" y="586105"/>
                </a:lnTo>
                <a:close/>
              </a:path>
              <a:path w="6175375" h="595629">
                <a:moveTo>
                  <a:pt x="5949696" y="0"/>
                </a:moveTo>
                <a:lnTo>
                  <a:pt x="5921222" y="0"/>
                </a:lnTo>
                <a:lnTo>
                  <a:pt x="5921222" y="9525"/>
                </a:lnTo>
                <a:lnTo>
                  <a:pt x="5949696" y="9525"/>
                </a:lnTo>
                <a:lnTo>
                  <a:pt x="5949696" y="0"/>
                </a:lnTo>
                <a:close/>
              </a:path>
              <a:path w="6175375" h="595629">
                <a:moveTo>
                  <a:pt x="6006655" y="586105"/>
                </a:moveTo>
                <a:lnTo>
                  <a:pt x="5978169" y="586105"/>
                </a:lnTo>
                <a:lnTo>
                  <a:pt x="5978169" y="595630"/>
                </a:lnTo>
                <a:lnTo>
                  <a:pt x="6006655" y="595630"/>
                </a:lnTo>
                <a:lnTo>
                  <a:pt x="6006655" y="586105"/>
                </a:lnTo>
                <a:close/>
              </a:path>
              <a:path w="6175375" h="595629">
                <a:moveTo>
                  <a:pt x="6006655" y="0"/>
                </a:moveTo>
                <a:lnTo>
                  <a:pt x="5978169" y="0"/>
                </a:lnTo>
                <a:lnTo>
                  <a:pt x="5978169" y="9525"/>
                </a:lnTo>
                <a:lnTo>
                  <a:pt x="6006655" y="9525"/>
                </a:lnTo>
                <a:lnTo>
                  <a:pt x="6006655" y="0"/>
                </a:lnTo>
                <a:close/>
              </a:path>
              <a:path w="6175375" h="595629">
                <a:moveTo>
                  <a:pt x="6063615" y="586105"/>
                </a:moveTo>
                <a:lnTo>
                  <a:pt x="6035129" y="586105"/>
                </a:lnTo>
                <a:lnTo>
                  <a:pt x="6035129" y="595630"/>
                </a:lnTo>
                <a:lnTo>
                  <a:pt x="6063615" y="595630"/>
                </a:lnTo>
                <a:lnTo>
                  <a:pt x="6063615" y="586105"/>
                </a:lnTo>
                <a:close/>
              </a:path>
              <a:path w="6175375" h="595629">
                <a:moveTo>
                  <a:pt x="6063615" y="0"/>
                </a:moveTo>
                <a:lnTo>
                  <a:pt x="6035129" y="0"/>
                </a:lnTo>
                <a:lnTo>
                  <a:pt x="6035129" y="9525"/>
                </a:lnTo>
                <a:lnTo>
                  <a:pt x="6063615" y="9525"/>
                </a:lnTo>
                <a:lnTo>
                  <a:pt x="6063615" y="0"/>
                </a:lnTo>
                <a:close/>
              </a:path>
              <a:path w="6175375" h="595629">
                <a:moveTo>
                  <a:pt x="6120562" y="586105"/>
                </a:moveTo>
                <a:lnTo>
                  <a:pt x="6092088" y="586105"/>
                </a:lnTo>
                <a:lnTo>
                  <a:pt x="6092088" y="595630"/>
                </a:lnTo>
                <a:lnTo>
                  <a:pt x="6120562" y="595630"/>
                </a:lnTo>
                <a:lnTo>
                  <a:pt x="6120562" y="586105"/>
                </a:lnTo>
                <a:close/>
              </a:path>
              <a:path w="6175375" h="595629">
                <a:moveTo>
                  <a:pt x="6120562" y="0"/>
                </a:moveTo>
                <a:lnTo>
                  <a:pt x="6092088" y="0"/>
                </a:lnTo>
                <a:lnTo>
                  <a:pt x="6092088" y="9525"/>
                </a:lnTo>
                <a:lnTo>
                  <a:pt x="6120562" y="9525"/>
                </a:lnTo>
                <a:lnTo>
                  <a:pt x="6120562" y="0"/>
                </a:lnTo>
                <a:close/>
              </a:path>
              <a:path w="6175375" h="595629">
                <a:moveTo>
                  <a:pt x="6164008" y="11176"/>
                </a:moveTo>
                <a:lnTo>
                  <a:pt x="6151892" y="2921"/>
                </a:lnTo>
                <a:lnTo>
                  <a:pt x="6150356" y="2667"/>
                </a:lnTo>
                <a:lnTo>
                  <a:pt x="6150267" y="2921"/>
                </a:lnTo>
                <a:lnTo>
                  <a:pt x="6147079" y="11430"/>
                </a:lnTo>
                <a:lnTo>
                  <a:pt x="6148197" y="11684"/>
                </a:lnTo>
                <a:lnTo>
                  <a:pt x="6157290" y="17907"/>
                </a:lnTo>
                <a:lnTo>
                  <a:pt x="6164008" y="11176"/>
                </a:lnTo>
                <a:close/>
              </a:path>
              <a:path w="6175375" h="595629">
                <a:moveTo>
                  <a:pt x="6172517" y="570725"/>
                </a:moveTo>
                <a:lnTo>
                  <a:pt x="6163665" y="567423"/>
                </a:lnTo>
                <a:lnTo>
                  <a:pt x="6163424" y="568617"/>
                </a:lnTo>
                <a:lnTo>
                  <a:pt x="6157328" y="577646"/>
                </a:lnTo>
                <a:lnTo>
                  <a:pt x="6148197" y="583819"/>
                </a:lnTo>
                <a:lnTo>
                  <a:pt x="6147066" y="584060"/>
                </a:lnTo>
                <a:lnTo>
                  <a:pt x="6147168" y="584327"/>
                </a:lnTo>
                <a:lnTo>
                  <a:pt x="6150356" y="592836"/>
                </a:lnTo>
                <a:lnTo>
                  <a:pt x="6151892" y="592582"/>
                </a:lnTo>
                <a:lnTo>
                  <a:pt x="6163945" y="584377"/>
                </a:lnTo>
                <a:lnTo>
                  <a:pt x="6172200" y="572325"/>
                </a:lnTo>
                <a:lnTo>
                  <a:pt x="6172517" y="570725"/>
                </a:lnTo>
                <a:close/>
              </a:path>
              <a:path w="6175375" h="595629">
                <a:moveTo>
                  <a:pt x="6172517" y="24904"/>
                </a:moveTo>
                <a:lnTo>
                  <a:pt x="6172200" y="23304"/>
                </a:lnTo>
                <a:lnTo>
                  <a:pt x="6164008" y="11188"/>
                </a:lnTo>
                <a:lnTo>
                  <a:pt x="6157290" y="17907"/>
                </a:lnTo>
                <a:lnTo>
                  <a:pt x="6163424" y="27000"/>
                </a:lnTo>
                <a:lnTo>
                  <a:pt x="6163665" y="28206"/>
                </a:lnTo>
                <a:lnTo>
                  <a:pt x="6172517" y="24904"/>
                </a:lnTo>
                <a:close/>
              </a:path>
              <a:path w="6175375" h="595629">
                <a:moveTo>
                  <a:pt x="6175197" y="512229"/>
                </a:moveTo>
                <a:lnTo>
                  <a:pt x="6165672" y="512229"/>
                </a:lnTo>
                <a:lnTo>
                  <a:pt x="6165672" y="540829"/>
                </a:lnTo>
                <a:lnTo>
                  <a:pt x="6175197" y="540829"/>
                </a:lnTo>
                <a:lnTo>
                  <a:pt x="6175197" y="512229"/>
                </a:lnTo>
                <a:close/>
              </a:path>
              <a:path w="6175375" h="595629">
                <a:moveTo>
                  <a:pt x="6175197" y="455053"/>
                </a:moveTo>
                <a:lnTo>
                  <a:pt x="6165672" y="455053"/>
                </a:lnTo>
                <a:lnTo>
                  <a:pt x="6165672" y="483641"/>
                </a:lnTo>
                <a:lnTo>
                  <a:pt x="6175197" y="483641"/>
                </a:lnTo>
                <a:lnTo>
                  <a:pt x="6175197" y="455053"/>
                </a:lnTo>
                <a:close/>
              </a:path>
              <a:path w="6175375" h="595629">
                <a:moveTo>
                  <a:pt x="6175197" y="397878"/>
                </a:moveTo>
                <a:lnTo>
                  <a:pt x="6165672" y="397878"/>
                </a:lnTo>
                <a:lnTo>
                  <a:pt x="6165672" y="426466"/>
                </a:lnTo>
                <a:lnTo>
                  <a:pt x="6175197" y="426466"/>
                </a:lnTo>
                <a:lnTo>
                  <a:pt x="6175197" y="397878"/>
                </a:lnTo>
                <a:close/>
              </a:path>
              <a:path w="6175375" h="595629">
                <a:moveTo>
                  <a:pt x="6175197" y="340690"/>
                </a:moveTo>
                <a:lnTo>
                  <a:pt x="6165672" y="340690"/>
                </a:lnTo>
                <a:lnTo>
                  <a:pt x="6165672" y="369290"/>
                </a:lnTo>
                <a:lnTo>
                  <a:pt x="6175197" y="369290"/>
                </a:lnTo>
                <a:lnTo>
                  <a:pt x="6175197" y="340690"/>
                </a:lnTo>
                <a:close/>
              </a:path>
              <a:path w="6175375" h="595629">
                <a:moveTo>
                  <a:pt x="6175197" y="283514"/>
                </a:moveTo>
                <a:lnTo>
                  <a:pt x="6165672" y="283514"/>
                </a:lnTo>
                <a:lnTo>
                  <a:pt x="6165672" y="312102"/>
                </a:lnTo>
                <a:lnTo>
                  <a:pt x="6175197" y="312102"/>
                </a:lnTo>
                <a:lnTo>
                  <a:pt x="6175197" y="283514"/>
                </a:lnTo>
                <a:close/>
              </a:path>
              <a:path w="6175375" h="595629">
                <a:moveTo>
                  <a:pt x="6175197" y="226339"/>
                </a:moveTo>
                <a:lnTo>
                  <a:pt x="6165672" y="226339"/>
                </a:lnTo>
                <a:lnTo>
                  <a:pt x="6165672" y="254927"/>
                </a:lnTo>
                <a:lnTo>
                  <a:pt x="6175197" y="254927"/>
                </a:lnTo>
                <a:lnTo>
                  <a:pt x="6175197" y="226339"/>
                </a:lnTo>
                <a:close/>
              </a:path>
              <a:path w="6175375" h="595629">
                <a:moveTo>
                  <a:pt x="6175197" y="169151"/>
                </a:moveTo>
                <a:lnTo>
                  <a:pt x="6165672" y="169151"/>
                </a:lnTo>
                <a:lnTo>
                  <a:pt x="6165672" y="197751"/>
                </a:lnTo>
                <a:lnTo>
                  <a:pt x="6175197" y="197751"/>
                </a:lnTo>
                <a:lnTo>
                  <a:pt x="6175197" y="169151"/>
                </a:lnTo>
                <a:close/>
              </a:path>
              <a:path w="6175375" h="595629">
                <a:moveTo>
                  <a:pt x="6175197" y="111975"/>
                </a:moveTo>
                <a:lnTo>
                  <a:pt x="6165672" y="111975"/>
                </a:lnTo>
                <a:lnTo>
                  <a:pt x="6165672" y="140563"/>
                </a:lnTo>
                <a:lnTo>
                  <a:pt x="6175197" y="140563"/>
                </a:lnTo>
                <a:lnTo>
                  <a:pt x="6175197" y="111975"/>
                </a:lnTo>
                <a:close/>
              </a:path>
              <a:path w="6175375" h="595629">
                <a:moveTo>
                  <a:pt x="6175197" y="54800"/>
                </a:moveTo>
                <a:lnTo>
                  <a:pt x="6165672" y="54800"/>
                </a:lnTo>
                <a:lnTo>
                  <a:pt x="6165672" y="83388"/>
                </a:lnTo>
                <a:lnTo>
                  <a:pt x="6175197" y="83388"/>
                </a:lnTo>
                <a:lnTo>
                  <a:pt x="6175197" y="54800"/>
                </a:lnTo>
                <a:close/>
              </a:path>
            </a:pathLst>
          </a:custGeom>
          <a:solidFill>
            <a:srgbClr val="38A1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27299" y="10255453"/>
            <a:ext cx="289687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918331" y="10255453"/>
            <a:ext cx="15303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0809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560309" cy="1908175"/>
            <a:chOff x="0" y="0"/>
            <a:chExt cx="7560309" cy="1908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559999" cy="1908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860550"/>
              <a:ext cx="7560309" cy="47625"/>
            </a:xfrm>
            <a:custGeom>
              <a:avLst/>
              <a:gdLst/>
              <a:ahLst/>
              <a:cxnLst/>
              <a:rect l="l" t="t" r="r" b="b"/>
              <a:pathLst>
                <a:path w="7560309" h="47625">
                  <a:moveTo>
                    <a:pt x="7560000" y="47625"/>
                  </a:moveTo>
                  <a:lnTo>
                    <a:pt x="0" y="47625"/>
                  </a:lnTo>
                  <a:lnTo>
                    <a:pt x="0" y="0"/>
                  </a:lnTo>
                  <a:lnTo>
                    <a:pt x="7560000" y="0"/>
                  </a:lnTo>
                  <a:lnTo>
                    <a:pt x="7560000" y="47625"/>
                  </a:lnTo>
                  <a:close/>
                </a:path>
              </a:pathLst>
            </a:custGeom>
            <a:solidFill>
              <a:srgbClr val="3182C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539999" y="2146300"/>
            <a:ext cx="6480175" cy="654050"/>
            <a:chOff x="539999" y="2146300"/>
            <a:chExt cx="6480175" cy="654050"/>
          </a:xfrm>
        </p:grpSpPr>
        <p:sp>
          <p:nvSpPr>
            <p:cNvPr id="6" name="object 6"/>
            <p:cNvSpPr/>
            <p:nvPr/>
          </p:nvSpPr>
          <p:spPr>
            <a:xfrm>
              <a:off x="539999" y="2146300"/>
              <a:ext cx="6480175" cy="654050"/>
            </a:xfrm>
            <a:custGeom>
              <a:avLst/>
              <a:gdLst/>
              <a:ahLst/>
              <a:cxnLst/>
              <a:rect l="l" t="t" r="r" b="b"/>
              <a:pathLst>
                <a:path w="6480175" h="654050">
                  <a:moveTo>
                    <a:pt x="6480000" y="654050"/>
                  </a:moveTo>
                  <a:lnTo>
                    <a:pt x="0" y="654050"/>
                  </a:lnTo>
                  <a:lnTo>
                    <a:pt x="0" y="0"/>
                  </a:lnTo>
                  <a:lnTo>
                    <a:pt x="6480000" y="0"/>
                  </a:lnTo>
                  <a:lnTo>
                    <a:pt x="6480000" y="65405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0000" y="2790825"/>
              <a:ext cx="6480175" cy="9525"/>
            </a:xfrm>
            <a:custGeom>
              <a:avLst/>
              <a:gdLst/>
              <a:ahLst/>
              <a:cxnLst/>
              <a:rect l="l" t="t" r="r" b="b"/>
              <a:pathLst>
                <a:path w="6480175" h="9525">
                  <a:moveTo>
                    <a:pt x="6480000" y="9525"/>
                  </a:moveTo>
                  <a:lnTo>
                    <a:pt x="0" y="9525"/>
                  </a:lnTo>
                  <a:lnTo>
                    <a:pt x="38100" y="0"/>
                  </a:lnTo>
                  <a:lnTo>
                    <a:pt x="6470475" y="0"/>
                  </a:lnTo>
                  <a:lnTo>
                    <a:pt x="6480000" y="9525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0000" y="2146300"/>
              <a:ext cx="38100" cy="654050"/>
            </a:xfrm>
            <a:custGeom>
              <a:avLst/>
              <a:gdLst/>
              <a:ahLst/>
              <a:cxnLst/>
              <a:rect l="l" t="t" r="r" b="b"/>
              <a:pathLst>
                <a:path w="38100" h="654050">
                  <a:moveTo>
                    <a:pt x="0" y="654050"/>
                  </a:moveTo>
                  <a:lnTo>
                    <a:pt x="0" y="0"/>
                  </a:lnTo>
                  <a:lnTo>
                    <a:pt x="38100" y="9525"/>
                  </a:lnTo>
                  <a:lnTo>
                    <a:pt x="38100" y="644525"/>
                  </a:lnTo>
                  <a:lnTo>
                    <a:pt x="0" y="654050"/>
                  </a:lnTo>
                  <a:close/>
                </a:path>
              </a:pathLst>
            </a:custGeom>
            <a:solidFill>
              <a:srgbClr val="3182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39991" y="2146309"/>
              <a:ext cx="6480175" cy="654050"/>
            </a:xfrm>
            <a:custGeom>
              <a:avLst/>
              <a:gdLst/>
              <a:ahLst/>
              <a:cxnLst/>
              <a:rect l="l" t="t" r="r" b="b"/>
              <a:pathLst>
                <a:path w="6480175" h="654050">
                  <a:moveTo>
                    <a:pt x="6479997" y="0"/>
                  </a:moveTo>
                  <a:lnTo>
                    <a:pt x="0" y="0"/>
                  </a:lnTo>
                  <a:lnTo>
                    <a:pt x="38100" y="9525"/>
                  </a:lnTo>
                  <a:lnTo>
                    <a:pt x="6470472" y="9525"/>
                  </a:lnTo>
                  <a:lnTo>
                    <a:pt x="6470472" y="644525"/>
                  </a:lnTo>
                  <a:lnTo>
                    <a:pt x="6479997" y="654050"/>
                  </a:lnTo>
                  <a:lnTo>
                    <a:pt x="6479997" y="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540000" y="3418205"/>
            <a:ext cx="6480175" cy="19050"/>
          </a:xfrm>
          <a:custGeom>
            <a:avLst/>
            <a:gdLst/>
            <a:ahLst/>
            <a:cxnLst/>
            <a:rect l="l" t="t" r="r" b="b"/>
            <a:pathLst>
              <a:path w="6480175" h="19050">
                <a:moveTo>
                  <a:pt x="6480000" y="19050"/>
                </a:moveTo>
                <a:lnTo>
                  <a:pt x="0" y="19050"/>
                </a:lnTo>
                <a:lnTo>
                  <a:pt x="0" y="0"/>
                </a:lnTo>
                <a:lnTo>
                  <a:pt x="6480000" y="0"/>
                </a:lnTo>
                <a:lnTo>
                  <a:pt x="6480000" y="19050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0000" y="3580130"/>
            <a:ext cx="6480175" cy="337820"/>
          </a:xfrm>
          <a:custGeom>
            <a:avLst/>
            <a:gdLst/>
            <a:ahLst/>
            <a:cxnLst/>
            <a:rect l="l" t="t" r="r" b="b"/>
            <a:pathLst>
              <a:path w="6480175" h="337820">
                <a:moveTo>
                  <a:pt x="6441900" y="337820"/>
                </a:moveTo>
                <a:lnTo>
                  <a:pt x="38100" y="337820"/>
                </a:lnTo>
                <a:lnTo>
                  <a:pt x="23306" y="334813"/>
                </a:lnTo>
                <a:lnTo>
                  <a:pt x="11191" y="326628"/>
                </a:lnTo>
                <a:lnTo>
                  <a:pt x="3006" y="314513"/>
                </a:lnTo>
                <a:lnTo>
                  <a:pt x="0" y="29972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441900" y="0"/>
                </a:lnTo>
                <a:lnTo>
                  <a:pt x="6456693" y="3006"/>
                </a:lnTo>
                <a:lnTo>
                  <a:pt x="6468808" y="11191"/>
                </a:lnTo>
                <a:lnTo>
                  <a:pt x="6476993" y="23306"/>
                </a:lnTo>
                <a:lnTo>
                  <a:pt x="6480000" y="38100"/>
                </a:lnTo>
                <a:lnTo>
                  <a:pt x="6480000" y="299720"/>
                </a:lnTo>
                <a:lnTo>
                  <a:pt x="6476993" y="314513"/>
                </a:lnTo>
                <a:lnTo>
                  <a:pt x="6468808" y="326628"/>
                </a:lnTo>
                <a:lnTo>
                  <a:pt x="6456693" y="334813"/>
                </a:lnTo>
                <a:lnTo>
                  <a:pt x="6441900" y="33782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540000" y="4060825"/>
            <a:ext cx="6480175" cy="3665854"/>
            <a:chOff x="540000" y="4060825"/>
            <a:chExt cx="6480175" cy="3665854"/>
          </a:xfrm>
        </p:grpSpPr>
        <p:sp>
          <p:nvSpPr>
            <p:cNvPr id="13" name="object 13"/>
            <p:cNvSpPr/>
            <p:nvPr/>
          </p:nvSpPr>
          <p:spPr>
            <a:xfrm>
              <a:off x="540000" y="4060825"/>
              <a:ext cx="6480175" cy="3665854"/>
            </a:xfrm>
            <a:custGeom>
              <a:avLst/>
              <a:gdLst/>
              <a:ahLst/>
              <a:cxnLst/>
              <a:rect l="l" t="t" r="r" b="b"/>
              <a:pathLst>
                <a:path w="6480175" h="3665854">
                  <a:moveTo>
                    <a:pt x="6422850" y="3665855"/>
                  </a:moveTo>
                  <a:lnTo>
                    <a:pt x="57150" y="3665855"/>
                  </a:lnTo>
                  <a:lnTo>
                    <a:pt x="34959" y="3661345"/>
                  </a:lnTo>
                  <a:lnTo>
                    <a:pt x="16787" y="3649067"/>
                  </a:lnTo>
                  <a:lnTo>
                    <a:pt x="4509" y="3630895"/>
                  </a:lnTo>
                  <a:lnTo>
                    <a:pt x="0" y="360870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6422850" y="0"/>
                  </a:lnTo>
                  <a:lnTo>
                    <a:pt x="6445040" y="4509"/>
                  </a:lnTo>
                  <a:lnTo>
                    <a:pt x="645246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3608705"/>
                  </a:lnTo>
                  <a:lnTo>
                    <a:pt x="13282" y="3627197"/>
                  </a:lnTo>
                  <a:lnTo>
                    <a:pt x="23514" y="3642340"/>
                  </a:lnTo>
                  <a:lnTo>
                    <a:pt x="38658" y="3652572"/>
                  </a:lnTo>
                  <a:lnTo>
                    <a:pt x="57150" y="3656330"/>
                  </a:lnTo>
                  <a:lnTo>
                    <a:pt x="6452463" y="3656330"/>
                  </a:lnTo>
                  <a:lnTo>
                    <a:pt x="6445040" y="3661345"/>
                  </a:lnTo>
                  <a:lnTo>
                    <a:pt x="6422850" y="3665855"/>
                  </a:lnTo>
                  <a:close/>
                </a:path>
                <a:path w="6480175" h="3665854">
                  <a:moveTo>
                    <a:pt x="6452463" y="3656330"/>
                  </a:moveTo>
                  <a:lnTo>
                    <a:pt x="6422850" y="3656330"/>
                  </a:lnTo>
                  <a:lnTo>
                    <a:pt x="6441342" y="3652572"/>
                  </a:lnTo>
                  <a:lnTo>
                    <a:pt x="6456485" y="3642340"/>
                  </a:lnTo>
                  <a:lnTo>
                    <a:pt x="6466717" y="3627197"/>
                  </a:lnTo>
                  <a:lnTo>
                    <a:pt x="6470475" y="3608705"/>
                  </a:lnTo>
                  <a:lnTo>
                    <a:pt x="6470475" y="57150"/>
                  </a:lnTo>
                  <a:lnTo>
                    <a:pt x="6466717" y="38658"/>
                  </a:lnTo>
                  <a:lnTo>
                    <a:pt x="6456485" y="23514"/>
                  </a:lnTo>
                  <a:lnTo>
                    <a:pt x="6441342" y="13282"/>
                  </a:lnTo>
                  <a:lnTo>
                    <a:pt x="6422850" y="9525"/>
                  </a:lnTo>
                  <a:lnTo>
                    <a:pt x="6452463" y="9525"/>
                  </a:lnTo>
                  <a:lnTo>
                    <a:pt x="6463212" y="16787"/>
                  </a:lnTo>
                  <a:lnTo>
                    <a:pt x="6475490" y="34959"/>
                  </a:lnTo>
                  <a:lnTo>
                    <a:pt x="6480000" y="57150"/>
                  </a:lnTo>
                  <a:lnTo>
                    <a:pt x="6480000" y="3608705"/>
                  </a:lnTo>
                  <a:lnTo>
                    <a:pt x="6475490" y="3630895"/>
                  </a:lnTo>
                  <a:lnTo>
                    <a:pt x="6463212" y="3649067"/>
                  </a:lnTo>
                  <a:lnTo>
                    <a:pt x="6452463" y="365633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92400" y="6978650"/>
              <a:ext cx="6175375" cy="595630"/>
            </a:xfrm>
            <a:custGeom>
              <a:avLst/>
              <a:gdLst/>
              <a:ahLst/>
              <a:cxnLst/>
              <a:rect l="l" t="t" r="r" b="b"/>
              <a:pathLst>
                <a:path w="6175375" h="595629">
                  <a:moveTo>
                    <a:pt x="6137100" y="595630"/>
                  </a:moveTo>
                  <a:lnTo>
                    <a:pt x="38100" y="595630"/>
                  </a:lnTo>
                  <a:lnTo>
                    <a:pt x="23306" y="592623"/>
                  </a:lnTo>
                  <a:lnTo>
                    <a:pt x="11191" y="584438"/>
                  </a:lnTo>
                  <a:lnTo>
                    <a:pt x="3006" y="572323"/>
                  </a:lnTo>
                  <a:lnTo>
                    <a:pt x="0" y="557530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6137100" y="0"/>
                  </a:lnTo>
                  <a:lnTo>
                    <a:pt x="6151893" y="3006"/>
                  </a:lnTo>
                  <a:lnTo>
                    <a:pt x="6164008" y="11191"/>
                  </a:lnTo>
                  <a:lnTo>
                    <a:pt x="6172193" y="23306"/>
                  </a:lnTo>
                  <a:lnTo>
                    <a:pt x="6175200" y="38100"/>
                  </a:lnTo>
                  <a:lnTo>
                    <a:pt x="6175200" y="557530"/>
                  </a:lnTo>
                  <a:lnTo>
                    <a:pt x="6172193" y="572323"/>
                  </a:lnTo>
                  <a:lnTo>
                    <a:pt x="6164008" y="584438"/>
                  </a:lnTo>
                  <a:lnTo>
                    <a:pt x="6151893" y="592623"/>
                  </a:lnTo>
                  <a:lnTo>
                    <a:pt x="6137100" y="595630"/>
                  </a:lnTo>
                  <a:close/>
                </a:path>
              </a:pathLst>
            </a:custGeom>
            <a:solidFill>
              <a:srgbClr val="E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92391" y="6978659"/>
              <a:ext cx="6175375" cy="595630"/>
            </a:xfrm>
            <a:custGeom>
              <a:avLst/>
              <a:gdLst/>
              <a:ahLst/>
              <a:cxnLst/>
              <a:rect l="l" t="t" r="r" b="b"/>
              <a:pathLst>
                <a:path w="6175375" h="595629">
                  <a:moveTo>
                    <a:pt x="9525" y="512241"/>
                  </a:moveTo>
                  <a:lnTo>
                    <a:pt x="0" y="512241"/>
                  </a:lnTo>
                  <a:lnTo>
                    <a:pt x="0" y="540829"/>
                  </a:lnTo>
                  <a:lnTo>
                    <a:pt x="9525" y="540829"/>
                  </a:lnTo>
                  <a:lnTo>
                    <a:pt x="9525" y="512241"/>
                  </a:lnTo>
                  <a:close/>
                </a:path>
                <a:path w="6175375" h="595629">
                  <a:moveTo>
                    <a:pt x="9525" y="455053"/>
                  </a:moveTo>
                  <a:lnTo>
                    <a:pt x="0" y="455053"/>
                  </a:lnTo>
                  <a:lnTo>
                    <a:pt x="0" y="483641"/>
                  </a:lnTo>
                  <a:lnTo>
                    <a:pt x="9525" y="483641"/>
                  </a:lnTo>
                  <a:lnTo>
                    <a:pt x="9525" y="455053"/>
                  </a:lnTo>
                  <a:close/>
                </a:path>
                <a:path w="6175375" h="595629">
                  <a:moveTo>
                    <a:pt x="9525" y="397878"/>
                  </a:moveTo>
                  <a:lnTo>
                    <a:pt x="0" y="397878"/>
                  </a:lnTo>
                  <a:lnTo>
                    <a:pt x="0" y="426466"/>
                  </a:lnTo>
                  <a:lnTo>
                    <a:pt x="9525" y="426466"/>
                  </a:lnTo>
                  <a:lnTo>
                    <a:pt x="9525" y="397878"/>
                  </a:lnTo>
                  <a:close/>
                </a:path>
                <a:path w="6175375" h="595629">
                  <a:moveTo>
                    <a:pt x="9525" y="340702"/>
                  </a:moveTo>
                  <a:lnTo>
                    <a:pt x="0" y="340702"/>
                  </a:lnTo>
                  <a:lnTo>
                    <a:pt x="0" y="369290"/>
                  </a:lnTo>
                  <a:lnTo>
                    <a:pt x="9525" y="369290"/>
                  </a:lnTo>
                  <a:lnTo>
                    <a:pt x="9525" y="340702"/>
                  </a:lnTo>
                  <a:close/>
                </a:path>
                <a:path w="6175375" h="595629">
                  <a:moveTo>
                    <a:pt x="9525" y="283514"/>
                  </a:moveTo>
                  <a:lnTo>
                    <a:pt x="0" y="283514"/>
                  </a:lnTo>
                  <a:lnTo>
                    <a:pt x="0" y="312102"/>
                  </a:lnTo>
                  <a:lnTo>
                    <a:pt x="9525" y="312102"/>
                  </a:lnTo>
                  <a:lnTo>
                    <a:pt x="9525" y="283514"/>
                  </a:lnTo>
                  <a:close/>
                </a:path>
                <a:path w="6175375" h="595629">
                  <a:moveTo>
                    <a:pt x="9525" y="226339"/>
                  </a:moveTo>
                  <a:lnTo>
                    <a:pt x="0" y="226339"/>
                  </a:lnTo>
                  <a:lnTo>
                    <a:pt x="0" y="254927"/>
                  </a:lnTo>
                  <a:lnTo>
                    <a:pt x="9525" y="254927"/>
                  </a:lnTo>
                  <a:lnTo>
                    <a:pt x="9525" y="226339"/>
                  </a:lnTo>
                  <a:close/>
                </a:path>
                <a:path w="6175375" h="595629">
                  <a:moveTo>
                    <a:pt x="9525" y="169164"/>
                  </a:moveTo>
                  <a:lnTo>
                    <a:pt x="0" y="169164"/>
                  </a:lnTo>
                  <a:lnTo>
                    <a:pt x="0" y="197751"/>
                  </a:lnTo>
                  <a:lnTo>
                    <a:pt x="9525" y="197751"/>
                  </a:lnTo>
                  <a:lnTo>
                    <a:pt x="9525" y="169164"/>
                  </a:lnTo>
                  <a:close/>
                </a:path>
                <a:path w="6175375" h="595629">
                  <a:moveTo>
                    <a:pt x="9525" y="111975"/>
                  </a:moveTo>
                  <a:lnTo>
                    <a:pt x="0" y="111975"/>
                  </a:lnTo>
                  <a:lnTo>
                    <a:pt x="0" y="140563"/>
                  </a:lnTo>
                  <a:lnTo>
                    <a:pt x="9525" y="140563"/>
                  </a:lnTo>
                  <a:lnTo>
                    <a:pt x="9525" y="111975"/>
                  </a:lnTo>
                  <a:close/>
                </a:path>
                <a:path w="6175375" h="595629">
                  <a:moveTo>
                    <a:pt x="9525" y="54800"/>
                  </a:moveTo>
                  <a:lnTo>
                    <a:pt x="0" y="54800"/>
                  </a:lnTo>
                  <a:lnTo>
                    <a:pt x="0" y="83388"/>
                  </a:lnTo>
                  <a:lnTo>
                    <a:pt x="9525" y="83388"/>
                  </a:lnTo>
                  <a:lnTo>
                    <a:pt x="9525" y="54800"/>
                  </a:lnTo>
                  <a:close/>
                </a:path>
                <a:path w="6175375" h="595629">
                  <a:moveTo>
                    <a:pt x="17919" y="17919"/>
                  </a:moveTo>
                  <a:lnTo>
                    <a:pt x="11188" y="11188"/>
                  </a:lnTo>
                  <a:lnTo>
                    <a:pt x="3009" y="23304"/>
                  </a:lnTo>
                  <a:lnTo>
                    <a:pt x="2679" y="24904"/>
                  </a:lnTo>
                  <a:lnTo>
                    <a:pt x="11544" y="28206"/>
                  </a:lnTo>
                  <a:lnTo>
                    <a:pt x="11785" y="27000"/>
                  </a:lnTo>
                  <a:lnTo>
                    <a:pt x="17919" y="17919"/>
                  </a:lnTo>
                  <a:close/>
                </a:path>
                <a:path w="6175375" h="595629">
                  <a:moveTo>
                    <a:pt x="28117" y="11430"/>
                  </a:moveTo>
                  <a:lnTo>
                    <a:pt x="28028" y="11176"/>
                  </a:lnTo>
                  <a:lnTo>
                    <a:pt x="24841" y="2667"/>
                  </a:lnTo>
                  <a:lnTo>
                    <a:pt x="23304" y="2921"/>
                  </a:lnTo>
                  <a:lnTo>
                    <a:pt x="11188" y="11176"/>
                  </a:lnTo>
                  <a:lnTo>
                    <a:pt x="17919" y="17907"/>
                  </a:lnTo>
                  <a:lnTo>
                    <a:pt x="27012" y="11684"/>
                  </a:lnTo>
                  <a:lnTo>
                    <a:pt x="28117" y="11430"/>
                  </a:lnTo>
                  <a:close/>
                </a:path>
                <a:path w="6175375" h="595629">
                  <a:moveTo>
                    <a:pt x="28143" y="584060"/>
                  </a:moveTo>
                  <a:lnTo>
                    <a:pt x="27012" y="583819"/>
                  </a:lnTo>
                  <a:lnTo>
                    <a:pt x="17957" y="577596"/>
                  </a:lnTo>
                  <a:lnTo>
                    <a:pt x="11785" y="568617"/>
                  </a:lnTo>
                  <a:lnTo>
                    <a:pt x="11544" y="567423"/>
                  </a:lnTo>
                  <a:lnTo>
                    <a:pt x="2679" y="570725"/>
                  </a:lnTo>
                  <a:lnTo>
                    <a:pt x="3009" y="572325"/>
                  </a:lnTo>
                  <a:lnTo>
                    <a:pt x="11188" y="584441"/>
                  </a:lnTo>
                  <a:lnTo>
                    <a:pt x="23304" y="592582"/>
                  </a:lnTo>
                  <a:lnTo>
                    <a:pt x="24841" y="592836"/>
                  </a:lnTo>
                  <a:lnTo>
                    <a:pt x="24942" y="592582"/>
                  </a:lnTo>
                  <a:lnTo>
                    <a:pt x="28143" y="584060"/>
                  </a:lnTo>
                  <a:close/>
                </a:path>
                <a:path w="6175375" h="595629">
                  <a:moveTo>
                    <a:pt x="83121" y="586105"/>
                  </a:moveTo>
                  <a:lnTo>
                    <a:pt x="54635" y="586105"/>
                  </a:lnTo>
                  <a:lnTo>
                    <a:pt x="54635" y="595630"/>
                  </a:lnTo>
                  <a:lnTo>
                    <a:pt x="83121" y="595630"/>
                  </a:lnTo>
                  <a:lnTo>
                    <a:pt x="83121" y="586105"/>
                  </a:lnTo>
                  <a:close/>
                </a:path>
                <a:path w="6175375" h="595629">
                  <a:moveTo>
                    <a:pt x="83121" y="0"/>
                  </a:moveTo>
                  <a:lnTo>
                    <a:pt x="54635" y="0"/>
                  </a:lnTo>
                  <a:lnTo>
                    <a:pt x="54635" y="9525"/>
                  </a:lnTo>
                  <a:lnTo>
                    <a:pt x="83121" y="9525"/>
                  </a:lnTo>
                  <a:lnTo>
                    <a:pt x="83121" y="0"/>
                  </a:lnTo>
                  <a:close/>
                </a:path>
                <a:path w="6175375" h="595629">
                  <a:moveTo>
                    <a:pt x="140068" y="586105"/>
                  </a:moveTo>
                  <a:lnTo>
                    <a:pt x="111594" y="586105"/>
                  </a:lnTo>
                  <a:lnTo>
                    <a:pt x="111594" y="595630"/>
                  </a:lnTo>
                  <a:lnTo>
                    <a:pt x="140068" y="595630"/>
                  </a:lnTo>
                  <a:lnTo>
                    <a:pt x="140068" y="586105"/>
                  </a:lnTo>
                  <a:close/>
                </a:path>
                <a:path w="6175375" h="595629">
                  <a:moveTo>
                    <a:pt x="140068" y="0"/>
                  </a:moveTo>
                  <a:lnTo>
                    <a:pt x="111594" y="0"/>
                  </a:lnTo>
                  <a:lnTo>
                    <a:pt x="111594" y="9525"/>
                  </a:lnTo>
                  <a:lnTo>
                    <a:pt x="140068" y="9525"/>
                  </a:lnTo>
                  <a:lnTo>
                    <a:pt x="140068" y="0"/>
                  </a:lnTo>
                  <a:close/>
                </a:path>
                <a:path w="6175375" h="595629">
                  <a:moveTo>
                    <a:pt x="197027" y="586105"/>
                  </a:moveTo>
                  <a:lnTo>
                    <a:pt x="168554" y="586105"/>
                  </a:lnTo>
                  <a:lnTo>
                    <a:pt x="168554" y="595630"/>
                  </a:lnTo>
                  <a:lnTo>
                    <a:pt x="197027" y="595630"/>
                  </a:lnTo>
                  <a:lnTo>
                    <a:pt x="197027" y="586105"/>
                  </a:lnTo>
                  <a:close/>
                </a:path>
                <a:path w="6175375" h="595629">
                  <a:moveTo>
                    <a:pt x="197027" y="0"/>
                  </a:moveTo>
                  <a:lnTo>
                    <a:pt x="168554" y="0"/>
                  </a:lnTo>
                  <a:lnTo>
                    <a:pt x="168554" y="9525"/>
                  </a:lnTo>
                  <a:lnTo>
                    <a:pt x="197027" y="9525"/>
                  </a:lnTo>
                  <a:lnTo>
                    <a:pt x="197027" y="0"/>
                  </a:lnTo>
                  <a:close/>
                </a:path>
                <a:path w="6175375" h="595629">
                  <a:moveTo>
                    <a:pt x="253987" y="586105"/>
                  </a:moveTo>
                  <a:lnTo>
                    <a:pt x="225513" y="586105"/>
                  </a:lnTo>
                  <a:lnTo>
                    <a:pt x="225513" y="595630"/>
                  </a:lnTo>
                  <a:lnTo>
                    <a:pt x="253987" y="595630"/>
                  </a:lnTo>
                  <a:lnTo>
                    <a:pt x="253987" y="586105"/>
                  </a:lnTo>
                  <a:close/>
                </a:path>
                <a:path w="6175375" h="595629">
                  <a:moveTo>
                    <a:pt x="253987" y="0"/>
                  </a:moveTo>
                  <a:lnTo>
                    <a:pt x="225513" y="0"/>
                  </a:lnTo>
                  <a:lnTo>
                    <a:pt x="225513" y="9525"/>
                  </a:lnTo>
                  <a:lnTo>
                    <a:pt x="253987" y="9525"/>
                  </a:lnTo>
                  <a:lnTo>
                    <a:pt x="253987" y="0"/>
                  </a:lnTo>
                  <a:close/>
                </a:path>
                <a:path w="6175375" h="595629">
                  <a:moveTo>
                    <a:pt x="310946" y="586105"/>
                  </a:moveTo>
                  <a:lnTo>
                    <a:pt x="282460" y="586105"/>
                  </a:lnTo>
                  <a:lnTo>
                    <a:pt x="282460" y="595630"/>
                  </a:lnTo>
                  <a:lnTo>
                    <a:pt x="310946" y="595630"/>
                  </a:lnTo>
                  <a:lnTo>
                    <a:pt x="310946" y="586105"/>
                  </a:lnTo>
                  <a:close/>
                </a:path>
                <a:path w="6175375" h="595629">
                  <a:moveTo>
                    <a:pt x="310946" y="0"/>
                  </a:moveTo>
                  <a:lnTo>
                    <a:pt x="282460" y="0"/>
                  </a:lnTo>
                  <a:lnTo>
                    <a:pt x="282460" y="9525"/>
                  </a:lnTo>
                  <a:lnTo>
                    <a:pt x="310946" y="9525"/>
                  </a:lnTo>
                  <a:lnTo>
                    <a:pt x="310946" y="0"/>
                  </a:lnTo>
                  <a:close/>
                </a:path>
                <a:path w="6175375" h="595629">
                  <a:moveTo>
                    <a:pt x="367906" y="586105"/>
                  </a:moveTo>
                  <a:lnTo>
                    <a:pt x="339420" y="586105"/>
                  </a:lnTo>
                  <a:lnTo>
                    <a:pt x="339420" y="595630"/>
                  </a:lnTo>
                  <a:lnTo>
                    <a:pt x="367906" y="595630"/>
                  </a:lnTo>
                  <a:lnTo>
                    <a:pt x="367906" y="586105"/>
                  </a:lnTo>
                  <a:close/>
                </a:path>
                <a:path w="6175375" h="595629">
                  <a:moveTo>
                    <a:pt x="367906" y="0"/>
                  </a:moveTo>
                  <a:lnTo>
                    <a:pt x="339420" y="0"/>
                  </a:lnTo>
                  <a:lnTo>
                    <a:pt x="339420" y="9525"/>
                  </a:lnTo>
                  <a:lnTo>
                    <a:pt x="367906" y="9525"/>
                  </a:lnTo>
                  <a:lnTo>
                    <a:pt x="367906" y="0"/>
                  </a:lnTo>
                  <a:close/>
                </a:path>
                <a:path w="6175375" h="595629">
                  <a:moveTo>
                    <a:pt x="424853" y="586105"/>
                  </a:moveTo>
                  <a:lnTo>
                    <a:pt x="396379" y="586105"/>
                  </a:lnTo>
                  <a:lnTo>
                    <a:pt x="396379" y="595630"/>
                  </a:lnTo>
                  <a:lnTo>
                    <a:pt x="424853" y="595630"/>
                  </a:lnTo>
                  <a:lnTo>
                    <a:pt x="424853" y="586105"/>
                  </a:lnTo>
                  <a:close/>
                </a:path>
                <a:path w="6175375" h="595629">
                  <a:moveTo>
                    <a:pt x="424853" y="0"/>
                  </a:moveTo>
                  <a:lnTo>
                    <a:pt x="396379" y="0"/>
                  </a:lnTo>
                  <a:lnTo>
                    <a:pt x="396379" y="9525"/>
                  </a:lnTo>
                  <a:lnTo>
                    <a:pt x="424853" y="9525"/>
                  </a:lnTo>
                  <a:lnTo>
                    <a:pt x="424853" y="0"/>
                  </a:lnTo>
                  <a:close/>
                </a:path>
                <a:path w="6175375" h="595629">
                  <a:moveTo>
                    <a:pt x="481812" y="586105"/>
                  </a:moveTo>
                  <a:lnTo>
                    <a:pt x="453339" y="586105"/>
                  </a:lnTo>
                  <a:lnTo>
                    <a:pt x="453339" y="595630"/>
                  </a:lnTo>
                  <a:lnTo>
                    <a:pt x="481812" y="595630"/>
                  </a:lnTo>
                  <a:lnTo>
                    <a:pt x="481812" y="586105"/>
                  </a:lnTo>
                  <a:close/>
                </a:path>
                <a:path w="6175375" h="595629">
                  <a:moveTo>
                    <a:pt x="481812" y="0"/>
                  </a:moveTo>
                  <a:lnTo>
                    <a:pt x="453339" y="0"/>
                  </a:lnTo>
                  <a:lnTo>
                    <a:pt x="453339" y="9525"/>
                  </a:lnTo>
                  <a:lnTo>
                    <a:pt x="481812" y="9525"/>
                  </a:lnTo>
                  <a:lnTo>
                    <a:pt x="481812" y="0"/>
                  </a:lnTo>
                  <a:close/>
                </a:path>
                <a:path w="6175375" h="595629">
                  <a:moveTo>
                    <a:pt x="538772" y="586105"/>
                  </a:moveTo>
                  <a:lnTo>
                    <a:pt x="510298" y="586105"/>
                  </a:lnTo>
                  <a:lnTo>
                    <a:pt x="510298" y="595630"/>
                  </a:lnTo>
                  <a:lnTo>
                    <a:pt x="538772" y="595630"/>
                  </a:lnTo>
                  <a:lnTo>
                    <a:pt x="538772" y="586105"/>
                  </a:lnTo>
                  <a:close/>
                </a:path>
                <a:path w="6175375" h="595629">
                  <a:moveTo>
                    <a:pt x="538772" y="0"/>
                  </a:moveTo>
                  <a:lnTo>
                    <a:pt x="510298" y="0"/>
                  </a:lnTo>
                  <a:lnTo>
                    <a:pt x="510298" y="9525"/>
                  </a:lnTo>
                  <a:lnTo>
                    <a:pt x="538772" y="9525"/>
                  </a:lnTo>
                  <a:lnTo>
                    <a:pt x="538772" y="0"/>
                  </a:lnTo>
                  <a:close/>
                </a:path>
                <a:path w="6175375" h="595629">
                  <a:moveTo>
                    <a:pt x="595731" y="586105"/>
                  </a:moveTo>
                  <a:lnTo>
                    <a:pt x="567245" y="586105"/>
                  </a:lnTo>
                  <a:lnTo>
                    <a:pt x="567245" y="595630"/>
                  </a:lnTo>
                  <a:lnTo>
                    <a:pt x="595731" y="595630"/>
                  </a:lnTo>
                  <a:lnTo>
                    <a:pt x="595731" y="586105"/>
                  </a:lnTo>
                  <a:close/>
                </a:path>
                <a:path w="6175375" h="595629">
                  <a:moveTo>
                    <a:pt x="595731" y="0"/>
                  </a:moveTo>
                  <a:lnTo>
                    <a:pt x="567245" y="0"/>
                  </a:lnTo>
                  <a:lnTo>
                    <a:pt x="567245" y="9525"/>
                  </a:lnTo>
                  <a:lnTo>
                    <a:pt x="595731" y="9525"/>
                  </a:lnTo>
                  <a:lnTo>
                    <a:pt x="595731" y="0"/>
                  </a:lnTo>
                  <a:close/>
                </a:path>
                <a:path w="6175375" h="595629">
                  <a:moveTo>
                    <a:pt x="652691" y="586105"/>
                  </a:moveTo>
                  <a:lnTo>
                    <a:pt x="624205" y="586105"/>
                  </a:lnTo>
                  <a:lnTo>
                    <a:pt x="624205" y="595630"/>
                  </a:lnTo>
                  <a:lnTo>
                    <a:pt x="652691" y="595630"/>
                  </a:lnTo>
                  <a:lnTo>
                    <a:pt x="652691" y="586105"/>
                  </a:lnTo>
                  <a:close/>
                </a:path>
                <a:path w="6175375" h="595629">
                  <a:moveTo>
                    <a:pt x="652691" y="0"/>
                  </a:moveTo>
                  <a:lnTo>
                    <a:pt x="624205" y="0"/>
                  </a:lnTo>
                  <a:lnTo>
                    <a:pt x="624205" y="9525"/>
                  </a:lnTo>
                  <a:lnTo>
                    <a:pt x="652691" y="9525"/>
                  </a:lnTo>
                  <a:lnTo>
                    <a:pt x="652691" y="0"/>
                  </a:lnTo>
                  <a:close/>
                </a:path>
                <a:path w="6175375" h="595629">
                  <a:moveTo>
                    <a:pt x="709637" y="586105"/>
                  </a:moveTo>
                  <a:lnTo>
                    <a:pt x="681164" y="586105"/>
                  </a:lnTo>
                  <a:lnTo>
                    <a:pt x="681164" y="595630"/>
                  </a:lnTo>
                  <a:lnTo>
                    <a:pt x="709637" y="595630"/>
                  </a:lnTo>
                  <a:lnTo>
                    <a:pt x="709637" y="586105"/>
                  </a:lnTo>
                  <a:close/>
                </a:path>
                <a:path w="6175375" h="595629">
                  <a:moveTo>
                    <a:pt x="709637" y="0"/>
                  </a:moveTo>
                  <a:lnTo>
                    <a:pt x="681164" y="0"/>
                  </a:lnTo>
                  <a:lnTo>
                    <a:pt x="681164" y="9525"/>
                  </a:lnTo>
                  <a:lnTo>
                    <a:pt x="709637" y="9525"/>
                  </a:lnTo>
                  <a:lnTo>
                    <a:pt x="709637" y="0"/>
                  </a:lnTo>
                  <a:close/>
                </a:path>
                <a:path w="6175375" h="595629">
                  <a:moveTo>
                    <a:pt x="766597" y="586105"/>
                  </a:moveTo>
                  <a:lnTo>
                    <a:pt x="738124" y="586105"/>
                  </a:lnTo>
                  <a:lnTo>
                    <a:pt x="738124" y="595630"/>
                  </a:lnTo>
                  <a:lnTo>
                    <a:pt x="766597" y="595630"/>
                  </a:lnTo>
                  <a:lnTo>
                    <a:pt x="766597" y="586105"/>
                  </a:lnTo>
                  <a:close/>
                </a:path>
                <a:path w="6175375" h="595629">
                  <a:moveTo>
                    <a:pt x="766597" y="0"/>
                  </a:moveTo>
                  <a:lnTo>
                    <a:pt x="738124" y="0"/>
                  </a:lnTo>
                  <a:lnTo>
                    <a:pt x="738124" y="9525"/>
                  </a:lnTo>
                  <a:lnTo>
                    <a:pt x="766597" y="9525"/>
                  </a:lnTo>
                  <a:lnTo>
                    <a:pt x="766597" y="0"/>
                  </a:lnTo>
                  <a:close/>
                </a:path>
                <a:path w="6175375" h="595629">
                  <a:moveTo>
                    <a:pt x="823556" y="586105"/>
                  </a:moveTo>
                  <a:lnTo>
                    <a:pt x="795083" y="586105"/>
                  </a:lnTo>
                  <a:lnTo>
                    <a:pt x="795083" y="595630"/>
                  </a:lnTo>
                  <a:lnTo>
                    <a:pt x="823556" y="595630"/>
                  </a:lnTo>
                  <a:lnTo>
                    <a:pt x="823556" y="586105"/>
                  </a:lnTo>
                  <a:close/>
                </a:path>
                <a:path w="6175375" h="595629">
                  <a:moveTo>
                    <a:pt x="823556" y="0"/>
                  </a:moveTo>
                  <a:lnTo>
                    <a:pt x="795083" y="0"/>
                  </a:lnTo>
                  <a:lnTo>
                    <a:pt x="795083" y="9525"/>
                  </a:lnTo>
                  <a:lnTo>
                    <a:pt x="823556" y="9525"/>
                  </a:lnTo>
                  <a:lnTo>
                    <a:pt x="823556" y="0"/>
                  </a:lnTo>
                  <a:close/>
                </a:path>
                <a:path w="6175375" h="595629">
                  <a:moveTo>
                    <a:pt x="880516" y="586105"/>
                  </a:moveTo>
                  <a:lnTo>
                    <a:pt x="852030" y="586105"/>
                  </a:lnTo>
                  <a:lnTo>
                    <a:pt x="852030" y="595630"/>
                  </a:lnTo>
                  <a:lnTo>
                    <a:pt x="880516" y="595630"/>
                  </a:lnTo>
                  <a:lnTo>
                    <a:pt x="880516" y="586105"/>
                  </a:lnTo>
                  <a:close/>
                </a:path>
                <a:path w="6175375" h="595629">
                  <a:moveTo>
                    <a:pt x="880516" y="0"/>
                  </a:moveTo>
                  <a:lnTo>
                    <a:pt x="852030" y="0"/>
                  </a:lnTo>
                  <a:lnTo>
                    <a:pt x="852030" y="9525"/>
                  </a:lnTo>
                  <a:lnTo>
                    <a:pt x="880516" y="9525"/>
                  </a:lnTo>
                  <a:lnTo>
                    <a:pt x="880516" y="0"/>
                  </a:lnTo>
                  <a:close/>
                </a:path>
                <a:path w="6175375" h="595629">
                  <a:moveTo>
                    <a:pt x="937475" y="586105"/>
                  </a:moveTo>
                  <a:lnTo>
                    <a:pt x="908989" y="586105"/>
                  </a:lnTo>
                  <a:lnTo>
                    <a:pt x="908989" y="595630"/>
                  </a:lnTo>
                  <a:lnTo>
                    <a:pt x="937475" y="595630"/>
                  </a:lnTo>
                  <a:lnTo>
                    <a:pt x="937475" y="586105"/>
                  </a:lnTo>
                  <a:close/>
                </a:path>
                <a:path w="6175375" h="595629">
                  <a:moveTo>
                    <a:pt x="937475" y="0"/>
                  </a:moveTo>
                  <a:lnTo>
                    <a:pt x="908989" y="0"/>
                  </a:lnTo>
                  <a:lnTo>
                    <a:pt x="908989" y="9525"/>
                  </a:lnTo>
                  <a:lnTo>
                    <a:pt x="937475" y="9525"/>
                  </a:lnTo>
                  <a:lnTo>
                    <a:pt x="937475" y="0"/>
                  </a:lnTo>
                  <a:close/>
                </a:path>
                <a:path w="6175375" h="595629">
                  <a:moveTo>
                    <a:pt x="994435" y="586105"/>
                  </a:moveTo>
                  <a:lnTo>
                    <a:pt x="965949" y="586105"/>
                  </a:lnTo>
                  <a:lnTo>
                    <a:pt x="965949" y="595630"/>
                  </a:lnTo>
                  <a:lnTo>
                    <a:pt x="994435" y="595630"/>
                  </a:lnTo>
                  <a:lnTo>
                    <a:pt x="994435" y="586105"/>
                  </a:lnTo>
                  <a:close/>
                </a:path>
                <a:path w="6175375" h="595629">
                  <a:moveTo>
                    <a:pt x="994435" y="0"/>
                  </a:moveTo>
                  <a:lnTo>
                    <a:pt x="965949" y="0"/>
                  </a:lnTo>
                  <a:lnTo>
                    <a:pt x="965949" y="9525"/>
                  </a:lnTo>
                  <a:lnTo>
                    <a:pt x="994435" y="9525"/>
                  </a:lnTo>
                  <a:lnTo>
                    <a:pt x="994435" y="0"/>
                  </a:lnTo>
                  <a:close/>
                </a:path>
                <a:path w="6175375" h="595629">
                  <a:moveTo>
                    <a:pt x="1051382" y="586105"/>
                  </a:moveTo>
                  <a:lnTo>
                    <a:pt x="1022908" y="586105"/>
                  </a:lnTo>
                  <a:lnTo>
                    <a:pt x="1022908" y="595630"/>
                  </a:lnTo>
                  <a:lnTo>
                    <a:pt x="1051382" y="595630"/>
                  </a:lnTo>
                  <a:lnTo>
                    <a:pt x="1051382" y="586105"/>
                  </a:lnTo>
                  <a:close/>
                </a:path>
                <a:path w="6175375" h="595629">
                  <a:moveTo>
                    <a:pt x="1051382" y="0"/>
                  </a:moveTo>
                  <a:lnTo>
                    <a:pt x="1022908" y="0"/>
                  </a:lnTo>
                  <a:lnTo>
                    <a:pt x="1022908" y="9525"/>
                  </a:lnTo>
                  <a:lnTo>
                    <a:pt x="1051382" y="9525"/>
                  </a:lnTo>
                  <a:lnTo>
                    <a:pt x="1051382" y="0"/>
                  </a:lnTo>
                  <a:close/>
                </a:path>
                <a:path w="6175375" h="595629">
                  <a:moveTo>
                    <a:pt x="1108341" y="586105"/>
                  </a:moveTo>
                  <a:lnTo>
                    <a:pt x="1079868" y="586105"/>
                  </a:lnTo>
                  <a:lnTo>
                    <a:pt x="1079868" y="595630"/>
                  </a:lnTo>
                  <a:lnTo>
                    <a:pt x="1108341" y="595630"/>
                  </a:lnTo>
                  <a:lnTo>
                    <a:pt x="1108341" y="586105"/>
                  </a:lnTo>
                  <a:close/>
                </a:path>
                <a:path w="6175375" h="595629">
                  <a:moveTo>
                    <a:pt x="1108341" y="0"/>
                  </a:moveTo>
                  <a:lnTo>
                    <a:pt x="1079868" y="0"/>
                  </a:lnTo>
                  <a:lnTo>
                    <a:pt x="1079868" y="9525"/>
                  </a:lnTo>
                  <a:lnTo>
                    <a:pt x="1108341" y="9525"/>
                  </a:lnTo>
                  <a:lnTo>
                    <a:pt x="1108341" y="0"/>
                  </a:lnTo>
                  <a:close/>
                </a:path>
                <a:path w="6175375" h="595629">
                  <a:moveTo>
                    <a:pt x="1165301" y="586105"/>
                  </a:moveTo>
                  <a:lnTo>
                    <a:pt x="1136827" y="586105"/>
                  </a:lnTo>
                  <a:lnTo>
                    <a:pt x="1136827" y="595630"/>
                  </a:lnTo>
                  <a:lnTo>
                    <a:pt x="1165301" y="595630"/>
                  </a:lnTo>
                  <a:lnTo>
                    <a:pt x="1165301" y="586105"/>
                  </a:lnTo>
                  <a:close/>
                </a:path>
                <a:path w="6175375" h="595629">
                  <a:moveTo>
                    <a:pt x="1165301" y="0"/>
                  </a:moveTo>
                  <a:lnTo>
                    <a:pt x="1136827" y="0"/>
                  </a:lnTo>
                  <a:lnTo>
                    <a:pt x="1136827" y="9525"/>
                  </a:lnTo>
                  <a:lnTo>
                    <a:pt x="1165301" y="9525"/>
                  </a:lnTo>
                  <a:lnTo>
                    <a:pt x="1165301" y="0"/>
                  </a:lnTo>
                  <a:close/>
                </a:path>
                <a:path w="6175375" h="595629">
                  <a:moveTo>
                    <a:pt x="1222260" y="586105"/>
                  </a:moveTo>
                  <a:lnTo>
                    <a:pt x="1193774" y="586105"/>
                  </a:lnTo>
                  <a:lnTo>
                    <a:pt x="1193774" y="595630"/>
                  </a:lnTo>
                  <a:lnTo>
                    <a:pt x="1222260" y="595630"/>
                  </a:lnTo>
                  <a:lnTo>
                    <a:pt x="1222260" y="586105"/>
                  </a:lnTo>
                  <a:close/>
                </a:path>
                <a:path w="6175375" h="595629">
                  <a:moveTo>
                    <a:pt x="1222260" y="0"/>
                  </a:moveTo>
                  <a:lnTo>
                    <a:pt x="1193774" y="0"/>
                  </a:lnTo>
                  <a:lnTo>
                    <a:pt x="1193774" y="9525"/>
                  </a:lnTo>
                  <a:lnTo>
                    <a:pt x="1222260" y="9525"/>
                  </a:lnTo>
                  <a:lnTo>
                    <a:pt x="1222260" y="0"/>
                  </a:lnTo>
                  <a:close/>
                </a:path>
                <a:path w="6175375" h="595629">
                  <a:moveTo>
                    <a:pt x="1279220" y="586105"/>
                  </a:moveTo>
                  <a:lnTo>
                    <a:pt x="1250734" y="586105"/>
                  </a:lnTo>
                  <a:lnTo>
                    <a:pt x="1250734" y="595630"/>
                  </a:lnTo>
                  <a:lnTo>
                    <a:pt x="1279220" y="595630"/>
                  </a:lnTo>
                  <a:lnTo>
                    <a:pt x="1279220" y="586105"/>
                  </a:lnTo>
                  <a:close/>
                </a:path>
                <a:path w="6175375" h="595629">
                  <a:moveTo>
                    <a:pt x="1279220" y="0"/>
                  </a:moveTo>
                  <a:lnTo>
                    <a:pt x="1250734" y="0"/>
                  </a:lnTo>
                  <a:lnTo>
                    <a:pt x="1250734" y="9525"/>
                  </a:lnTo>
                  <a:lnTo>
                    <a:pt x="1279220" y="9525"/>
                  </a:lnTo>
                  <a:lnTo>
                    <a:pt x="1279220" y="0"/>
                  </a:lnTo>
                  <a:close/>
                </a:path>
                <a:path w="6175375" h="595629">
                  <a:moveTo>
                    <a:pt x="1336167" y="586105"/>
                  </a:moveTo>
                  <a:lnTo>
                    <a:pt x="1307693" y="586105"/>
                  </a:lnTo>
                  <a:lnTo>
                    <a:pt x="1307693" y="595630"/>
                  </a:lnTo>
                  <a:lnTo>
                    <a:pt x="1336167" y="595630"/>
                  </a:lnTo>
                  <a:lnTo>
                    <a:pt x="1336167" y="586105"/>
                  </a:lnTo>
                  <a:close/>
                </a:path>
                <a:path w="6175375" h="595629">
                  <a:moveTo>
                    <a:pt x="1336167" y="0"/>
                  </a:moveTo>
                  <a:lnTo>
                    <a:pt x="1307693" y="0"/>
                  </a:lnTo>
                  <a:lnTo>
                    <a:pt x="1307693" y="9525"/>
                  </a:lnTo>
                  <a:lnTo>
                    <a:pt x="1336167" y="9525"/>
                  </a:lnTo>
                  <a:lnTo>
                    <a:pt x="1336167" y="0"/>
                  </a:lnTo>
                  <a:close/>
                </a:path>
                <a:path w="6175375" h="595629">
                  <a:moveTo>
                    <a:pt x="1393126" y="586105"/>
                  </a:moveTo>
                  <a:lnTo>
                    <a:pt x="1364653" y="586105"/>
                  </a:lnTo>
                  <a:lnTo>
                    <a:pt x="1364653" y="595630"/>
                  </a:lnTo>
                  <a:lnTo>
                    <a:pt x="1393126" y="595630"/>
                  </a:lnTo>
                  <a:lnTo>
                    <a:pt x="1393126" y="586105"/>
                  </a:lnTo>
                  <a:close/>
                </a:path>
                <a:path w="6175375" h="595629">
                  <a:moveTo>
                    <a:pt x="1393126" y="0"/>
                  </a:moveTo>
                  <a:lnTo>
                    <a:pt x="1364653" y="0"/>
                  </a:lnTo>
                  <a:lnTo>
                    <a:pt x="1364653" y="9525"/>
                  </a:lnTo>
                  <a:lnTo>
                    <a:pt x="1393126" y="9525"/>
                  </a:lnTo>
                  <a:lnTo>
                    <a:pt x="1393126" y="0"/>
                  </a:lnTo>
                  <a:close/>
                </a:path>
                <a:path w="6175375" h="595629">
                  <a:moveTo>
                    <a:pt x="1450086" y="586105"/>
                  </a:moveTo>
                  <a:lnTo>
                    <a:pt x="1421612" y="586105"/>
                  </a:lnTo>
                  <a:lnTo>
                    <a:pt x="1421612" y="595630"/>
                  </a:lnTo>
                  <a:lnTo>
                    <a:pt x="1450086" y="595630"/>
                  </a:lnTo>
                  <a:lnTo>
                    <a:pt x="1450086" y="586105"/>
                  </a:lnTo>
                  <a:close/>
                </a:path>
                <a:path w="6175375" h="595629">
                  <a:moveTo>
                    <a:pt x="1450086" y="0"/>
                  </a:moveTo>
                  <a:lnTo>
                    <a:pt x="1421612" y="0"/>
                  </a:lnTo>
                  <a:lnTo>
                    <a:pt x="1421612" y="9525"/>
                  </a:lnTo>
                  <a:lnTo>
                    <a:pt x="1450086" y="9525"/>
                  </a:lnTo>
                  <a:lnTo>
                    <a:pt x="1450086" y="0"/>
                  </a:lnTo>
                  <a:close/>
                </a:path>
                <a:path w="6175375" h="595629">
                  <a:moveTo>
                    <a:pt x="1507045" y="586105"/>
                  </a:moveTo>
                  <a:lnTo>
                    <a:pt x="1478559" y="586105"/>
                  </a:lnTo>
                  <a:lnTo>
                    <a:pt x="1478559" y="595630"/>
                  </a:lnTo>
                  <a:lnTo>
                    <a:pt x="1507045" y="595630"/>
                  </a:lnTo>
                  <a:lnTo>
                    <a:pt x="1507045" y="586105"/>
                  </a:lnTo>
                  <a:close/>
                </a:path>
                <a:path w="6175375" h="595629">
                  <a:moveTo>
                    <a:pt x="1507045" y="0"/>
                  </a:moveTo>
                  <a:lnTo>
                    <a:pt x="1478559" y="0"/>
                  </a:lnTo>
                  <a:lnTo>
                    <a:pt x="1478559" y="9525"/>
                  </a:lnTo>
                  <a:lnTo>
                    <a:pt x="1507045" y="9525"/>
                  </a:lnTo>
                  <a:lnTo>
                    <a:pt x="1507045" y="0"/>
                  </a:lnTo>
                  <a:close/>
                </a:path>
                <a:path w="6175375" h="595629">
                  <a:moveTo>
                    <a:pt x="1564005" y="586105"/>
                  </a:moveTo>
                  <a:lnTo>
                    <a:pt x="1535518" y="586105"/>
                  </a:lnTo>
                  <a:lnTo>
                    <a:pt x="1535518" y="595630"/>
                  </a:lnTo>
                  <a:lnTo>
                    <a:pt x="1564005" y="595630"/>
                  </a:lnTo>
                  <a:lnTo>
                    <a:pt x="1564005" y="586105"/>
                  </a:lnTo>
                  <a:close/>
                </a:path>
                <a:path w="6175375" h="595629">
                  <a:moveTo>
                    <a:pt x="1564005" y="0"/>
                  </a:moveTo>
                  <a:lnTo>
                    <a:pt x="1535518" y="0"/>
                  </a:lnTo>
                  <a:lnTo>
                    <a:pt x="1535518" y="9525"/>
                  </a:lnTo>
                  <a:lnTo>
                    <a:pt x="1564005" y="9525"/>
                  </a:lnTo>
                  <a:lnTo>
                    <a:pt x="1564005" y="0"/>
                  </a:lnTo>
                  <a:close/>
                </a:path>
                <a:path w="6175375" h="595629">
                  <a:moveTo>
                    <a:pt x="1620951" y="586105"/>
                  </a:moveTo>
                  <a:lnTo>
                    <a:pt x="1592478" y="586105"/>
                  </a:lnTo>
                  <a:lnTo>
                    <a:pt x="1592478" y="595630"/>
                  </a:lnTo>
                  <a:lnTo>
                    <a:pt x="1620951" y="595630"/>
                  </a:lnTo>
                  <a:lnTo>
                    <a:pt x="1620951" y="586105"/>
                  </a:lnTo>
                  <a:close/>
                </a:path>
                <a:path w="6175375" h="595629">
                  <a:moveTo>
                    <a:pt x="1620951" y="0"/>
                  </a:moveTo>
                  <a:lnTo>
                    <a:pt x="1592478" y="0"/>
                  </a:lnTo>
                  <a:lnTo>
                    <a:pt x="1592478" y="9525"/>
                  </a:lnTo>
                  <a:lnTo>
                    <a:pt x="1620951" y="9525"/>
                  </a:lnTo>
                  <a:lnTo>
                    <a:pt x="1620951" y="0"/>
                  </a:lnTo>
                  <a:close/>
                </a:path>
                <a:path w="6175375" h="595629">
                  <a:moveTo>
                    <a:pt x="1677911" y="586105"/>
                  </a:moveTo>
                  <a:lnTo>
                    <a:pt x="1649437" y="586105"/>
                  </a:lnTo>
                  <a:lnTo>
                    <a:pt x="1649437" y="595630"/>
                  </a:lnTo>
                  <a:lnTo>
                    <a:pt x="1677911" y="595630"/>
                  </a:lnTo>
                  <a:lnTo>
                    <a:pt x="1677911" y="586105"/>
                  </a:lnTo>
                  <a:close/>
                </a:path>
                <a:path w="6175375" h="595629">
                  <a:moveTo>
                    <a:pt x="1677911" y="0"/>
                  </a:moveTo>
                  <a:lnTo>
                    <a:pt x="1649437" y="0"/>
                  </a:lnTo>
                  <a:lnTo>
                    <a:pt x="1649437" y="9525"/>
                  </a:lnTo>
                  <a:lnTo>
                    <a:pt x="1677911" y="9525"/>
                  </a:lnTo>
                  <a:lnTo>
                    <a:pt x="1677911" y="0"/>
                  </a:lnTo>
                  <a:close/>
                </a:path>
                <a:path w="6175375" h="595629">
                  <a:moveTo>
                    <a:pt x="1734870" y="586105"/>
                  </a:moveTo>
                  <a:lnTo>
                    <a:pt x="1706397" y="586105"/>
                  </a:lnTo>
                  <a:lnTo>
                    <a:pt x="1706397" y="595630"/>
                  </a:lnTo>
                  <a:lnTo>
                    <a:pt x="1734870" y="595630"/>
                  </a:lnTo>
                  <a:lnTo>
                    <a:pt x="1734870" y="586105"/>
                  </a:lnTo>
                  <a:close/>
                </a:path>
                <a:path w="6175375" h="595629">
                  <a:moveTo>
                    <a:pt x="1734870" y="0"/>
                  </a:moveTo>
                  <a:lnTo>
                    <a:pt x="1706397" y="0"/>
                  </a:lnTo>
                  <a:lnTo>
                    <a:pt x="1706397" y="9525"/>
                  </a:lnTo>
                  <a:lnTo>
                    <a:pt x="1734870" y="9525"/>
                  </a:lnTo>
                  <a:lnTo>
                    <a:pt x="1734870" y="0"/>
                  </a:lnTo>
                  <a:close/>
                </a:path>
                <a:path w="6175375" h="595629">
                  <a:moveTo>
                    <a:pt x="1791830" y="586105"/>
                  </a:moveTo>
                  <a:lnTo>
                    <a:pt x="1763344" y="586105"/>
                  </a:lnTo>
                  <a:lnTo>
                    <a:pt x="1763344" y="595630"/>
                  </a:lnTo>
                  <a:lnTo>
                    <a:pt x="1791830" y="595630"/>
                  </a:lnTo>
                  <a:lnTo>
                    <a:pt x="1791830" y="586105"/>
                  </a:lnTo>
                  <a:close/>
                </a:path>
                <a:path w="6175375" h="595629">
                  <a:moveTo>
                    <a:pt x="1791830" y="0"/>
                  </a:moveTo>
                  <a:lnTo>
                    <a:pt x="1763344" y="0"/>
                  </a:lnTo>
                  <a:lnTo>
                    <a:pt x="1763344" y="9525"/>
                  </a:lnTo>
                  <a:lnTo>
                    <a:pt x="1791830" y="9525"/>
                  </a:lnTo>
                  <a:lnTo>
                    <a:pt x="1791830" y="0"/>
                  </a:lnTo>
                  <a:close/>
                </a:path>
                <a:path w="6175375" h="595629">
                  <a:moveTo>
                    <a:pt x="1848789" y="586105"/>
                  </a:moveTo>
                  <a:lnTo>
                    <a:pt x="1820303" y="586105"/>
                  </a:lnTo>
                  <a:lnTo>
                    <a:pt x="1820303" y="595630"/>
                  </a:lnTo>
                  <a:lnTo>
                    <a:pt x="1848789" y="595630"/>
                  </a:lnTo>
                  <a:lnTo>
                    <a:pt x="1848789" y="586105"/>
                  </a:lnTo>
                  <a:close/>
                </a:path>
                <a:path w="6175375" h="595629">
                  <a:moveTo>
                    <a:pt x="1848789" y="0"/>
                  </a:moveTo>
                  <a:lnTo>
                    <a:pt x="1820303" y="0"/>
                  </a:lnTo>
                  <a:lnTo>
                    <a:pt x="1820303" y="9525"/>
                  </a:lnTo>
                  <a:lnTo>
                    <a:pt x="1848789" y="9525"/>
                  </a:lnTo>
                  <a:lnTo>
                    <a:pt x="1848789" y="0"/>
                  </a:lnTo>
                  <a:close/>
                </a:path>
                <a:path w="6175375" h="595629">
                  <a:moveTo>
                    <a:pt x="1905736" y="586105"/>
                  </a:moveTo>
                  <a:lnTo>
                    <a:pt x="1877263" y="586105"/>
                  </a:lnTo>
                  <a:lnTo>
                    <a:pt x="1877263" y="595630"/>
                  </a:lnTo>
                  <a:lnTo>
                    <a:pt x="1905736" y="595630"/>
                  </a:lnTo>
                  <a:lnTo>
                    <a:pt x="1905736" y="586105"/>
                  </a:lnTo>
                  <a:close/>
                </a:path>
                <a:path w="6175375" h="595629">
                  <a:moveTo>
                    <a:pt x="1905736" y="0"/>
                  </a:moveTo>
                  <a:lnTo>
                    <a:pt x="1877263" y="0"/>
                  </a:lnTo>
                  <a:lnTo>
                    <a:pt x="1877263" y="9525"/>
                  </a:lnTo>
                  <a:lnTo>
                    <a:pt x="1905736" y="9525"/>
                  </a:lnTo>
                  <a:lnTo>
                    <a:pt x="1905736" y="0"/>
                  </a:lnTo>
                  <a:close/>
                </a:path>
                <a:path w="6175375" h="595629">
                  <a:moveTo>
                    <a:pt x="1962696" y="586105"/>
                  </a:moveTo>
                  <a:lnTo>
                    <a:pt x="1934222" y="586105"/>
                  </a:lnTo>
                  <a:lnTo>
                    <a:pt x="1934222" y="595630"/>
                  </a:lnTo>
                  <a:lnTo>
                    <a:pt x="1962696" y="595630"/>
                  </a:lnTo>
                  <a:lnTo>
                    <a:pt x="1962696" y="586105"/>
                  </a:lnTo>
                  <a:close/>
                </a:path>
                <a:path w="6175375" h="595629">
                  <a:moveTo>
                    <a:pt x="1962696" y="0"/>
                  </a:moveTo>
                  <a:lnTo>
                    <a:pt x="1934222" y="0"/>
                  </a:lnTo>
                  <a:lnTo>
                    <a:pt x="1934222" y="9525"/>
                  </a:lnTo>
                  <a:lnTo>
                    <a:pt x="1962696" y="9525"/>
                  </a:lnTo>
                  <a:lnTo>
                    <a:pt x="1962696" y="0"/>
                  </a:lnTo>
                  <a:close/>
                </a:path>
                <a:path w="6175375" h="595629">
                  <a:moveTo>
                    <a:pt x="2019655" y="586105"/>
                  </a:moveTo>
                  <a:lnTo>
                    <a:pt x="1991182" y="586105"/>
                  </a:lnTo>
                  <a:lnTo>
                    <a:pt x="1991182" y="595630"/>
                  </a:lnTo>
                  <a:lnTo>
                    <a:pt x="2019655" y="595630"/>
                  </a:lnTo>
                  <a:lnTo>
                    <a:pt x="2019655" y="586105"/>
                  </a:lnTo>
                  <a:close/>
                </a:path>
                <a:path w="6175375" h="595629">
                  <a:moveTo>
                    <a:pt x="2019655" y="0"/>
                  </a:moveTo>
                  <a:lnTo>
                    <a:pt x="1991182" y="0"/>
                  </a:lnTo>
                  <a:lnTo>
                    <a:pt x="1991182" y="9525"/>
                  </a:lnTo>
                  <a:lnTo>
                    <a:pt x="2019655" y="9525"/>
                  </a:lnTo>
                  <a:lnTo>
                    <a:pt x="2019655" y="0"/>
                  </a:lnTo>
                  <a:close/>
                </a:path>
                <a:path w="6175375" h="595629">
                  <a:moveTo>
                    <a:pt x="2076615" y="586105"/>
                  </a:moveTo>
                  <a:lnTo>
                    <a:pt x="2048141" y="586105"/>
                  </a:lnTo>
                  <a:lnTo>
                    <a:pt x="2048141" y="595630"/>
                  </a:lnTo>
                  <a:lnTo>
                    <a:pt x="2076615" y="595630"/>
                  </a:lnTo>
                  <a:lnTo>
                    <a:pt x="2076615" y="586105"/>
                  </a:lnTo>
                  <a:close/>
                </a:path>
                <a:path w="6175375" h="595629">
                  <a:moveTo>
                    <a:pt x="2076615" y="0"/>
                  </a:moveTo>
                  <a:lnTo>
                    <a:pt x="2048141" y="0"/>
                  </a:lnTo>
                  <a:lnTo>
                    <a:pt x="2048141" y="9525"/>
                  </a:lnTo>
                  <a:lnTo>
                    <a:pt x="2076615" y="9525"/>
                  </a:lnTo>
                  <a:lnTo>
                    <a:pt x="2076615" y="0"/>
                  </a:lnTo>
                  <a:close/>
                </a:path>
                <a:path w="6175375" h="595629">
                  <a:moveTo>
                    <a:pt x="2133574" y="586105"/>
                  </a:moveTo>
                  <a:lnTo>
                    <a:pt x="2105088" y="586105"/>
                  </a:lnTo>
                  <a:lnTo>
                    <a:pt x="2105088" y="595630"/>
                  </a:lnTo>
                  <a:lnTo>
                    <a:pt x="2133574" y="595630"/>
                  </a:lnTo>
                  <a:lnTo>
                    <a:pt x="2133574" y="586105"/>
                  </a:lnTo>
                  <a:close/>
                </a:path>
                <a:path w="6175375" h="595629">
                  <a:moveTo>
                    <a:pt x="2133574" y="0"/>
                  </a:moveTo>
                  <a:lnTo>
                    <a:pt x="2105088" y="0"/>
                  </a:lnTo>
                  <a:lnTo>
                    <a:pt x="2105088" y="9525"/>
                  </a:lnTo>
                  <a:lnTo>
                    <a:pt x="2133574" y="9525"/>
                  </a:lnTo>
                  <a:lnTo>
                    <a:pt x="2133574" y="0"/>
                  </a:lnTo>
                  <a:close/>
                </a:path>
                <a:path w="6175375" h="595629">
                  <a:moveTo>
                    <a:pt x="2190534" y="586105"/>
                  </a:moveTo>
                  <a:lnTo>
                    <a:pt x="2162048" y="586105"/>
                  </a:lnTo>
                  <a:lnTo>
                    <a:pt x="2162048" y="595630"/>
                  </a:lnTo>
                  <a:lnTo>
                    <a:pt x="2190534" y="595630"/>
                  </a:lnTo>
                  <a:lnTo>
                    <a:pt x="2190534" y="586105"/>
                  </a:lnTo>
                  <a:close/>
                </a:path>
                <a:path w="6175375" h="595629">
                  <a:moveTo>
                    <a:pt x="2190534" y="0"/>
                  </a:moveTo>
                  <a:lnTo>
                    <a:pt x="2162048" y="0"/>
                  </a:lnTo>
                  <a:lnTo>
                    <a:pt x="2162048" y="9525"/>
                  </a:lnTo>
                  <a:lnTo>
                    <a:pt x="2190534" y="9525"/>
                  </a:lnTo>
                  <a:lnTo>
                    <a:pt x="2190534" y="0"/>
                  </a:lnTo>
                  <a:close/>
                </a:path>
                <a:path w="6175375" h="595629">
                  <a:moveTo>
                    <a:pt x="2247481" y="586105"/>
                  </a:moveTo>
                  <a:lnTo>
                    <a:pt x="2219007" y="586105"/>
                  </a:lnTo>
                  <a:lnTo>
                    <a:pt x="2219007" y="595630"/>
                  </a:lnTo>
                  <a:lnTo>
                    <a:pt x="2247481" y="595630"/>
                  </a:lnTo>
                  <a:lnTo>
                    <a:pt x="2247481" y="586105"/>
                  </a:lnTo>
                  <a:close/>
                </a:path>
                <a:path w="6175375" h="595629">
                  <a:moveTo>
                    <a:pt x="2247481" y="0"/>
                  </a:moveTo>
                  <a:lnTo>
                    <a:pt x="2219007" y="0"/>
                  </a:lnTo>
                  <a:lnTo>
                    <a:pt x="2219007" y="9525"/>
                  </a:lnTo>
                  <a:lnTo>
                    <a:pt x="2247481" y="9525"/>
                  </a:lnTo>
                  <a:lnTo>
                    <a:pt x="2247481" y="0"/>
                  </a:lnTo>
                  <a:close/>
                </a:path>
                <a:path w="6175375" h="595629">
                  <a:moveTo>
                    <a:pt x="2304440" y="586105"/>
                  </a:moveTo>
                  <a:lnTo>
                    <a:pt x="2275967" y="586105"/>
                  </a:lnTo>
                  <a:lnTo>
                    <a:pt x="2275967" y="595630"/>
                  </a:lnTo>
                  <a:lnTo>
                    <a:pt x="2304440" y="595630"/>
                  </a:lnTo>
                  <a:lnTo>
                    <a:pt x="2304440" y="586105"/>
                  </a:lnTo>
                  <a:close/>
                </a:path>
                <a:path w="6175375" h="595629">
                  <a:moveTo>
                    <a:pt x="2304440" y="0"/>
                  </a:moveTo>
                  <a:lnTo>
                    <a:pt x="2275967" y="0"/>
                  </a:lnTo>
                  <a:lnTo>
                    <a:pt x="2275967" y="9525"/>
                  </a:lnTo>
                  <a:lnTo>
                    <a:pt x="2304440" y="9525"/>
                  </a:lnTo>
                  <a:lnTo>
                    <a:pt x="2304440" y="0"/>
                  </a:lnTo>
                  <a:close/>
                </a:path>
                <a:path w="6175375" h="595629">
                  <a:moveTo>
                    <a:pt x="2361400" y="586105"/>
                  </a:moveTo>
                  <a:lnTo>
                    <a:pt x="2332926" y="586105"/>
                  </a:lnTo>
                  <a:lnTo>
                    <a:pt x="2332926" y="595630"/>
                  </a:lnTo>
                  <a:lnTo>
                    <a:pt x="2361400" y="595630"/>
                  </a:lnTo>
                  <a:lnTo>
                    <a:pt x="2361400" y="586105"/>
                  </a:lnTo>
                  <a:close/>
                </a:path>
                <a:path w="6175375" h="595629">
                  <a:moveTo>
                    <a:pt x="2361400" y="0"/>
                  </a:moveTo>
                  <a:lnTo>
                    <a:pt x="2332926" y="0"/>
                  </a:lnTo>
                  <a:lnTo>
                    <a:pt x="2332926" y="9525"/>
                  </a:lnTo>
                  <a:lnTo>
                    <a:pt x="2361400" y="9525"/>
                  </a:lnTo>
                  <a:lnTo>
                    <a:pt x="2361400" y="0"/>
                  </a:lnTo>
                  <a:close/>
                </a:path>
                <a:path w="6175375" h="595629">
                  <a:moveTo>
                    <a:pt x="2418359" y="586105"/>
                  </a:moveTo>
                  <a:lnTo>
                    <a:pt x="2389873" y="586105"/>
                  </a:lnTo>
                  <a:lnTo>
                    <a:pt x="2389873" y="595630"/>
                  </a:lnTo>
                  <a:lnTo>
                    <a:pt x="2418359" y="595630"/>
                  </a:lnTo>
                  <a:lnTo>
                    <a:pt x="2418359" y="586105"/>
                  </a:lnTo>
                  <a:close/>
                </a:path>
                <a:path w="6175375" h="595629">
                  <a:moveTo>
                    <a:pt x="2418359" y="0"/>
                  </a:moveTo>
                  <a:lnTo>
                    <a:pt x="2389873" y="0"/>
                  </a:lnTo>
                  <a:lnTo>
                    <a:pt x="2389873" y="9525"/>
                  </a:lnTo>
                  <a:lnTo>
                    <a:pt x="2418359" y="9525"/>
                  </a:lnTo>
                  <a:lnTo>
                    <a:pt x="2418359" y="0"/>
                  </a:lnTo>
                  <a:close/>
                </a:path>
                <a:path w="6175375" h="595629">
                  <a:moveTo>
                    <a:pt x="2475319" y="586105"/>
                  </a:moveTo>
                  <a:lnTo>
                    <a:pt x="2446832" y="586105"/>
                  </a:lnTo>
                  <a:lnTo>
                    <a:pt x="2446832" y="595630"/>
                  </a:lnTo>
                  <a:lnTo>
                    <a:pt x="2475319" y="595630"/>
                  </a:lnTo>
                  <a:lnTo>
                    <a:pt x="2475319" y="586105"/>
                  </a:lnTo>
                  <a:close/>
                </a:path>
                <a:path w="6175375" h="595629">
                  <a:moveTo>
                    <a:pt x="2475319" y="0"/>
                  </a:moveTo>
                  <a:lnTo>
                    <a:pt x="2446832" y="0"/>
                  </a:lnTo>
                  <a:lnTo>
                    <a:pt x="2446832" y="9525"/>
                  </a:lnTo>
                  <a:lnTo>
                    <a:pt x="2475319" y="9525"/>
                  </a:lnTo>
                  <a:lnTo>
                    <a:pt x="2475319" y="0"/>
                  </a:lnTo>
                  <a:close/>
                </a:path>
                <a:path w="6175375" h="595629">
                  <a:moveTo>
                    <a:pt x="2532265" y="586105"/>
                  </a:moveTo>
                  <a:lnTo>
                    <a:pt x="2503792" y="586105"/>
                  </a:lnTo>
                  <a:lnTo>
                    <a:pt x="2503792" y="595630"/>
                  </a:lnTo>
                  <a:lnTo>
                    <a:pt x="2532265" y="595630"/>
                  </a:lnTo>
                  <a:lnTo>
                    <a:pt x="2532265" y="586105"/>
                  </a:lnTo>
                  <a:close/>
                </a:path>
                <a:path w="6175375" h="595629">
                  <a:moveTo>
                    <a:pt x="2532265" y="0"/>
                  </a:moveTo>
                  <a:lnTo>
                    <a:pt x="2503792" y="0"/>
                  </a:lnTo>
                  <a:lnTo>
                    <a:pt x="2503792" y="9525"/>
                  </a:lnTo>
                  <a:lnTo>
                    <a:pt x="2532265" y="9525"/>
                  </a:lnTo>
                  <a:lnTo>
                    <a:pt x="2532265" y="0"/>
                  </a:lnTo>
                  <a:close/>
                </a:path>
                <a:path w="6175375" h="595629">
                  <a:moveTo>
                    <a:pt x="2589225" y="586105"/>
                  </a:moveTo>
                  <a:lnTo>
                    <a:pt x="2560751" y="586105"/>
                  </a:lnTo>
                  <a:lnTo>
                    <a:pt x="2560751" y="595630"/>
                  </a:lnTo>
                  <a:lnTo>
                    <a:pt x="2589225" y="595630"/>
                  </a:lnTo>
                  <a:lnTo>
                    <a:pt x="2589225" y="586105"/>
                  </a:lnTo>
                  <a:close/>
                </a:path>
                <a:path w="6175375" h="595629">
                  <a:moveTo>
                    <a:pt x="2589225" y="0"/>
                  </a:moveTo>
                  <a:lnTo>
                    <a:pt x="2560751" y="0"/>
                  </a:lnTo>
                  <a:lnTo>
                    <a:pt x="2560751" y="9525"/>
                  </a:lnTo>
                  <a:lnTo>
                    <a:pt x="2589225" y="9525"/>
                  </a:lnTo>
                  <a:lnTo>
                    <a:pt x="2589225" y="0"/>
                  </a:lnTo>
                  <a:close/>
                </a:path>
                <a:path w="6175375" h="595629">
                  <a:moveTo>
                    <a:pt x="2646184" y="586105"/>
                  </a:moveTo>
                  <a:lnTo>
                    <a:pt x="2617711" y="586105"/>
                  </a:lnTo>
                  <a:lnTo>
                    <a:pt x="2617711" y="595630"/>
                  </a:lnTo>
                  <a:lnTo>
                    <a:pt x="2646184" y="595630"/>
                  </a:lnTo>
                  <a:lnTo>
                    <a:pt x="2646184" y="586105"/>
                  </a:lnTo>
                  <a:close/>
                </a:path>
                <a:path w="6175375" h="595629">
                  <a:moveTo>
                    <a:pt x="2646184" y="0"/>
                  </a:moveTo>
                  <a:lnTo>
                    <a:pt x="2617711" y="0"/>
                  </a:lnTo>
                  <a:lnTo>
                    <a:pt x="2617711" y="9525"/>
                  </a:lnTo>
                  <a:lnTo>
                    <a:pt x="2646184" y="9525"/>
                  </a:lnTo>
                  <a:lnTo>
                    <a:pt x="2646184" y="0"/>
                  </a:lnTo>
                  <a:close/>
                </a:path>
                <a:path w="6175375" h="595629">
                  <a:moveTo>
                    <a:pt x="2703144" y="586105"/>
                  </a:moveTo>
                  <a:lnTo>
                    <a:pt x="2674658" y="586105"/>
                  </a:lnTo>
                  <a:lnTo>
                    <a:pt x="2674658" y="595630"/>
                  </a:lnTo>
                  <a:lnTo>
                    <a:pt x="2703144" y="595630"/>
                  </a:lnTo>
                  <a:lnTo>
                    <a:pt x="2703144" y="586105"/>
                  </a:lnTo>
                  <a:close/>
                </a:path>
                <a:path w="6175375" h="595629">
                  <a:moveTo>
                    <a:pt x="2703144" y="0"/>
                  </a:moveTo>
                  <a:lnTo>
                    <a:pt x="2674658" y="0"/>
                  </a:lnTo>
                  <a:lnTo>
                    <a:pt x="2674658" y="9525"/>
                  </a:lnTo>
                  <a:lnTo>
                    <a:pt x="2703144" y="9525"/>
                  </a:lnTo>
                  <a:lnTo>
                    <a:pt x="2703144" y="0"/>
                  </a:lnTo>
                  <a:close/>
                </a:path>
                <a:path w="6175375" h="595629">
                  <a:moveTo>
                    <a:pt x="2760103" y="586105"/>
                  </a:moveTo>
                  <a:lnTo>
                    <a:pt x="2731617" y="586105"/>
                  </a:lnTo>
                  <a:lnTo>
                    <a:pt x="2731617" y="595630"/>
                  </a:lnTo>
                  <a:lnTo>
                    <a:pt x="2760103" y="595630"/>
                  </a:lnTo>
                  <a:lnTo>
                    <a:pt x="2760103" y="586105"/>
                  </a:lnTo>
                  <a:close/>
                </a:path>
                <a:path w="6175375" h="595629">
                  <a:moveTo>
                    <a:pt x="2760103" y="0"/>
                  </a:moveTo>
                  <a:lnTo>
                    <a:pt x="2731617" y="0"/>
                  </a:lnTo>
                  <a:lnTo>
                    <a:pt x="2731617" y="9525"/>
                  </a:lnTo>
                  <a:lnTo>
                    <a:pt x="2760103" y="9525"/>
                  </a:lnTo>
                  <a:lnTo>
                    <a:pt x="2760103" y="0"/>
                  </a:lnTo>
                  <a:close/>
                </a:path>
                <a:path w="6175375" h="595629">
                  <a:moveTo>
                    <a:pt x="2817050" y="586105"/>
                  </a:moveTo>
                  <a:lnTo>
                    <a:pt x="2788577" y="586105"/>
                  </a:lnTo>
                  <a:lnTo>
                    <a:pt x="2788577" y="595630"/>
                  </a:lnTo>
                  <a:lnTo>
                    <a:pt x="2817050" y="595630"/>
                  </a:lnTo>
                  <a:lnTo>
                    <a:pt x="2817050" y="586105"/>
                  </a:lnTo>
                  <a:close/>
                </a:path>
                <a:path w="6175375" h="595629">
                  <a:moveTo>
                    <a:pt x="2817050" y="0"/>
                  </a:moveTo>
                  <a:lnTo>
                    <a:pt x="2788577" y="0"/>
                  </a:lnTo>
                  <a:lnTo>
                    <a:pt x="2788577" y="9525"/>
                  </a:lnTo>
                  <a:lnTo>
                    <a:pt x="2817050" y="9525"/>
                  </a:lnTo>
                  <a:lnTo>
                    <a:pt x="2817050" y="0"/>
                  </a:lnTo>
                  <a:close/>
                </a:path>
                <a:path w="6175375" h="595629">
                  <a:moveTo>
                    <a:pt x="2874010" y="586105"/>
                  </a:moveTo>
                  <a:lnTo>
                    <a:pt x="2845536" y="586105"/>
                  </a:lnTo>
                  <a:lnTo>
                    <a:pt x="2845536" y="595630"/>
                  </a:lnTo>
                  <a:lnTo>
                    <a:pt x="2874010" y="595630"/>
                  </a:lnTo>
                  <a:lnTo>
                    <a:pt x="2874010" y="586105"/>
                  </a:lnTo>
                  <a:close/>
                </a:path>
                <a:path w="6175375" h="595629">
                  <a:moveTo>
                    <a:pt x="2874010" y="0"/>
                  </a:moveTo>
                  <a:lnTo>
                    <a:pt x="2845536" y="0"/>
                  </a:lnTo>
                  <a:lnTo>
                    <a:pt x="2845536" y="9525"/>
                  </a:lnTo>
                  <a:lnTo>
                    <a:pt x="2874010" y="9525"/>
                  </a:lnTo>
                  <a:lnTo>
                    <a:pt x="2874010" y="0"/>
                  </a:lnTo>
                  <a:close/>
                </a:path>
                <a:path w="6175375" h="595629">
                  <a:moveTo>
                    <a:pt x="2930969" y="586105"/>
                  </a:moveTo>
                  <a:lnTo>
                    <a:pt x="2902496" y="586105"/>
                  </a:lnTo>
                  <a:lnTo>
                    <a:pt x="2902496" y="595630"/>
                  </a:lnTo>
                  <a:lnTo>
                    <a:pt x="2930969" y="595630"/>
                  </a:lnTo>
                  <a:lnTo>
                    <a:pt x="2930969" y="586105"/>
                  </a:lnTo>
                  <a:close/>
                </a:path>
                <a:path w="6175375" h="595629">
                  <a:moveTo>
                    <a:pt x="2930969" y="0"/>
                  </a:moveTo>
                  <a:lnTo>
                    <a:pt x="2902496" y="0"/>
                  </a:lnTo>
                  <a:lnTo>
                    <a:pt x="2902496" y="9525"/>
                  </a:lnTo>
                  <a:lnTo>
                    <a:pt x="2930969" y="9525"/>
                  </a:lnTo>
                  <a:lnTo>
                    <a:pt x="2930969" y="0"/>
                  </a:lnTo>
                  <a:close/>
                </a:path>
                <a:path w="6175375" h="595629">
                  <a:moveTo>
                    <a:pt x="2987929" y="586105"/>
                  </a:moveTo>
                  <a:lnTo>
                    <a:pt x="2959443" y="586105"/>
                  </a:lnTo>
                  <a:lnTo>
                    <a:pt x="2959443" y="595630"/>
                  </a:lnTo>
                  <a:lnTo>
                    <a:pt x="2987929" y="595630"/>
                  </a:lnTo>
                  <a:lnTo>
                    <a:pt x="2987929" y="586105"/>
                  </a:lnTo>
                  <a:close/>
                </a:path>
                <a:path w="6175375" h="595629">
                  <a:moveTo>
                    <a:pt x="2987929" y="0"/>
                  </a:moveTo>
                  <a:lnTo>
                    <a:pt x="2959443" y="0"/>
                  </a:lnTo>
                  <a:lnTo>
                    <a:pt x="2959443" y="9525"/>
                  </a:lnTo>
                  <a:lnTo>
                    <a:pt x="2987929" y="9525"/>
                  </a:lnTo>
                  <a:lnTo>
                    <a:pt x="2987929" y="0"/>
                  </a:lnTo>
                  <a:close/>
                </a:path>
                <a:path w="6175375" h="595629">
                  <a:moveTo>
                    <a:pt x="3044888" y="586105"/>
                  </a:moveTo>
                  <a:lnTo>
                    <a:pt x="3016402" y="586105"/>
                  </a:lnTo>
                  <a:lnTo>
                    <a:pt x="3016402" y="595630"/>
                  </a:lnTo>
                  <a:lnTo>
                    <a:pt x="3044888" y="595630"/>
                  </a:lnTo>
                  <a:lnTo>
                    <a:pt x="3044888" y="586105"/>
                  </a:lnTo>
                  <a:close/>
                </a:path>
                <a:path w="6175375" h="595629">
                  <a:moveTo>
                    <a:pt x="3044888" y="0"/>
                  </a:moveTo>
                  <a:lnTo>
                    <a:pt x="3016402" y="0"/>
                  </a:lnTo>
                  <a:lnTo>
                    <a:pt x="3016402" y="9525"/>
                  </a:lnTo>
                  <a:lnTo>
                    <a:pt x="3044888" y="9525"/>
                  </a:lnTo>
                  <a:lnTo>
                    <a:pt x="3044888" y="0"/>
                  </a:lnTo>
                  <a:close/>
                </a:path>
                <a:path w="6175375" h="595629">
                  <a:moveTo>
                    <a:pt x="3101848" y="586105"/>
                  </a:moveTo>
                  <a:lnTo>
                    <a:pt x="3073362" y="586105"/>
                  </a:lnTo>
                  <a:lnTo>
                    <a:pt x="3073362" y="595630"/>
                  </a:lnTo>
                  <a:lnTo>
                    <a:pt x="3101848" y="595630"/>
                  </a:lnTo>
                  <a:lnTo>
                    <a:pt x="3101848" y="586105"/>
                  </a:lnTo>
                  <a:close/>
                </a:path>
                <a:path w="6175375" h="595629">
                  <a:moveTo>
                    <a:pt x="3101848" y="0"/>
                  </a:moveTo>
                  <a:lnTo>
                    <a:pt x="3073362" y="0"/>
                  </a:lnTo>
                  <a:lnTo>
                    <a:pt x="3073362" y="9525"/>
                  </a:lnTo>
                  <a:lnTo>
                    <a:pt x="3101848" y="9525"/>
                  </a:lnTo>
                  <a:lnTo>
                    <a:pt x="3101848" y="0"/>
                  </a:lnTo>
                  <a:close/>
                </a:path>
                <a:path w="6175375" h="595629">
                  <a:moveTo>
                    <a:pt x="3158794" y="586105"/>
                  </a:moveTo>
                  <a:lnTo>
                    <a:pt x="3130321" y="586105"/>
                  </a:lnTo>
                  <a:lnTo>
                    <a:pt x="3130321" y="595630"/>
                  </a:lnTo>
                  <a:lnTo>
                    <a:pt x="3158794" y="595630"/>
                  </a:lnTo>
                  <a:lnTo>
                    <a:pt x="3158794" y="586105"/>
                  </a:lnTo>
                  <a:close/>
                </a:path>
                <a:path w="6175375" h="595629">
                  <a:moveTo>
                    <a:pt x="3158794" y="0"/>
                  </a:moveTo>
                  <a:lnTo>
                    <a:pt x="3130321" y="0"/>
                  </a:lnTo>
                  <a:lnTo>
                    <a:pt x="3130321" y="9525"/>
                  </a:lnTo>
                  <a:lnTo>
                    <a:pt x="3158794" y="9525"/>
                  </a:lnTo>
                  <a:lnTo>
                    <a:pt x="3158794" y="0"/>
                  </a:lnTo>
                  <a:close/>
                </a:path>
                <a:path w="6175375" h="595629">
                  <a:moveTo>
                    <a:pt x="3215754" y="586105"/>
                  </a:moveTo>
                  <a:lnTo>
                    <a:pt x="3187281" y="586105"/>
                  </a:lnTo>
                  <a:lnTo>
                    <a:pt x="3187281" y="595630"/>
                  </a:lnTo>
                  <a:lnTo>
                    <a:pt x="3215754" y="595630"/>
                  </a:lnTo>
                  <a:lnTo>
                    <a:pt x="3215754" y="586105"/>
                  </a:lnTo>
                  <a:close/>
                </a:path>
                <a:path w="6175375" h="595629">
                  <a:moveTo>
                    <a:pt x="3215754" y="0"/>
                  </a:moveTo>
                  <a:lnTo>
                    <a:pt x="3187281" y="0"/>
                  </a:lnTo>
                  <a:lnTo>
                    <a:pt x="3187281" y="9525"/>
                  </a:lnTo>
                  <a:lnTo>
                    <a:pt x="3215754" y="9525"/>
                  </a:lnTo>
                  <a:lnTo>
                    <a:pt x="3215754" y="0"/>
                  </a:lnTo>
                  <a:close/>
                </a:path>
                <a:path w="6175375" h="595629">
                  <a:moveTo>
                    <a:pt x="3272713" y="586105"/>
                  </a:moveTo>
                  <a:lnTo>
                    <a:pt x="3244240" y="586105"/>
                  </a:lnTo>
                  <a:lnTo>
                    <a:pt x="3244240" y="595630"/>
                  </a:lnTo>
                  <a:lnTo>
                    <a:pt x="3272713" y="595630"/>
                  </a:lnTo>
                  <a:lnTo>
                    <a:pt x="3272713" y="586105"/>
                  </a:lnTo>
                  <a:close/>
                </a:path>
                <a:path w="6175375" h="595629">
                  <a:moveTo>
                    <a:pt x="3272713" y="0"/>
                  </a:moveTo>
                  <a:lnTo>
                    <a:pt x="3244240" y="0"/>
                  </a:lnTo>
                  <a:lnTo>
                    <a:pt x="3244240" y="9525"/>
                  </a:lnTo>
                  <a:lnTo>
                    <a:pt x="3272713" y="9525"/>
                  </a:lnTo>
                  <a:lnTo>
                    <a:pt x="3272713" y="0"/>
                  </a:lnTo>
                  <a:close/>
                </a:path>
                <a:path w="6175375" h="595629">
                  <a:moveTo>
                    <a:pt x="3329673" y="586105"/>
                  </a:moveTo>
                  <a:lnTo>
                    <a:pt x="3301187" y="586105"/>
                  </a:lnTo>
                  <a:lnTo>
                    <a:pt x="3301187" y="595630"/>
                  </a:lnTo>
                  <a:lnTo>
                    <a:pt x="3329673" y="595630"/>
                  </a:lnTo>
                  <a:lnTo>
                    <a:pt x="3329673" y="586105"/>
                  </a:lnTo>
                  <a:close/>
                </a:path>
                <a:path w="6175375" h="595629">
                  <a:moveTo>
                    <a:pt x="3329673" y="0"/>
                  </a:moveTo>
                  <a:lnTo>
                    <a:pt x="3301187" y="0"/>
                  </a:lnTo>
                  <a:lnTo>
                    <a:pt x="3301187" y="9525"/>
                  </a:lnTo>
                  <a:lnTo>
                    <a:pt x="3329673" y="9525"/>
                  </a:lnTo>
                  <a:lnTo>
                    <a:pt x="3329673" y="0"/>
                  </a:lnTo>
                  <a:close/>
                </a:path>
                <a:path w="6175375" h="595629">
                  <a:moveTo>
                    <a:pt x="3386632" y="586105"/>
                  </a:moveTo>
                  <a:lnTo>
                    <a:pt x="3358146" y="586105"/>
                  </a:lnTo>
                  <a:lnTo>
                    <a:pt x="3358146" y="595630"/>
                  </a:lnTo>
                  <a:lnTo>
                    <a:pt x="3386632" y="595630"/>
                  </a:lnTo>
                  <a:lnTo>
                    <a:pt x="3386632" y="586105"/>
                  </a:lnTo>
                  <a:close/>
                </a:path>
                <a:path w="6175375" h="595629">
                  <a:moveTo>
                    <a:pt x="3386632" y="0"/>
                  </a:moveTo>
                  <a:lnTo>
                    <a:pt x="3358146" y="0"/>
                  </a:lnTo>
                  <a:lnTo>
                    <a:pt x="3358146" y="9525"/>
                  </a:lnTo>
                  <a:lnTo>
                    <a:pt x="3386632" y="9525"/>
                  </a:lnTo>
                  <a:lnTo>
                    <a:pt x="3386632" y="0"/>
                  </a:lnTo>
                  <a:close/>
                </a:path>
                <a:path w="6175375" h="595629">
                  <a:moveTo>
                    <a:pt x="3443579" y="586105"/>
                  </a:moveTo>
                  <a:lnTo>
                    <a:pt x="3415106" y="586105"/>
                  </a:lnTo>
                  <a:lnTo>
                    <a:pt x="3415106" y="595630"/>
                  </a:lnTo>
                  <a:lnTo>
                    <a:pt x="3443579" y="595630"/>
                  </a:lnTo>
                  <a:lnTo>
                    <a:pt x="3443579" y="586105"/>
                  </a:lnTo>
                  <a:close/>
                </a:path>
                <a:path w="6175375" h="595629">
                  <a:moveTo>
                    <a:pt x="3443579" y="0"/>
                  </a:moveTo>
                  <a:lnTo>
                    <a:pt x="3415106" y="0"/>
                  </a:lnTo>
                  <a:lnTo>
                    <a:pt x="3415106" y="9525"/>
                  </a:lnTo>
                  <a:lnTo>
                    <a:pt x="3443579" y="9525"/>
                  </a:lnTo>
                  <a:lnTo>
                    <a:pt x="3443579" y="0"/>
                  </a:lnTo>
                  <a:close/>
                </a:path>
                <a:path w="6175375" h="595629">
                  <a:moveTo>
                    <a:pt x="3500539" y="586105"/>
                  </a:moveTo>
                  <a:lnTo>
                    <a:pt x="3472065" y="586105"/>
                  </a:lnTo>
                  <a:lnTo>
                    <a:pt x="3472065" y="595630"/>
                  </a:lnTo>
                  <a:lnTo>
                    <a:pt x="3500539" y="595630"/>
                  </a:lnTo>
                  <a:lnTo>
                    <a:pt x="3500539" y="586105"/>
                  </a:lnTo>
                  <a:close/>
                </a:path>
                <a:path w="6175375" h="595629">
                  <a:moveTo>
                    <a:pt x="3500539" y="0"/>
                  </a:moveTo>
                  <a:lnTo>
                    <a:pt x="3472065" y="0"/>
                  </a:lnTo>
                  <a:lnTo>
                    <a:pt x="3472065" y="9525"/>
                  </a:lnTo>
                  <a:lnTo>
                    <a:pt x="3500539" y="9525"/>
                  </a:lnTo>
                  <a:lnTo>
                    <a:pt x="3500539" y="0"/>
                  </a:lnTo>
                  <a:close/>
                </a:path>
                <a:path w="6175375" h="595629">
                  <a:moveTo>
                    <a:pt x="3557498" y="586105"/>
                  </a:moveTo>
                  <a:lnTo>
                    <a:pt x="3529025" y="586105"/>
                  </a:lnTo>
                  <a:lnTo>
                    <a:pt x="3529025" y="595630"/>
                  </a:lnTo>
                  <a:lnTo>
                    <a:pt x="3557498" y="595630"/>
                  </a:lnTo>
                  <a:lnTo>
                    <a:pt x="3557498" y="586105"/>
                  </a:lnTo>
                  <a:close/>
                </a:path>
                <a:path w="6175375" h="595629">
                  <a:moveTo>
                    <a:pt x="3557498" y="0"/>
                  </a:moveTo>
                  <a:lnTo>
                    <a:pt x="3529025" y="0"/>
                  </a:lnTo>
                  <a:lnTo>
                    <a:pt x="3529025" y="9525"/>
                  </a:lnTo>
                  <a:lnTo>
                    <a:pt x="3557498" y="9525"/>
                  </a:lnTo>
                  <a:lnTo>
                    <a:pt x="3557498" y="0"/>
                  </a:lnTo>
                  <a:close/>
                </a:path>
                <a:path w="6175375" h="595629">
                  <a:moveTo>
                    <a:pt x="3614458" y="586105"/>
                  </a:moveTo>
                  <a:lnTo>
                    <a:pt x="3585972" y="586105"/>
                  </a:lnTo>
                  <a:lnTo>
                    <a:pt x="3585972" y="595630"/>
                  </a:lnTo>
                  <a:lnTo>
                    <a:pt x="3614458" y="595630"/>
                  </a:lnTo>
                  <a:lnTo>
                    <a:pt x="3614458" y="586105"/>
                  </a:lnTo>
                  <a:close/>
                </a:path>
                <a:path w="6175375" h="595629">
                  <a:moveTo>
                    <a:pt x="3614458" y="0"/>
                  </a:moveTo>
                  <a:lnTo>
                    <a:pt x="3585972" y="0"/>
                  </a:lnTo>
                  <a:lnTo>
                    <a:pt x="3585972" y="9525"/>
                  </a:lnTo>
                  <a:lnTo>
                    <a:pt x="3614458" y="9525"/>
                  </a:lnTo>
                  <a:lnTo>
                    <a:pt x="3614458" y="0"/>
                  </a:lnTo>
                  <a:close/>
                </a:path>
                <a:path w="6175375" h="595629">
                  <a:moveTo>
                    <a:pt x="3671417" y="586105"/>
                  </a:moveTo>
                  <a:lnTo>
                    <a:pt x="3642931" y="586105"/>
                  </a:lnTo>
                  <a:lnTo>
                    <a:pt x="3642931" y="595630"/>
                  </a:lnTo>
                  <a:lnTo>
                    <a:pt x="3671417" y="595630"/>
                  </a:lnTo>
                  <a:lnTo>
                    <a:pt x="3671417" y="586105"/>
                  </a:lnTo>
                  <a:close/>
                </a:path>
                <a:path w="6175375" h="595629">
                  <a:moveTo>
                    <a:pt x="3671417" y="0"/>
                  </a:moveTo>
                  <a:lnTo>
                    <a:pt x="3642931" y="0"/>
                  </a:lnTo>
                  <a:lnTo>
                    <a:pt x="3642931" y="9525"/>
                  </a:lnTo>
                  <a:lnTo>
                    <a:pt x="3671417" y="9525"/>
                  </a:lnTo>
                  <a:lnTo>
                    <a:pt x="3671417" y="0"/>
                  </a:lnTo>
                  <a:close/>
                </a:path>
                <a:path w="6175375" h="595629">
                  <a:moveTo>
                    <a:pt x="3728364" y="586105"/>
                  </a:moveTo>
                  <a:lnTo>
                    <a:pt x="3699891" y="586105"/>
                  </a:lnTo>
                  <a:lnTo>
                    <a:pt x="3699891" y="595630"/>
                  </a:lnTo>
                  <a:lnTo>
                    <a:pt x="3728364" y="595630"/>
                  </a:lnTo>
                  <a:lnTo>
                    <a:pt x="3728364" y="586105"/>
                  </a:lnTo>
                  <a:close/>
                </a:path>
                <a:path w="6175375" h="595629">
                  <a:moveTo>
                    <a:pt x="3728364" y="0"/>
                  </a:moveTo>
                  <a:lnTo>
                    <a:pt x="3699891" y="0"/>
                  </a:lnTo>
                  <a:lnTo>
                    <a:pt x="3699891" y="9525"/>
                  </a:lnTo>
                  <a:lnTo>
                    <a:pt x="3728364" y="9525"/>
                  </a:lnTo>
                  <a:lnTo>
                    <a:pt x="3728364" y="0"/>
                  </a:lnTo>
                  <a:close/>
                </a:path>
                <a:path w="6175375" h="595629">
                  <a:moveTo>
                    <a:pt x="3785324" y="586105"/>
                  </a:moveTo>
                  <a:lnTo>
                    <a:pt x="3756850" y="586105"/>
                  </a:lnTo>
                  <a:lnTo>
                    <a:pt x="3756850" y="595630"/>
                  </a:lnTo>
                  <a:lnTo>
                    <a:pt x="3785324" y="595630"/>
                  </a:lnTo>
                  <a:lnTo>
                    <a:pt x="3785324" y="586105"/>
                  </a:lnTo>
                  <a:close/>
                </a:path>
                <a:path w="6175375" h="595629">
                  <a:moveTo>
                    <a:pt x="3785324" y="0"/>
                  </a:moveTo>
                  <a:lnTo>
                    <a:pt x="3756850" y="0"/>
                  </a:lnTo>
                  <a:lnTo>
                    <a:pt x="3756850" y="9525"/>
                  </a:lnTo>
                  <a:lnTo>
                    <a:pt x="3785324" y="9525"/>
                  </a:lnTo>
                  <a:lnTo>
                    <a:pt x="3785324" y="0"/>
                  </a:lnTo>
                  <a:close/>
                </a:path>
                <a:path w="6175375" h="595629">
                  <a:moveTo>
                    <a:pt x="3842283" y="586105"/>
                  </a:moveTo>
                  <a:lnTo>
                    <a:pt x="3813810" y="586105"/>
                  </a:lnTo>
                  <a:lnTo>
                    <a:pt x="3813810" y="595630"/>
                  </a:lnTo>
                  <a:lnTo>
                    <a:pt x="3842283" y="595630"/>
                  </a:lnTo>
                  <a:lnTo>
                    <a:pt x="3842283" y="586105"/>
                  </a:lnTo>
                  <a:close/>
                </a:path>
                <a:path w="6175375" h="595629">
                  <a:moveTo>
                    <a:pt x="3842283" y="0"/>
                  </a:moveTo>
                  <a:lnTo>
                    <a:pt x="3813810" y="0"/>
                  </a:lnTo>
                  <a:lnTo>
                    <a:pt x="3813810" y="9525"/>
                  </a:lnTo>
                  <a:lnTo>
                    <a:pt x="3842283" y="9525"/>
                  </a:lnTo>
                  <a:lnTo>
                    <a:pt x="3842283" y="0"/>
                  </a:lnTo>
                  <a:close/>
                </a:path>
                <a:path w="6175375" h="595629">
                  <a:moveTo>
                    <a:pt x="3899243" y="586105"/>
                  </a:moveTo>
                  <a:lnTo>
                    <a:pt x="3870756" y="586105"/>
                  </a:lnTo>
                  <a:lnTo>
                    <a:pt x="3870756" y="595630"/>
                  </a:lnTo>
                  <a:lnTo>
                    <a:pt x="3899243" y="595630"/>
                  </a:lnTo>
                  <a:lnTo>
                    <a:pt x="3899243" y="586105"/>
                  </a:lnTo>
                  <a:close/>
                </a:path>
                <a:path w="6175375" h="595629">
                  <a:moveTo>
                    <a:pt x="3899243" y="0"/>
                  </a:moveTo>
                  <a:lnTo>
                    <a:pt x="3870756" y="0"/>
                  </a:lnTo>
                  <a:lnTo>
                    <a:pt x="3870756" y="9525"/>
                  </a:lnTo>
                  <a:lnTo>
                    <a:pt x="3899243" y="9525"/>
                  </a:lnTo>
                  <a:lnTo>
                    <a:pt x="3899243" y="0"/>
                  </a:lnTo>
                  <a:close/>
                </a:path>
                <a:path w="6175375" h="595629">
                  <a:moveTo>
                    <a:pt x="3956202" y="586105"/>
                  </a:moveTo>
                  <a:lnTo>
                    <a:pt x="3927716" y="586105"/>
                  </a:lnTo>
                  <a:lnTo>
                    <a:pt x="3927716" y="595630"/>
                  </a:lnTo>
                  <a:lnTo>
                    <a:pt x="3956202" y="595630"/>
                  </a:lnTo>
                  <a:lnTo>
                    <a:pt x="3956202" y="586105"/>
                  </a:lnTo>
                  <a:close/>
                </a:path>
                <a:path w="6175375" h="595629">
                  <a:moveTo>
                    <a:pt x="3956202" y="0"/>
                  </a:moveTo>
                  <a:lnTo>
                    <a:pt x="3927716" y="0"/>
                  </a:lnTo>
                  <a:lnTo>
                    <a:pt x="3927716" y="9525"/>
                  </a:lnTo>
                  <a:lnTo>
                    <a:pt x="3956202" y="9525"/>
                  </a:lnTo>
                  <a:lnTo>
                    <a:pt x="3956202" y="0"/>
                  </a:lnTo>
                  <a:close/>
                </a:path>
                <a:path w="6175375" h="595629">
                  <a:moveTo>
                    <a:pt x="4013149" y="586105"/>
                  </a:moveTo>
                  <a:lnTo>
                    <a:pt x="3984675" y="586105"/>
                  </a:lnTo>
                  <a:lnTo>
                    <a:pt x="3984675" y="595630"/>
                  </a:lnTo>
                  <a:lnTo>
                    <a:pt x="4013149" y="595630"/>
                  </a:lnTo>
                  <a:lnTo>
                    <a:pt x="4013149" y="586105"/>
                  </a:lnTo>
                  <a:close/>
                </a:path>
                <a:path w="6175375" h="595629">
                  <a:moveTo>
                    <a:pt x="4013149" y="0"/>
                  </a:moveTo>
                  <a:lnTo>
                    <a:pt x="3984675" y="0"/>
                  </a:lnTo>
                  <a:lnTo>
                    <a:pt x="3984675" y="9525"/>
                  </a:lnTo>
                  <a:lnTo>
                    <a:pt x="4013149" y="9525"/>
                  </a:lnTo>
                  <a:lnTo>
                    <a:pt x="4013149" y="0"/>
                  </a:lnTo>
                  <a:close/>
                </a:path>
                <a:path w="6175375" h="595629">
                  <a:moveTo>
                    <a:pt x="4070108" y="586105"/>
                  </a:moveTo>
                  <a:lnTo>
                    <a:pt x="4041635" y="586105"/>
                  </a:lnTo>
                  <a:lnTo>
                    <a:pt x="4041635" y="595630"/>
                  </a:lnTo>
                  <a:lnTo>
                    <a:pt x="4070108" y="595630"/>
                  </a:lnTo>
                  <a:lnTo>
                    <a:pt x="4070108" y="586105"/>
                  </a:lnTo>
                  <a:close/>
                </a:path>
                <a:path w="6175375" h="595629">
                  <a:moveTo>
                    <a:pt x="4070108" y="0"/>
                  </a:moveTo>
                  <a:lnTo>
                    <a:pt x="4041635" y="0"/>
                  </a:lnTo>
                  <a:lnTo>
                    <a:pt x="4041635" y="9525"/>
                  </a:lnTo>
                  <a:lnTo>
                    <a:pt x="4070108" y="9525"/>
                  </a:lnTo>
                  <a:lnTo>
                    <a:pt x="4070108" y="0"/>
                  </a:lnTo>
                  <a:close/>
                </a:path>
                <a:path w="6175375" h="595629">
                  <a:moveTo>
                    <a:pt x="4127068" y="586105"/>
                  </a:moveTo>
                  <a:lnTo>
                    <a:pt x="4098594" y="586105"/>
                  </a:lnTo>
                  <a:lnTo>
                    <a:pt x="4098594" y="595630"/>
                  </a:lnTo>
                  <a:lnTo>
                    <a:pt x="4127068" y="595630"/>
                  </a:lnTo>
                  <a:lnTo>
                    <a:pt x="4127068" y="586105"/>
                  </a:lnTo>
                  <a:close/>
                </a:path>
                <a:path w="6175375" h="595629">
                  <a:moveTo>
                    <a:pt x="4127068" y="0"/>
                  </a:moveTo>
                  <a:lnTo>
                    <a:pt x="4098594" y="0"/>
                  </a:lnTo>
                  <a:lnTo>
                    <a:pt x="4098594" y="9525"/>
                  </a:lnTo>
                  <a:lnTo>
                    <a:pt x="4127068" y="9525"/>
                  </a:lnTo>
                  <a:lnTo>
                    <a:pt x="4127068" y="0"/>
                  </a:lnTo>
                  <a:close/>
                </a:path>
                <a:path w="6175375" h="595629">
                  <a:moveTo>
                    <a:pt x="4184027" y="586105"/>
                  </a:moveTo>
                  <a:lnTo>
                    <a:pt x="4155554" y="586105"/>
                  </a:lnTo>
                  <a:lnTo>
                    <a:pt x="4155554" y="595630"/>
                  </a:lnTo>
                  <a:lnTo>
                    <a:pt x="4184027" y="595630"/>
                  </a:lnTo>
                  <a:lnTo>
                    <a:pt x="4184027" y="586105"/>
                  </a:lnTo>
                  <a:close/>
                </a:path>
                <a:path w="6175375" h="595629">
                  <a:moveTo>
                    <a:pt x="4184027" y="0"/>
                  </a:moveTo>
                  <a:lnTo>
                    <a:pt x="4155554" y="0"/>
                  </a:lnTo>
                  <a:lnTo>
                    <a:pt x="4155554" y="9525"/>
                  </a:lnTo>
                  <a:lnTo>
                    <a:pt x="4184027" y="9525"/>
                  </a:lnTo>
                  <a:lnTo>
                    <a:pt x="4184027" y="0"/>
                  </a:lnTo>
                  <a:close/>
                </a:path>
                <a:path w="6175375" h="595629">
                  <a:moveTo>
                    <a:pt x="4240987" y="586105"/>
                  </a:moveTo>
                  <a:lnTo>
                    <a:pt x="4212501" y="586105"/>
                  </a:lnTo>
                  <a:lnTo>
                    <a:pt x="4212501" y="595630"/>
                  </a:lnTo>
                  <a:lnTo>
                    <a:pt x="4240987" y="595630"/>
                  </a:lnTo>
                  <a:lnTo>
                    <a:pt x="4240987" y="586105"/>
                  </a:lnTo>
                  <a:close/>
                </a:path>
                <a:path w="6175375" h="595629">
                  <a:moveTo>
                    <a:pt x="4240987" y="0"/>
                  </a:moveTo>
                  <a:lnTo>
                    <a:pt x="4212501" y="0"/>
                  </a:lnTo>
                  <a:lnTo>
                    <a:pt x="4212501" y="9525"/>
                  </a:lnTo>
                  <a:lnTo>
                    <a:pt x="4240987" y="9525"/>
                  </a:lnTo>
                  <a:lnTo>
                    <a:pt x="4240987" y="0"/>
                  </a:lnTo>
                  <a:close/>
                </a:path>
                <a:path w="6175375" h="595629">
                  <a:moveTo>
                    <a:pt x="4297946" y="586105"/>
                  </a:moveTo>
                  <a:lnTo>
                    <a:pt x="4269460" y="586105"/>
                  </a:lnTo>
                  <a:lnTo>
                    <a:pt x="4269460" y="595630"/>
                  </a:lnTo>
                  <a:lnTo>
                    <a:pt x="4297946" y="595630"/>
                  </a:lnTo>
                  <a:lnTo>
                    <a:pt x="4297946" y="586105"/>
                  </a:lnTo>
                  <a:close/>
                </a:path>
                <a:path w="6175375" h="595629">
                  <a:moveTo>
                    <a:pt x="4297946" y="0"/>
                  </a:moveTo>
                  <a:lnTo>
                    <a:pt x="4269460" y="0"/>
                  </a:lnTo>
                  <a:lnTo>
                    <a:pt x="4269460" y="9525"/>
                  </a:lnTo>
                  <a:lnTo>
                    <a:pt x="4297946" y="9525"/>
                  </a:lnTo>
                  <a:lnTo>
                    <a:pt x="4297946" y="0"/>
                  </a:lnTo>
                  <a:close/>
                </a:path>
                <a:path w="6175375" h="595629">
                  <a:moveTo>
                    <a:pt x="4354893" y="586105"/>
                  </a:moveTo>
                  <a:lnTo>
                    <a:pt x="4326420" y="586105"/>
                  </a:lnTo>
                  <a:lnTo>
                    <a:pt x="4326420" y="595630"/>
                  </a:lnTo>
                  <a:lnTo>
                    <a:pt x="4354893" y="595630"/>
                  </a:lnTo>
                  <a:lnTo>
                    <a:pt x="4354893" y="586105"/>
                  </a:lnTo>
                  <a:close/>
                </a:path>
                <a:path w="6175375" h="595629">
                  <a:moveTo>
                    <a:pt x="4354893" y="0"/>
                  </a:moveTo>
                  <a:lnTo>
                    <a:pt x="4326420" y="0"/>
                  </a:lnTo>
                  <a:lnTo>
                    <a:pt x="4326420" y="9525"/>
                  </a:lnTo>
                  <a:lnTo>
                    <a:pt x="4354893" y="9525"/>
                  </a:lnTo>
                  <a:lnTo>
                    <a:pt x="4354893" y="0"/>
                  </a:lnTo>
                  <a:close/>
                </a:path>
                <a:path w="6175375" h="595629">
                  <a:moveTo>
                    <a:pt x="4411853" y="586105"/>
                  </a:moveTo>
                  <a:lnTo>
                    <a:pt x="4383379" y="586105"/>
                  </a:lnTo>
                  <a:lnTo>
                    <a:pt x="4383379" y="595630"/>
                  </a:lnTo>
                  <a:lnTo>
                    <a:pt x="4411853" y="595630"/>
                  </a:lnTo>
                  <a:lnTo>
                    <a:pt x="4411853" y="586105"/>
                  </a:lnTo>
                  <a:close/>
                </a:path>
                <a:path w="6175375" h="595629">
                  <a:moveTo>
                    <a:pt x="4411853" y="0"/>
                  </a:moveTo>
                  <a:lnTo>
                    <a:pt x="4383379" y="0"/>
                  </a:lnTo>
                  <a:lnTo>
                    <a:pt x="4383379" y="9525"/>
                  </a:lnTo>
                  <a:lnTo>
                    <a:pt x="4411853" y="9525"/>
                  </a:lnTo>
                  <a:lnTo>
                    <a:pt x="4411853" y="0"/>
                  </a:lnTo>
                  <a:close/>
                </a:path>
                <a:path w="6175375" h="595629">
                  <a:moveTo>
                    <a:pt x="4468812" y="586105"/>
                  </a:moveTo>
                  <a:lnTo>
                    <a:pt x="4440339" y="586105"/>
                  </a:lnTo>
                  <a:lnTo>
                    <a:pt x="4440339" y="595630"/>
                  </a:lnTo>
                  <a:lnTo>
                    <a:pt x="4468812" y="595630"/>
                  </a:lnTo>
                  <a:lnTo>
                    <a:pt x="4468812" y="586105"/>
                  </a:lnTo>
                  <a:close/>
                </a:path>
                <a:path w="6175375" h="595629">
                  <a:moveTo>
                    <a:pt x="4468812" y="0"/>
                  </a:moveTo>
                  <a:lnTo>
                    <a:pt x="4440339" y="0"/>
                  </a:lnTo>
                  <a:lnTo>
                    <a:pt x="4440339" y="9525"/>
                  </a:lnTo>
                  <a:lnTo>
                    <a:pt x="4468812" y="9525"/>
                  </a:lnTo>
                  <a:lnTo>
                    <a:pt x="4468812" y="0"/>
                  </a:lnTo>
                  <a:close/>
                </a:path>
                <a:path w="6175375" h="595629">
                  <a:moveTo>
                    <a:pt x="4525772" y="586105"/>
                  </a:moveTo>
                  <a:lnTo>
                    <a:pt x="4497286" y="586105"/>
                  </a:lnTo>
                  <a:lnTo>
                    <a:pt x="4497286" y="595630"/>
                  </a:lnTo>
                  <a:lnTo>
                    <a:pt x="4525772" y="595630"/>
                  </a:lnTo>
                  <a:lnTo>
                    <a:pt x="4525772" y="586105"/>
                  </a:lnTo>
                  <a:close/>
                </a:path>
                <a:path w="6175375" h="595629">
                  <a:moveTo>
                    <a:pt x="4525772" y="0"/>
                  </a:moveTo>
                  <a:lnTo>
                    <a:pt x="4497286" y="0"/>
                  </a:lnTo>
                  <a:lnTo>
                    <a:pt x="4497286" y="9525"/>
                  </a:lnTo>
                  <a:lnTo>
                    <a:pt x="4525772" y="9525"/>
                  </a:lnTo>
                  <a:lnTo>
                    <a:pt x="4525772" y="0"/>
                  </a:lnTo>
                  <a:close/>
                </a:path>
                <a:path w="6175375" h="595629">
                  <a:moveTo>
                    <a:pt x="4582731" y="586105"/>
                  </a:moveTo>
                  <a:lnTo>
                    <a:pt x="4554245" y="586105"/>
                  </a:lnTo>
                  <a:lnTo>
                    <a:pt x="4554245" y="595630"/>
                  </a:lnTo>
                  <a:lnTo>
                    <a:pt x="4582731" y="595630"/>
                  </a:lnTo>
                  <a:lnTo>
                    <a:pt x="4582731" y="586105"/>
                  </a:lnTo>
                  <a:close/>
                </a:path>
                <a:path w="6175375" h="595629">
                  <a:moveTo>
                    <a:pt x="4582731" y="0"/>
                  </a:moveTo>
                  <a:lnTo>
                    <a:pt x="4554245" y="0"/>
                  </a:lnTo>
                  <a:lnTo>
                    <a:pt x="4554245" y="9525"/>
                  </a:lnTo>
                  <a:lnTo>
                    <a:pt x="4582731" y="9525"/>
                  </a:lnTo>
                  <a:lnTo>
                    <a:pt x="4582731" y="0"/>
                  </a:lnTo>
                  <a:close/>
                </a:path>
                <a:path w="6175375" h="595629">
                  <a:moveTo>
                    <a:pt x="4639678" y="586105"/>
                  </a:moveTo>
                  <a:lnTo>
                    <a:pt x="4611205" y="586105"/>
                  </a:lnTo>
                  <a:lnTo>
                    <a:pt x="4611205" y="595630"/>
                  </a:lnTo>
                  <a:lnTo>
                    <a:pt x="4639678" y="595630"/>
                  </a:lnTo>
                  <a:lnTo>
                    <a:pt x="4639678" y="586105"/>
                  </a:lnTo>
                  <a:close/>
                </a:path>
                <a:path w="6175375" h="595629">
                  <a:moveTo>
                    <a:pt x="4639678" y="0"/>
                  </a:moveTo>
                  <a:lnTo>
                    <a:pt x="4611205" y="0"/>
                  </a:lnTo>
                  <a:lnTo>
                    <a:pt x="4611205" y="9525"/>
                  </a:lnTo>
                  <a:lnTo>
                    <a:pt x="4639678" y="9525"/>
                  </a:lnTo>
                  <a:lnTo>
                    <a:pt x="4639678" y="0"/>
                  </a:lnTo>
                  <a:close/>
                </a:path>
                <a:path w="6175375" h="595629">
                  <a:moveTo>
                    <a:pt x="4696638" y="586105"/>
                  </a:moveTo>
                  <a:lnTo>
                    <a:pt x="4668164" y="586105"/>
                  </a:lnTo>
                  <a:lnTo>
                    <a:pt x="4668164" y="595630"/>
                  </a:lnTo>
                  <a:lnTo>
                    <a:pt x="4696638" y="595630"/>
                  </a:lnTo>
                  <a:lnTo>
                    <a:pt x="4696638" y="586105"/>
                  </a:lnTo>
                  <a:close/>
                </a:path>
                <a:path w="6175375" h="595629">
                  <a:moveTo>
                    <a:pt x="4696638" y="0"/>
                  </a:moveTo>
                  <a:lnTo>
                    <a:pt x="4668164" y="0"/>
                  </a:lnTo>
                  <a:lnTo>
                    <a:pt x="4668164" y="9525"/>
                  </a:lnTo>
                  <a:lnTo>
                    <a:pt x="4696638" y="9525"/>
                  </a:lnTo>
                  <a:lnTo>
                    <a:pt x="4696638" y="0"/>
                  </a:lnTo>
                  <a:close/>
                </a:path>
                <a:path w="6175375" h="595629">
                  <a:moveTo>
                    <a:pt x="4753597" y="586105"/>
                  </a:moveTo>
                  <a:lnTo>
                    <a:pt x="4725124" y="586105"/>
                  </a:lnTo>
                  <a:lnTo>
                    <a:pt x="4725124" y="595630"/>
                  </a:lnTo>
                  <a:lnTo>
                    <a:pt x="4753597" y="595630"/>
                  </a:lnTo>
                  <a:lnTo>
                    <a:pt x="4753597" y="586105"/>
                  </a:lnTo>
                  <a:close/>
                </a:path>
                <a:path w="6175375" h="595629">
                  <a:moveTo>
                    <a:pt x="4753597" y="0"/>
                  </a:moveTo>
                  <a:lnTo>
                    <a:pt x="4725124" y="0"/>
                  </a:lnTo>
                  <a:lnTo>
                    <a:pt x="4725124" y="9525"/>
                  </a:lnTo>
                  <a:lnTo>
                    <a:pt x="4753597" y="9525"/>
                  </a:lnTo>
                  <a:lnTo>
                    <a:pt x="4753597" y="0"/>
                  </a:lnTo>
                  <a:close/>
                </a:path>
                <a:path w="6175375" h="595629">
                  <a:moveTo>
                    <a:pt x="4810557" y="586105"/>
                  </a:moveTo>
                  <a:lnTo>
                    <a:pt x="4782070" y="586105"/>
                  </a:lnTo>
                  <a:lnTo>
                    <a:pt x="4782070" y="595630"/>
                  </a:lnTo>
                  <a:lnTo>
                    <a:pt x="4810557" y="595630"/>
                  </a:lnTo>
                  <a:lnTo>
                    <a:pt x="4810557" y="586105"/>
                  </a:lnTo>
                  <a:close/>
                </a:path>
                <a:path w="6175375" h="595629">
                  <a:moveTo>
                    <a:pt x="4810557" y="0"/>
                  </a:moveTo>
                  <a:lnTo>
                    <a:pt x="4782070" y="0"/>
                  </a:lnTo>
                  <a:lnTo>
                    <a:pt x="4782070" y="9525"/>
                  </a:lnTo>
                  <a:lnTo>
                    <a:pt x="4810557" y="9525"/>
                  </a:lnTo>
                  <a:lnTo>
                    <a:pt x="4810557" y="0"/>
                  </a:lnTo>
                  <a:close/>
                </a:path>
                <a:path w="6175375" h="595629">
                  <a:moveTo>
                    <a:pt x="4867516" y="586105"/>
                  </a:moveTo>
                  <a:lnTo>
                    <a:pt x="4839030" y="586105"/>
                  </a:lnTo>
                  <a:lnTo>
                    <a:pt x="4839030" y="595630"/>
                  </a:lnTo>
                  <a:lnTo>
                    <a:pt x="4867516" y="595630"/>
                  </a:lnTo>
                  <a:lnTo>
                    <a:pt x="4867516" y="586105"/>
                  </a:lnTo>
                  <a:close/>
                </a:path>
                <a:path w="6175375" h="595629">
                  <a:moveTo>
                    <a:pt x="4867516" y="0"/>
                  </a:moveTo>
                  <a:lnTo>
                    <a:pt x="4839030" y="0"/>
                  </a:lnTo>
                  <a:lnTo>
                    <a:pt x="4839030" y="9525"/>
                  </a:lnTo>
                  <a:lnTo>
                    <a:pt x="4867516" y="9525"/>
                  </a:lnTo>
                  <a:lnTo>
                    <a:pt x="4867516" y="0"/>
                  </a:lnTo>
                  <a:close/>
                </a:path>
                <a:path w="6175375" h="595629">
                  <a:moveTo>
                    <a:pt x="4924463" y="586105"/>
                  </a:moveTo>
                  <a:lnTo>
                    <a:pt x="4895989" y="586105"/>
                  </a:lnTo>
                  <a:lnTo>
                    <a:pt x="4895989" y="595630"/>
                  </a:lnTo>
                  <a:lnTo>
                    <a:pt x="4924463" y="595630"/>
                  </a:lnTo>
                  <a:lnTo>
                    <a:pt x="4924463" y="586105"/>
                  </a:lnTo>
                  <a:close/>
                </a:path>
                <a:path w="6175375" h="595629">
                  <a:moveTo>
                    <a:pt x="4924463" y="0"/>
                  </a:moveTo>
                  <a:lnTo>
                    <a:pt x="4895989" y="0"/>
                  </a:lnTo>
                  <a:lnTo>
                    <a:pt x="4895989" y="9525"/>
                  </a:lnTo>
                  <a:lnTo>
                    <a:pt x="4924463" y="9525"/>
                  </a:lnTo>
                  <a:lnTo>
                    <a:pt x="4924463" y="0"/>
                  </a:lnTo>
                  <a:close/>
                </a:path>
                <a:path w="6175375" h="595629">
                  <a:moveTo>
                    <a:pt x="4981422" y="586105"/>
                  </a:moveTo>
                  <a:lnTo>
                    <a:pt x="4952949" y="586105"/>
                  </a:lnTo>
                  <a:lnTo>
                    <a:pt x="4952949" y="595630"/>
                  </a:lnTo>
                  <a:lnTo>
                    <a:pt x="4981422" y="595630"/>
                  </a:lnTo>
                  <a:lnTo>
                    <a:pt x="4981422" y="586105"/>
                  </a:lnTo>
                  <a:close/>
                </a:path>
                <a:path w="6175375" h="595629">
                  <a:moveTo>
                    <a:pt x="4981422" y="0"/>
                  </a:moveTo>
                  <a:lnTo>
                    <a:pt x="4952949" y="0"/>
                  </a:lnTo>
                  <a:lnTo>
                    <a:pt x="4952949" y="9525"/>
                  </a:lnTo>
                  <a:lnTo>
                    <a:pt x="4981422" y="9525"/>
                  </a:lnTo>
                  <a:lnTo>
                    <a:pt x="4981422" y="0"/>
                  </a:lnTo>
                  <a:close/>
                </a:path>
                <a:path w="6175375" h="595629">
                  <a:moveTo>
                    <a:pt x="5038382" y="586105"/>
                  </a:moveTo>
                  <a:lnTo>
                    <a:pt x="5009908" y="586105"/>
                  </a:lnTo>
                  <a:lnTo>
                    <a:pt x="5009908" y="595630"/>
                  </a:lnTo>
                  <a:lnTo>
                    <a:pt x="5038382" y="595630"/>
                  </a:lnTo>
                  <a:lnTo>
                    <a:pt x="5038382" y="586105"/>
                  </a:lnTo>
                  <a:close/>
                </a:path>
                <a:path w="6175375" h="595629">
                  <a:moveTo>
                    <a:pt x="5038382" y="0"/>
                  </a:moveTo>
                  <a:lnTo>
                    <a:pt x="5009908" y="0"/>
                  </a:lnTo>
                  <a:lnTo>
                    <a:pt x="5009908" y="9525"/>
                  </a:lnTo>
                  <a:lnTo>
                    <a:pt x="5038382" y="9525"/>
                  </a:lnTo>
                  <a:lnTo>
                    <a:pt x="5038382" y="0"/>
                  </a:lnTo>
                  <a:close/>
                </a:path>
                <a:path w="6175375" h="595629">
                  <a:moveTo>
                    <a:pt x="5095341" y="586105"/>
                  </a:moveTo>
                  <a:lnTo>
                    <a:pt x="5066855" y="586105"/>
                  </a:lnTo>
                  <a:lnTo>
                    <a:pt x="5066855" y="595630"/>
                  </a:lnTo>
                  <a:lnTo>
                    <a:pt x="5095341" y="595630"/>
                  </a:lnTo>
                  <a:lnTo>
                    <a:pt x="5095341" y="586105"/>
                  </a:lnTo>
                  <a:close/>
                </a:path>
                <a:path w="6175375" h="595629">
                  <a:moveTo>
                    <a:pt x="5095341" y="0"/>
                  </a:moveTo>
                  <a:lnTo>
                    <a:pt x="5066855" y="0"/>
                  </a:lnTo>
                  <a:lnTo>
                    <a:pt x="5066855" y="9525"/>
                  </a:lnTo>
                  <a:lnTo>
                    <a:pt x="5095341" y="9525"/>
                  </a:lnTo>
                  <a:lnTo>
                    <a:pt x="5095341" y="0"/>
                  </a:lnTo>
                  <a:close/>
                </a:path>
                <a:path w="6175375" h="595629">
                  <a:moveTo>
                    <a:pt x="5152301" y="586105"/>
                  </a:moveTo>
                  <a:lnTo>
                    <a:pt x="5123815" y="586105"/>
                  </a:lnTo>
                  <a:lnTo>
                    <a:pt x="5123815" y="595630"/>
                  </a:lnTo>
                  <a:lnTo>
                    <a:pt x="5152301" y="595630"/>
                  </a:lnTo>
                  <a:lnTo>
                    <a:pt x="5152301" y="586105"/>
                  </a:lnTo>
                  <a:close/>
                </a:path>
                <a:path w="6175375" h="595629">
                  <a:moveTo>
                    <a:pt x="5152301" y="0"/>
                  </a:moveTo>
                  <a:lnTo>
                    <a:pt x="5123815" y="0"/>
                  </a:lnTo>
                  <a:lnTo>
                    <a:pt x="5123815" y="9525"/>
                  </a:lnTo>
                  <a:lnTo>
                    <a:pt x="5152301" y="9525"/>
                  </a:lnTo>
                  <a:lnTo>
                    <a:pt x="5152301" y="0"/>
                  </a:lnTo>
                  <a:close/>
                </a:path>
                <a:path w="6175375" h="595629">
                  <a:moveTo>
                    <a:pt x="5209260" y="586105"/>
                  </a:moveTo>
                  <a:lnTo>
                    <a:pt x="5180774" y="586105"/>
                  </a:lnTo>
                  <a:lnTo>
                    <a:pt x="5180774" y="595630"/>
                  </a:lnTo>
                  <a:lnTo>
                    <a:pt x="5209260" y="595630"/>
                  </a:lnTo>
                  <a:lnTo>
                    <a:pt x="5209260" y="586105"/>
                  </a:lnTo>
                  <a:close/>
                </a:path>
                <a:path w="6175375" h="595629">
                  <a:moveTo>
                    <a:pt x="5209260" y="0"/>
                  </a:moveTo>
                  <a:lnTo>
                    <a:pt x="5180774" y="0"/>
                  </a:lnTo>
                  <a:lnTo>
                    <a:pt x="5180774" y="9525"/>
                  </a:lnTo>
                  <a:lnTo>
                    <a:pt x="5209260" y="9525"/>
                  </a:lnTo>
                  <a:lnTo>
                    <a:pt x="5209260" y="0"/>
                  </a:lnTo>
                  <a:close/>
                </a:path>
                <a:path w="6175375" h="595629">
                  <a:moveTo>
                    <a:pt x="5266207" y="586105"/>
                  </a:moveTo>
                  <a:lnTo>
                    <a:pt x="5237734" y="586105"/>
                  </a:lnTo>
                  <a:lnTo>
                    <a:pt x="5237734" y="595630"/>
                  </a:lnTo>
                  <a:lnTo>
                    <a:pt x="5266207" y="595630"/>
                  </a:lnTo>
                  <a:lnTo>
                    <a:pt x="5266207" y="586105"/>
                  </a:lnTo>
                  <a:close/>
                </a:path>
                <a:path w="6175375" h="595629">
                  <a:moveTo>
                    <a:pt x="5266207" y="0"/>
                  </a:moveTo>
                  <a:lnTo>
                    <a:pt x="5237734" y="0"/>
                  </a:lnTo>
                  <a:lnTo>
                    <a:pt x="5237734" y="9525"/>
                  </a:lnTo>
                  <a:lnTo>
                    <a:pt x="5266207" y="9525"/>
                  </a:lnTo>
                  <a:lnTo>
                    <a:pt x="5266207" y="0"/>
                  </a:lnTo>
                  <a:close/>
                </a:path>
                <a:path w="6175375" h="595629">
                  <a:moveTo>
                    <a:pt x="5323167" y="586105"/>
                  </a:moveTo>
                  <a:lnTo>
                    <a:pt x="5294693" y="586105"/>
                  </a:lnTo>
                  <a:lnTo>
                    <a:pt x="5294693" y="595630"/>
                  </a:lnTo>
                  <a:lnTo>
                    <a:pt x="5323167" y="595630"/>
                  </a:lnTo>
                  <a:lnTo>
                    <a:pt x="5323167" y="586105"/>
                  </a:lnTo>
                  <a:close/>
                </a:path>
                <a:path w="6175375" h="595629">
                  <a:moveTo>
                    <a:pt x="5323167" y="0"/>
                  </a:moveTo>
                  <a:lnTo>
                    <a:pt x="5294693" y="0"/>
                  </a:lnTo>
                  <a:lnTo>
                    <a:pt x="5294693" y="9525"/>
                  </a:lnTo>
                  <a:lnTo>
                    <a:pt x="5323167" y="9525"/>
                  </a:lnTo>
                  <a:lnTo>
                    <a:pt x="5323167" y="0"/>
                  </a:lnTo>
                  <a:close/>
                </a:path>
                <a:path w="6175375" h="595629">
                  <a:moveTo>
                    <a:pt x="5380126" y="586105"/>
                  </a:moveTo>
                  <a:lnTo>
                    <a:pt x="5351653" y="586105"/>
                  </a:lnTo>
                  <a:lnTo>
                    <a:pt x="5351653" y="595630"/>
                  </a:lnTo>
                  <a:lnTo>
                    <a:pt x="5380126" y="595630"/>
                  </a:lnTo>
                  <a:lnTo>
                    <a:pt x="5380126" y="586105"/>
                  </a:lnTo>
                  <a:close/>
                </a:path>
                <a:path w="6175375" h="595629">
                  <a:moveTo>
                    <a:pt x="5380126" y="0"/>
                  </a:moveTo>
                  <a:lnTo>
                    <a:pt x="5351653" y="0"/>
                  </a:lnTo>
                  <a:lnTo>
                    <a:pt x="5351653" y="9525"/>
                  </a:lnTo>
                  <a:lnTo>
                    <a:pt x="5380126" y="9525"/>
                  </a:lnTo>
                  <a:lnTo>
                    <a:pt x="5380126" y="0"/>
                  </a:lnTo>
                  <a:close/>
                </a:path>
                <a:path w="6175375" h="595629">
                  <a:moveTo>
                    <a:pt x="5437086" y="586105"/>
                  </a:moveTo>
                  <a:lnTo>
                    <a:pt x="5408600" y="586105"/>
                  </a:lnTo>
                  <a:lnTo>
                    <a:pt x="5408600" y="595630"/>
                  </a:lnTo>
                  <a:lnTo>
                    <a:pt x="5437086" y="595630"/>
                  </a:lnTo>
                  <a:lnTo>
                    <a:pt x="5437086" y="586105"/>
                  </a:lnTo>
                  <a:close/>
                </a:path>
                <a:path w="6175375" h="595629">
                  <a:moveTo>
                    <a:pt x="5437086" y="0"/>
                  </a:moveTo>
                  <a:lnTo>
                    <a:pt x="5408600" y="0"/>
                  </a:lnTo>
                  <a:lnTo>
                    <a:pt x="5408600" y="9525"/>
                  </a:lnTo>
                  <a:lnTo>
                    <a:pt x="5437086" y="9525"/>
                  </a:lnTo>
                  <a:lnTo>
                    <a:pt x="5437086" y="0"/>
                  </a:lnTo>
                  <a:close/>
                </a:path>
                <a:path w="6175375" h="595629">
                  <a:moveTo>
                    <a:pt x="5494045" y="586105"/>
                  </a:moveTo>
                  <a:lnTo>
                    <a:pt x="5465559" y="586105"/>
                  </a:lnTo>
                  <a:lnTo>
                    <a:pt x="5465559" y="595630"/>
                  </a:lnTo>
                  <a:lnTo>
                    <a:pt x="5494045" y="595630"/>
                  </a:lnTo>
                  <a:lnTo>
                    <a:pt x="5494045" y="586105"/>
                  </a:lnTo>
                  <a:close/>
                </a:path>
                <a:path w="6175375" h="595629">
                  <a:moveTo>
                    <a:pt x="5494045" y="0"/>
                  </a:moveTo>
                  <a:lnTo>
                    <a:pt x="5465559" y="0"/>
                  </a:lnTo>
                  <a:lnTo>
                    <a:pt x="5465559" y="9525"/>
                  </a:lnTo>
                  <a:lnTo>
                    <a:pt x="5494045" y="9525"/>
                  </a:lnTo>
                  <a:lnTo>
                    <a:pt x="5494045" y="0"/>
                  </a:lnTo>
                  <a:close/>
                </a:path>
                <a:path w="6175375" h="595629">
                  <a:moveTo>
                    <a:pt x="5550992" y="586105"/>
                  </a:moveTo>
                  <a:lnTo>
                    <a:pt x="5522519" y="586105"/>
                  </a:lnTo>
                  <a:lnTo>
                    <a:pt x="5522519" y="595630"/>
                  </a:lnTo>
                  <a:lnTo>
                    <a:pt x="5550992" y="595630"/>
                  </a:lnTo>
                  <a:lnTo>
                    <a:pt x="5550992" y="586105"/>
                  </a:lnTo>
                  <a:close/>
                </a:path>
                <a:path w="6175375" h="595629">
                  <a:moveTo>
                    <a:pt x="5550992" y="0"/>
                  </a:moveTo>
                  <a:lnTo>
                    <a:pt x="5522519" y="0"/>
                  </a:lnTo>
                  <a:lnTo>
                    <a:pt x="5522519" y="9525"/>
                  </a:lnTo>
                  <a:lnTo>
                    <a:pt x="5550992" y="9525"/>
                  </a:lnTo>
                  <a:lnTo>
                    <a:pt x="5550992" y="0"/>
                  </a:lnTo>
                  <a:close/>
                </a:path>
                <a:path w="6175375" h="595629">
                  <a:moveTo>
                    <a:pt x="5607951" y="586105"/>
                  </a:moveTo>
                  <a:lnTo>
                    <a:pt x="5579478" y="586105"/>
                  </a:lnTo>
                  <a:lnTo>
                    <a:pt x="5579478" y="595630"/>
                  </a:lnTo>
                  <a:lnTo>
                    <a:pt x="5607951" y="595630"/>
                  </a:lnTo>
                  <a:lnTo>
                    <a:pt x="5607951" y="586105"/>
                  </a:lnTo>
                  <a:close/>
                </a:path>
                <a:path w="6175375" h="595629">
                  <a:moveTo>
                    <a:pt x="5607951" y="0"/>
                  </a:moveTo>
                  <a:lnTo>
                    <a:pt x="5579478" y="0"/>
                  </a:lnTo>
                  <a:lnTo>
                    <a:pt x="5579478" y="9525"/>
                  </a:lnTo>
                  <a:lnTo>
                    <a:pt x="5607951" y="9525"/>
                  </a:lnTo>
                  <a:lnTo>
                    <a:pt x="5607951" y="0"/>
                  </a:lnTo>
                  <a:close/>
                </a:path>
                <a:path w="6175375" h="595629">
                  <a:moveTo>
                    <a:pt x="5664911" y="586105"/>
                  </a:moveTo>
                  <a:lnTo>
                    <a:pt x="5636438" y="586105"/>
                  </a:lnTo>
                  <a:lnTo>
                    <a:pt x="5636438" y="595630"/>
                  </a:lnTo>
                  <a:lnTo>
                    <a:pt x="5664911" y="595630"/>
                  </a:lnTo>
                  <a:lnTo>
                    <a:pt x="5664911" y="586105"/>
                  </a:lnTo>
                  <a:close/>
                </a:path>
                <a:path w="6175375" h="595629">
                  <a:moveTo>
                    <a:pt x="5664911" y="0"/>
                  </a:moveTo>
                  <a:lnTo>
                    <a:pt x="5636438" y="0"/>
                  </a:lnTo>
                  <a:lnTo>
                    <a:pt x="5636438" y="9525"/>
                  </a:lnTo>
                  <a:lnTo>
                    <a:pt x="5664911" y="9525"/>
                  </a:lnTo>
                  <a:lnTo>
                    <a:pt x="5664911" y="0"/>
                  </a:lnTo>
                  <a:close/>
                </a:path>
                <a:path w="6175375" h="595629">
                  <a:moveTo>
                    <a:pt x="5721870" y="586105"/>
                  </a:moveTo>
                  <a:lnTo>
                    <a:pt x="5693384" y="586105"/>
                  </a:lnTo>
                  <a:lnTo>
                    <a:pt x="5693384" y="595630"/>
                  </a:lnTo>
                  <a:lnTo>
                    <a:pt x="5721870" y="595630"/>
                  </a:lnTo>
                  <a:lnTo>
                    <a:pt x="5721870" y="586105"/>
                  </a:lnTo>
                  <a:close/>
                </a:path>
                <a:path w="6175375" h="595629">
                  <a:moveTo>
                    <a:pt x="5721870" y="0"/>
                  </a:moveTo>
                  <a:lnTo>
                    <a:pt x="5693384" y="0"/>
                  </a:lnTo>
                  <a:lnTo>
                    <a:pt x="5693384" y="9525"/>
                  </a:lnTo>
                  <a:lnTo>
                    <a:pt x="5721870" y="9525"/>
                  </a:lnTo>
                  <a:lnTo>
                    <a:pt x="5721870" y="0"/>
                  </a:lnTo>
                  <a:close/>
                </a:path>
                <a:path w="6175375" h="595629">
                  <a:moveTo>
                    <a:pt x="5778830" y="586105"/>
                  </a:moveTo>
                  <a:lnTo>
                    <a:pt x="5750344" y="586105"/>
                  </a:lnTo>
                  <a:lnTo>
                    <a:pt x="5750344" y="595630"/>
                  </a:lnTo>
                  <a:lnTo>
                    <a:pt x="5778830" y="595630"/>
                  </a:lnTo>
                  <a:lnTo>
                    <a:pt x="5778830" y="586105"/>
                  </a:lnTo>
                  <a:close/>
                </a:path>
                <a:path w="6175375" h="595629">
                  <a:moveTo>
                    <a:pt x="5778830" y="0"/>
                  </a:moveTo>
                  <a:lnTo>
                    <a:pt x="5750344" y="0"/>
                  </a:lnTo>
                  <a:lnTo>
                    <a:pt x="5750344" y="9525"/>
                  </a:lnTo>
                  <a:lnTo>
                    <a:pt x="5778830" y="9525"/>
                  </a:lnTo>
                  <a:lnTo>
                    <a:pt x="5778830" y="0"/>
                  </a:lnTo>
                  <a:close/>
                </a:path>
                <a:path w="6175375" h="595629">
                  <a:moveTo>
                    <a:pt x="5835777" y="586105"/>
                  </a:moveTo>
                  <a:lnTo>
                    <a:pt x="5807303" y="586105"/>
                  </a:lnTo>
                  <a:lnTo>
                    <a:pt x="5807303" y="595630"/>
                  </a:lnTo>
                  <a:lnTo>
                    <a:pt x="5835777" y="595630"/>
                  </a:lnTo>
                  <a:lnTo>
                    <a:pt x="5835777" y="586105"/>
                  </a:lnTo>
                  <a:close/>
                </a:path>
                <a:path w="6175375" h="595629">
                  <a:moveTo>
                    <a:pt x="5835777" y="0"/>
                  </a:moveTo>
                  <a:lnTo>
                    <a:pt x="5807303" y="0"/>
                  </a:lnTo>
                  <a:lnTo>
                    <a:pt x="5807303" y="9525"/>
                  </a:lnTo>
                  <a:lnTo>
                    <a:pt x="5835777" y="9525"/>
                  </a:lnTo>
                  <a:lnTo>
                    <a:pt x="5835777" y="0"/>
                  </a:lnTo>
                  <a:close/>
                </a:path>
                <a:path w="6175375" h="595629">
                  <a:moveTo>
                    <a:pt x="5892736" y="586105"/>
                  </a:moveTo>
                  <a:lnTo>
                    <a:pt x="5864263" y="586105"/>
                  </a:lnTo>
                  <a:lnTo>
                    <a:pt x="5864263" y="595630"/>
                  </a:lnTo>
                  <a:lnTo>
                    <a:pt x="5892736" y="595630"/>
                  </a:lnTo>
                  <a:lnTo>
                    <a:pt x="5892736" y="586105"/>
                  </a:lnTo>
                  <a:close/>
                </a:path>
                <a:path w="6175375" h="595629">
                  <a:moveTo>
                    <a:pt x="5892736" y="0"/>
                  </a:moveTo>
                  <a:lnTo>
                    <a:pt x="5864263" y="0"/>
                  </a:lnTo>
                  <a:lnTo>
                    <a:pt x="5864263" y="9525"/>
                  </a:lnTo>
                  <a:lnTo>
                    <a:pt x="5892736" y="9525"/>
                  </a:lnTo>
                  <a:lnTo>
                    <a:pt x="5892736" y="0"/>
                  </a:lnTo>
                  <a:close/>
                </a:path>
                <a:path w="6175375" h="595629">
                  <a:moveTo>
                    <a:pt x="5949696" y="586105"/>
                  </a:moveTo>
                  <a:lnTo>
                    <a:pt x="5921222" y="586105"/>
                  </a:lnTo>
                  <a:lnTo>
                    <a:pt x="5921222" y="595630"/>
                  </a:lnTo>
                  <a:lnTo>
                    <a:pt x="5949696" y="595630"/>
                  </a:lnTo>
                  <a:lnTo>
                    <a:pt x="5949696" y="586105"/>
                  </a:lnTo>
                  <a:close/>
                </a:path>
                <a:path w="6175375" h="595629">
                  <a:moveTo>
                    <a:pt x="5949696" y="0"/>
                  </a:moveTo>
                  <a:lnTo>
                    <a:pt x="5921222" y="0"/>
                  </a:lnTo>
                  <a:lnTo>
                    <a:pt x="5921222" y="9525"/>
                  </a:lnTo>
                  <a:lnTo>
                    <a:pt x="5949696" y="9525"/>
                  </a:lnTo>
                  <a:lnTo>
                    <a:pt x="5949696" y="0"/>
                  </a:lnTo>
                  <a:close/>
                </a:path>
                <a:path w="6175375" h="595629">
                  <a:moveTo>
                    <a:pt x="6006655" y="586105"/>
                  </a:moveTo>
                  <a:lnTo>
                    <a:pt x="5978169" y="586105"/>
                  </a:lnTo>
                  <a:lnTo>
                    <a:pt x="5978169" y="595630"/>
                  </a:lnTo>
                  <a:lnTo>
                    <a:pt x="6006655" y="595630"/>
                  </a:lnTo>
                  <a:lnTo>
                    <a:pt x="6006655" y="586105"/>
                  </a:lnTo>
                  <a:close/>
                </a:path>
                <a:path w="6175375" h="595629">
                  <a:moveTo>
                    <a:pt x="6006655" y="0"/>
                  </a:moveTo>
                  <a:lnTo>
                    <a:pt x="5978169" y="0"/>
                  </a:lnTo>
                  <a:lnTo>
                    <a:pt x="5978169" y="9525"/>
                  </a:lnTo>
                  <a:lnTo>
                    <a:pt x="6006655" y="9525"/>
                  </a:lnTo>
                  <a:lnTo>
                    <a:pt x="6006655" y="0"/>
                  </a:lnTo>
                  <a:close/>
                </a:path>
                <a:path w="6175375" h="595629">
                  <a:moveTo>
                    <a:pt x="6063615" y="586105"/>
                  </a:moveTo>
                  <a:lnTo>
                    <a:pt x="6035129" y="586105"/>
                  </a:lnTo>
                  <a:lnTo>
                    <a:pt x="6035129" y="595630"/>
                  </a:lnTo>
                  <a:lnTo>
                    <a:pt x="6063615" y="595630"/>
                  </a:lnTo>
                  <a:lnTo>
                    <a:pt x="6063615" y="586105"/>
                  </a:lnTo>
                  <a:close/>
                </a:path>
                <a:path w="6175375" h="595629">
                  <a:moveTo>
                    <a:pt x="6063615" y="0"/>
                  </a:moveTo>
                  <a:lnTo>
                    <a:pt x="6035129" y="0"/>
                  </a:lnTo>
                  <a:lnTo>
                    <a:pt x="6035129" y="9525"/>
                  </a:lnTo>
                  <a:lnTo>
                    <a:pt x="6063615" y="9525"/>
                  </a:lnTo>
                  <a:lnTo>
                    <a:pt x="6063615" y="0"/>
                  </a:lnTo>
                  <a:close/>
                </a:path>
                <a:path w="6175375" h="595629">
                  <a:moveTo>
                    <a:pt x="6120562" y="586105"/>
                  </a:moveTo>
                  <a:lnTo>
                    <a:pt x="6092088" y="586105"/>
                  </a:lnTo>
                  <a:lnTo>
                    <a:pt x="6092088" y="595630"/>
                  </a:lnTo>
                  <a:lnTo>
                    <a:pt x="6120562" y="595630"/>
                  </a:lnTo>
                  <a:lnTo>
                    <a:pt x="6120562" y="586105"/>
                  </a:lnTo>
                  <a:close/>
                </a:path>
                <a:path w="6175375" h="595629">
                  <a:moveTo>
                    <a:pt x="6120562" y="0"/>
                  </a:moveTo>
                  <a:lnTo>
                    <a:pt x="6092088" y="0"/>
                  </a:lnTo>
                  <a:lnTo>
                    <a:pt x="6092088" y="9525"/>
                  </a:lnTo>
                  <a:lnTo>
                    <a:pt x="6120562" y="9525"/>
                  </a:lnTo>
                  <a:lnTo>
                    <a:pt x="6120562" y="0"/>
                  </a:lnTo>
                  <a:close/>
                </a:path>
                <a:path w="6175375" h="595629">
                  <a:moveTo>
                    <a:pt x="6164008" y="11176"/>
                  </a:moveTo>
                  <a:lnTo>
                    <a:pt x="6151892" y="2921"/>
                  </a:lnTo>
                  <a:lnTo>
                    <a:pt x="6150356" y="2667"/>
                  </a:lnTo>
                  <a:lnTo>
                    <a:pt x="6150267" y="2921"/>
                  </a:lnTo>
                  <a:lnTo>
                    <a:pt x="6147079" y="11430"/>
                  </a:lnTo>
                  <a:lnTo>
                    <a:pt x="6148197" y="11684"/>
                  </a:lnTo>
                  <a:lnTo>
                    <a:pt x="6157290" y="17907"/>
                  </a:lnTo>
                  <a:lnTo>
                    <a:pt x="6164008" y="11176"/>
                  </a:lnTo>
                  <a:close/>
                </a:path>
                <a:path w="6175375" h="595629">
                  <a:moveTo>
                    <a:pt x="6172517" y="570725"/>
                  </a:moveTo>
                  <a:lnTo>
                    <a:pt x="6163665" y="567423"/>
                  </a:lnTo>
                  <a:lnTo>
                    <a:pt x="6163424" y="568617"/>
                  </a:lnTo>
                  <a:lnTo>
                    <a:pt x="6157328" y="577646"/>
                  </a:lnTo>
                  <a:lnTo>
                    <a:pt x="6148197" y="583819"/>
                  </a:lnTo>
                  <a:lnTo>
                    <a:pt x="6147066" y="584060"/>
                  </a:lnTo>
                  <a:lnTo>
                    <a:pt x="6147168" y="584327"/>
                  </a:lnTo>
                  <a:lnTo>
                    <a:pt x="6150356" y="592836"/>
                  </a:lnTo>
                  <a:lnTo>
                    <a:pt x="6151892" y="592582"/>
                  </a:lnTo>
                  <a:lnTo>
                    <a:pt x="6163932" y="584377"/>
                  </a:lnTo>
                  <a:lnTo>
                    <a:pt x="6172200" y="572325"/>
                  </a:lnTo>
                  <a:lnTo>
                    <a:pt x="6172517" y="570725"/>
                  </a:lnTo>
                  <a:close/>
                </a:path>
                <a:path w="6175375" h="595629">
                  <a:moveTo>
                    <a:pt x="6172517" y="24904"/>
                  </a:moveTo>
                  <a:lnTo>
                    <a:pt x="6172200" y="23304"/>
                  </a:lnTo>
                  <a:lnTo>
                    <a:pt x="6164008" y="11188"/>
                  </a:lnTo>
                  <a:lnTo>
                    <a:pt x="6157290" y="17907"/>
                  </a:lnTo>
                  <a:lnTo>
                    <a:pt x="6163424" y="27000"/>
                  </a:lnTo>
                  <a:lnTo>
                    <a:pt x="6163665" y="28206"/>
                  </a:lnTo>
                  <a:lnTo>
                    <a:pt x="6172517" y="24904"/>
                  </a:lnTo>
                  <a:close/>
                </a:path>
                <a:path w="6175375" h="595629">
                  <a:moveTo>
                    <a:pt x="6175197" y="512241"/>
                  </a:moveTo>
                  <a:lnTo>
                    <a:pt x="6165672" y="512241"/>
                  </a:lnTo>
                  <a:lnTo>
                    <a:pt x="6165672" y="540829"/>
                  </a:lnTo>
                  <a:lnTo>
                    <a:pt x="6175197" y="540829"/>
                  </a:lnTo>
                  <a:lnTo>
                    <a:pt x="6175197" y="512241"/>
                  </a:lnTo>
                  <a:close/>
                </a:path>
                <a:path w="6175375" h="595629">
                  <a:moveTo>
                    <a:pt x="6175197" y="455053"/>
                  </a:moveTo>
                  <a:lnTo>
                    <a:pt x="6165672" y="455053"/>
                  </a:lnTo>
                  <a:lnTo>
                    <a:pt x="6165672" y="483641"/>
                  </a:lnTo>
                  <a:lnTo>
                    <a:pt x="6175197" y="483641"/>
                  </a:lnTo>
                  <a:lnTo>
                    <a:pt x="6175197" y="455053"/>
                  </a:lnTo>
                  <a:close/>
                </a:path>
                <a:path w="6175375" h="595629">
                  <a:moveTo>
                    <a:pt x="6175197" y="397878"/>
                  </a:moveTo>
                  <a:lnTo>
                    <a:pt x="6165672" y="397878"/>
                  </a:lnTo>
                  <a:lnTo>
                    <a:pt x="6165672" y="426466"/>
                  </a:lnTo>
                  <a:lnTo>
                    <a:pt x="6175197" y="426466"/>
                  </a:lnTo>
                  <a:lnTo>
                    <a:pt x="6175197" y="397878"/>
                  </a:lnTo>
                  <a:close/>
                </a:path>
                <a:path w="6175375" h="595629">
                  <a:moveTo>
                    <a:pt x="6175197" y="340702"/>
                  </a:moveTo>
                  <a:lnTo>
                    <a:pt x="6165672" y="340702"/>
                  </a:lnTo>
                  <a:lnTo>
                    <a:pt x="6165672" y="369290"/>
                  </a:lnTo>
                  <a:lnTo>
                    <a:pt x="6175197" y="369290"/>
                  </a:lnTo>
                  <a:lnTo>
                    <a:pt x="6175197" y="340702"/>
                  </a:lnTo>
                  <a:close/>
                </a:path>
                <a:path w="6175375" h="595629">
                  <a:moveTo>
                    <a:pt x="6175197" y="283514"/>
                  </a:moveTo>
                  <a:lnTo>
                    <a:pt x="6165672" y="283514"/>
                  </a:lnTo>
                  <a:lnTo>
                    <a:pt x="6165672" y="312102"/>
                  </a:lnTo>
                  <a:lnTo>
                    <a:pt x="6175197" y="312102"/>
                  </a:lnTo>
                  <a:lnTo>
                    <a:pt x="6175197" y="283514"/>
                  </a:lnTo>
                  <a:close/>
                </a:path>
                <a:path w="6175375" h="595629">
                  <a:moveTo>
                    <a:pt x="6175197" y="226339"/>
                  </a:moveTo>
                  <a:lnTo>
                    <a:pt x="6165672" y="226339"/>
                  </a:lnTo>
                  <a:lnTo>
                    <a:pt x="6165672" y="254927"/>
                  </a:lnTo>
                  <a:lnTo>
                    <a:pt x="6175197" y="254927"/>
                  </a:lnTo>
                  <a:lnTo>
                    <a:pt x="6175197" y="226339"/>
                  </a:lnTo>
                  <a:close/>
                </a:path>
                <a:path w="6175375" h="595629">
                  <a:moveTo>
                    <a:pt x="6175197" y="169164"/>
                  </a:moveTo>
                  <a:lnTo>
                    <a:pt x="6165672" y="169164"/>
                  </a:lnTo>
                  <a:lnTo>
                    <a:pt x="6165672" y="197751"/>
                  </a:lnTo>
                  <a:lnTo>
                    <a:pt x="6175197" y="197751"/>
                  </a:lnTo>
                  <a:lnTo>
                    <a:pt x="6175197" y="169164"/>
                  </a:lnTo>
                  <a:close/>
                </a:path>
                <a:path w="6175375" h="595629">
                  <a:moveTo>
                    <a:pt x="6175197" y="111975"/>
                  </a:moveTo>
                  <a:lnTo>
                    <a:pt x="6165672" y="111975"/>
                  </a:lnTo>
                  <a:lnTo>
                    <a:pt x="6165672" y="140563"/>
                  </a:lnTo>
                  <a:lnTo>
                    <a:pt x="6175197" y="140563"/>
                  </a:lnTo>
                  <a:lnTo>
                    <a:pt x="6175197" y="111975"/>
                  </a:lnTo>
                  <a:close/>
                </a:path>
                <a:path w="6175375" h="595629">
                  <a:moveTo>
                    <a:pt x="6175197" y="54800"/>
                  </a:moveTo>
                  <a:lnTo>
                    <a:pt x="6165672" y="54800"/>
                  </a:lnTo>
                  <a:lnTo>
                    <a:pt x="6165672" y="83388"/>
                  </a:lnTo>
                  <a:lnTo>
                    <a:pt x="6175197" y="83388"/>
                  </a:lnTo>
                  <a:lnTo>
                    <a:pt x="6175197" y="54800"/>
                  </a:lnTo>
                  <a:close/>
                </a:path>
              </a:pathLst>
            </a:custGeom>
            <a:solidFill>
              <a:srgbClr val="38A1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90555" y="4274696"/>
              <a:ext cx="678815" cy="146050"/>
            </a:xfrm>
            <a:custGeom>
              <a:avLst/>
              <a:gdLst/>
              <a:ahLst/>
              <a:cxnLst/>
              <a:rect l="l" t="t" r="r" b="b"/>
              <a:pathLst>
                <a:path w="678814" h="146050">
                  <a:moveTo>
                    <a:pt x="649802" y="146050"/>
                  </a:moveTo>
                  <a:lnTo>
                    <a:pt x="28575" y="146050"/>
                  </a:lnTo>
                  <a:lnTo>
                    <a:pt x="17479" y="143795"/>
                  </a:lnTo>
                  <a:lnTo>
                    <a:pt x="8393" y="137656"/>
                  </a:lnTo>
                  <a:lnTo>
                    <a:pt x="2254" y="128570"/>
                  </a:lnTo>
                  <a:lnTo>
                    <a:pt x="0" y="117475"/>
                  </a:lnTo>
                  <a:lnTo>
                    <a:pt x="0" y="28575"/>
                  </a:lnTo>
                  <a:lnTo>
                    <a:pt x="2254" y="17479"/>
                  </a:lnTo>
                  <a:lnTo>
                    <a:pt x="8393" y="8393"/>
                  </a:lnTo>
                  <a:lnTo>
                    <a:pt x="17479" y="2254"/>
                  </a:lnTo>
                  <a:lnTo>
                    <a:pt x="28575" y="0"/>
                  </a:lnTo>
                  <a:lnTo>
                    <a:pt x="649802" y="0"/>
                  </a:lnTo>
                  <a:lnTo>
                    <a:pt x="660897" y="2254"/>
                  </a:lnTo>
                  <a:lnTo>
                    <a:pt x="669983" y="8393"/>
                  </a:lnTo>
                  <a:lnTo>
                    <a:pt x="676122" y="17479"/>
                  </a:lnTo>
                  <a:lnTo>
                    <a:pt x="678377" y="28575"/>
                  </a:lnTo>
                  <a:lnTo>
                    <a:pt x="678377" y="117475"/>
                  </a:lnTo>
                  <a:lnTo>
                    <a:pt x="676122" y="128570"/>
                  </a:lnTo>
                  <a:lnTo>
                    <a:pt x="669983" y="137656"/>
                  </a:lnTo>
                  <a:lnTo>
                    <a:pt x="660897" y="143795"/>
                  </a:lnTo>
                  <a:lnTo>
                    <a:pt x="649802" y="146050"/>
                  </a:lnTo>
                  <a:close/>
                </a:path>
              </a:pathLst>
            </a:custGeom>
            <a:solidFill>
              <a:srgbClr val="4954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07299" y="249899"/>
            <a:ext cx="5224780" cy="1254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2200" spc="-3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2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FFFFFF"/>
                </a:solidFill>
                <a:latin typeface="Arial"/>
                <a:cs typeface="Arial"/>
              </a:rPr>
              <a:t>20s</a:t>
            </a:r>
            <a:r>
              <a:rPr dirty="0" sz="22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FFFFF"/>
                </a:solidFill>
                <a:latin typeface="Arial"/>
                <a:cs typeface="Arial"/>
              </a:rPr>
              <a:t>Paradox:</a:t>
            </a:r>
            <a:r>
              <a:rPr dirty="0" sz="22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FFFFFF"/>
                </a:solidFill>
                <a:latin typeface="Arial"/>
                <a:cs typeface="Arial"/>
              </a:rPr>
              <a:t>Navigating</a:t>
            </a:r>
            <a:r>
              <a:rPr dirty="0" sz="22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FFFFFF"/>
                </a:solidFill>
                <a:latin typeface="Arial"/>
                <a:cs typeface="Arial"/>
              </a:rPr>
              <a:t>Job</a:t>
            </a:r>
            <a:r>
              <a:rPr dirty="0" sz="22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Market Reality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100">
                <a:solidFill>
                  <a:srgbClr val="ECF7FE"/>
                </a:solidFill>
                <a:latin typeface="Arial MT"/>
                <a:cs typeface="Arial MT"/>
              </a:rPr>
              <a:t>A</a:t>
            </a:r>
            <a:r>
              <a:rPr dirty="0" sz="1100" spc="-75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ECF7FE"/>
                </a:solidFill>
                <a:latin typeface="Arial MT"/>
                <a:cs typeface="Arial MT"/>
              </a:rPr>
              <a:t>Comprehensive</a:t>
            </a:r>
            <a:r>
              <a:rPr dirty="0" sz="1100" spc="-25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ECF7FE"/>
                </a:solidFill>
                <a:latin typeface="Arial MT"/>
                <a:cs typeface="Arial MT"/>
              </a:rPr>
              <a:t>30-</a:t>
            </a:r>
            <a:r>
              <a:rPr dirty="0" sz="1100">
                <a:solidFill>
                  <a:srgbClr val="ECF7FE"/>
                </a:solidFill>
                <a:latin typeface="Arial MT"/>
                <a:cs typeface="Arial MT"/>
              </a:rPr>
              <a:t>Minute</a:t>
            </a:r>
            <a:r>
              <a:rPr dirty="0" sz="1100" spc="-20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ECF7FE"/>
                </a:solidFill>
                <a:latin typeface="Arial MT"/>
                <a:cs typeface="Arial MT"/>
              </a:rPr>
              <a:t>Presentation</a:t>
            </a:r>
            <a:r>
              <a:rPr dirty="0" sz="1100" spc="-20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ECF7FE"/>
                </a:solidFill>
                <a:latin typeface="Arial MT"/>
                <a:cs typeface="Arial MT"/>
              </a:rPr>
              <a:t>Blueprint</a:t>
            </a:r>
            <a:r>
              <a:rPr dirty="0" sz="1100" spc="-20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ECF7FE"/>
                </a:solidFill>
                <a:latin typeface="Arial MT"/>
                <a:cs typeface="Arial MT"/>
              </a:rPr>
              <a:t>for</a:t>
            </a:r>
            <a:r>
              <a:rPr dirty="0" sz="1100" spc="-20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ECF7FE"/>
                </a:solidFill>
                <a:latin typeface="Arial MT"/>
                <a:cs typeface="Arial MT"/>
              </a:rPr>
              <a:t>9</a:t>
            </a:r>
            <a:r>
              <a:rPr dirty="0" sz="1100" spc="-15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ECF7FE"/>
                </a:solidFill>
                <a:latin typeface="Arial MT"/>
                <a:cs typeface="Arial MT"/>
              </a:rPr>
              <a:t>Group</a:t>
            </a:r>
            <a:r>
              <a:rPr dirty="0" sz="1100" spc="-20">
                <a:solidFill>
                  <a:srgbClr val="ECF7F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ECF7FE"/>
                </a:solidFill>
                <a:latin typeface="Arial MT"/>
                <a:cs typeface="Arial MT"/>
              </a:rPr>
              <a:t>Members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720974" y="2225254"/>
            <a:ext cx="3583940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3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2D3648"/>
                </a:solidFill>
                <a:latin typeface="Arial"/>
                <a:cs typeface="Arial"/>
              </a:rPr>
              <a:t>Target</a:t>
            </a:r>
            <a:r>
              <a:rPr dirty="0" sz="1000" spc="-5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D3648"/>
                </a:solidFill>
                <a:latin typeface="Arial"/>
                <a:cs typeface="Arial"/>
              </a:rPr>
              <a:t>Audience:</a:t>
            </a:r>
            <a:r>
              <a:rPr dirty="0" sz="100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D3648"/>
                </a:solidFill>
                <a:latin typeface="Arial MT"/>
                <a:cs typeface="Arial MT"/>
              </a:rPr>
              <a:t>Year</a:t>
            </a:r>
            <a:r>
              <a:rPr dirty="0" sz="100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1</a:t>
            </a:r>
            <a:r>
              <a:rPr dirty="0" sz="100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University</a:t>
            </a:r>
            <a:r>
              <a:rPr dirty="0" sz="1000" spc="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2D3648"/>
                </a:solidFill>
                <a:latin typeface="Arial"/>
                <a:cs typeface="Arial"/>
              </a:rPr>
              <a:t>Duration:</a:t>
            </a:r>
            <a:r>
              <a:rPr dirty="0" sz="1000" spc="-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30</a:t>
            </a:r>
            <a:r>
              <a:rPr dirty="0" sz="100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Minutes</a:t>
            </a:r>
            <a:r>
              <a:rPr dirty="0" sz="100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D3648"/>
                </a:solidFill>
                <a:latin typeface="Arial MT"/>
                <a:cs typeface="Arial MT"/>
              </a:rPr>
              <a:t>Total Students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18724" y="2225254"/>
            <a:ext cx="1675130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33300"/>
              </a:lnSpc>
              <a:spcBef>
                <a:spcPts val="100"/>
              </a:spcBef>
            </a:pPr>
            <a:r>
              <a:rPr dirty="0" sz="1000" b="1">
                <a:solidFill>
                  <a:srgbClr val="2D3648"/>
                </a:solidFill>
                <a:latin typeface="Arial"/>
                <a:cs typeface="Arial"/>
              </a:rPr>
              <a:t>Allocation:</a:t>
            </a:r>
            <a:r>
              <a:rPr dirty="0" sz="1000" spc="-1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~2.5</a:t>
            </a:r>
            <a:r>
              <a:rPr dirty="0" sz="100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-</a:t>
            </a:r>
            <a:r>
              <a:rPr dirty="0" sz="100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3</a:t>
            </a:r>
            <a:r>
              <a:rPr dirty="0" sz="100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D3648"/>
                </a:solidFill>
                <a:latin typeface="Arial MT"/>
                <a:cs typeface="Arial MT"/>
              </a:rPr>
              <a:t>Mins</a:t>
            </a:r>
            <a:r>
              <a:rPr dirty="0" sz="100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D3648"/>
                </a:solidFill>
                <a:latin typeface="Arial MT"/>
                <a:cs typeface="Arial MT"/>
              </a:rPr>
              <a:t>Per </a:t>
            </a:r>
            <a:r>
              <a:rPr dirty="0" sz="1000" spc="-10">
                <a:solidFill>
                  <a:srgbClr val="2D3648"/>
                </a:solidFill>
                <a:latin typeface="Arial MT"/>
                <a:cs typeface="Arial MT"/>
              </a:rPr>
              <a:t>Speaker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7299" y="3099478"/>
            <a:ext cx="3845560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A365D"/>
                </a:solidFill>
                <a:latin typeface="Arial"/>
                <a:cs typeface="Arial"/>
              </a:rPr>
              <a:t>Presentation</a:t>
            </a:r>
            <a:r>
              <a:rPr dirty="0" sz="1400" spc="-5" b="1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A365D"/>
                </a:solidFill>
                <a:latin typeface="Arial"/>
                <a:cs typeface="Arial"/>
              </a:rPr>
              <a:t>Breakdown by </a:t>
            </a:r>
            <a:r>
              <a:rPr dirty="0" sz="1400" spc="-10" b="1">
                <a:solidFill>
                  <a:srgbClr val="1A365D"/>
                </a:solidFill>
                <a:latin typeface="Arial"/>
                <a:cs typeface="Arial"/>
              </a:rPr>
              <a:t>Speaker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4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PHASE</a:t>
            </a:r>
            <a:r>
              <a:rPr dirty="0" sz="1100" spc="16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1:</a:t>
            </a:r>
            <a:r>
              <a:rPr dirty="0" sz="1100" spc="16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THE</a:t>
            </a:r>
            <a:r>
              <a:rPr dirty="0" sz="1100" spc="16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EXPECTATIONS</a:t>
            </a:r>
            <a:r>
              <a:rPr dirty="0" sz="1100" spc="16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VS.</a:t>
            </a:r>
            <a:r>
              <a:rPr dirty="0" sz="1100" spc="16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REALITY</a:t>
            </a:r>
            <a:r>
              <a:rPr dirty="0" sz="1100" spc="14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6BAF"/>
                </a:solidFill>
                <a:latin typeface="Arial"/>
                <a:cs typeface="Arial"/>
              </a:rPr>
              <a:t>SHOCK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35005" y="4264496"/>
            <a:ext cx="58991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Introduction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9699" y="4222879"/>
            <a:ext cx="6117590" cy="9474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1: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"Degree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Inflation"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Crisis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Deconstructing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traditional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educational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promise.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working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hard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getting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university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degree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is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no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longer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guaranteed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passport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immediate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employment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success.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9699" y="5291370"/>
            <a:ext cx="6197600" cy="2160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354330" indent="-83820">
              <a:lnSpc>
                <a:spcPct val="133300"/>
              </a:lnSpc>
              <a:spcBef>
                <a:spcPts val="35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 Paradigm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Shift: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Explain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higher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education transitioned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from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exclusive privilege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2D3648"/>
                </a:solidFill>
                <a:latin typeface="Arial MT"/>
                <a:cs typeface="Arial MT"/>
              </a:rPr>
              <a:t>a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baseline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requirement,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making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Bachelor's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degree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new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"high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school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diploma."</a:t>
            </a:r>
            <a:endParaRPr sz="1050">
              <a:latin typeface="Arial MT"/>
              <a:cs typeface="Arial MT"/>
            </a:endParaRPr>
          </a:p>
          <a:p>
            <a:pPr marL="203200" marR="50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Reality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Shock:</a:t>
            </a:r>
            <a:r>
              <a:rPr dirty="0" sz="1050" spc="-7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Address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mental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adjustment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required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first-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year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students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when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realizing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that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physical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certificate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alone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does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not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secure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seat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table.</a:t>
            </a:r>
            <a:endParaRPr sz="1050">
              <a:latin typeface="Arial MT"/>
              <a:cs typeface="Arial MT"/>
            </a:endParaRPr>
          </a:p>
          <a:p>
            <a:pPr marL="203200" marR="3352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Classroom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Hook: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Open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interactive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question: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"How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many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you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were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told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that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getting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50" i="1">
                <a:solidFill>
                  <a:srgbClr val="2D3648"/>
                </a:solidFill>
                <a:latin typeface="Arial"/>
                <a:cs typeface="Arial"/>
              </a:rPr>
              <a:t>a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university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degree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is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single,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final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step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to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D3648"/>
                </a:solidFill>
                <a:latin typeface="Arial"/>
                <a:cs typeface="Arial"/>
              </a:rPr>
              <a:t>securing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your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dream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D3648"/>
                </a:solidFill>
                <a:latin typeface="Arial"/>
                <a:cs typeface="Arial"/>
              </a:rPr>
              <a:t>career?"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"/>
              <a:cs typeface="Arial"/>
            </a:endParaRPr>
          </a:p>
          <a:p>
            <a:pPr marL="136525" marR="243204">
              <a:lnSpc>
                <a:spcPct val="133300"/>
              </a:lnSpc>
              <a:spcBef>
                <a:spcPts val="5"/>
              </a:spcBef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2: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"Now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that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understand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why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degree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on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its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own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isn't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silver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bullet,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[Name]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will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take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through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most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frustrating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paradox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waiting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for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right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outside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these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campus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gates."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6787" y="933871"/>
            <a:ext cx="906780" cy="146050"/>
          </a:xfrm>
          <a:custGeom>
            <a:avLst/>
            <a:gdLst/>
            <a:ahLst/>
            <a:cxnLst/>
            <a:rect l="l" t="t" r="r" b="b"/>
            <a:pathLst>
              <a:path w="906779" h="146050">
                <a:moveTo>
                  <a:pt x="877620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877620" y="0"/>
                </a:lnTo>
                <a:lnTo>
                  <a:pt x="888716" y="2254"/>
                </a:lnTo>
                <a:lnTo>
                  <a:pt x="897801" y="8393"/>
                </a:lnTo>
                <a:lnTo>
                  <a:pt x="903941" y="17479"/>
                </a:lnTo>
                <a:lnTo>
                  <a:pt x="906195" y="28575"/>
                </a:lnTo>
                <a:lnTo>
                  <a:pt x="906195" y="117475"/>
                </a:lnTo>
                <a:lnTo>
                  <a:pt x="903941" y="128570"/>
                </a:lnTo>
                <a:lnTo>
                  <a:pt x="897801" y="137656"/>
                </a:lnTo>
                <a:lnTo>
                  <a:pt x="888716" y="143795"/>
                </a:lnTo>
                <a:lnTo>
                  <a:pt x="877620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91237" y="923671"/>
            <a:ext cx="81788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Hardship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99" y="882053"/>
            <a:ext cx="5992495" cy="9474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2:</a:t>
            </a:r>
            <a:r>
              <a:rPr dirty="0" sz="1200" spc="-1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"Entry-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Level"</a:t>
            </a:r>
            <a:r>
              <a:rPr dirty="0" sz="1200" spc="-1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Paradox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Exposing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institutional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loop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that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creates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deep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anxiety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graduating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students: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demand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prior experience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job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postings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aimed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specifically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newcomers.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699" y="1950545"/>
            <a:ext cx="6059170" cy="2160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5080" indent="-83820">
              <a:lnSpc>
                <a:spcPct val="133300"/>
              </a:lnSpc>
              <a:spcBef>
                <a:spcPts val="35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Corporate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Riddle: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Critique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common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job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specification: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 i="1">
                <a:solidFill>
                  <a:srgbClr val="2D3648"/>
                </a:solidFill>
                <a:latin typeface="Arial"/>
                <a:cs typeface="Arial"/>
              </a:rPr>
              <a:t>"Entry-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level</a:t>
            </a:r>
            <a:r>
              <a:rPr dirty="0" sz="1050" spc="-3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position.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D3648"/>
                </a:solidFill>
                <a:latin typeface="Arial"/>
                <a:cs typeface="Arial"/>
              </a:rPr>
              <a:t>Requirements: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Bachelor’s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degree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and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3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years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D3648"/>
                </a:solidFill>
                <a:latin typeface="Arial"/>
                <a:cs typeface="Arial"/>
              </a:rPr>
              <a:t>professional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D3648"/>
                </a:solidFill>
                <a:latin typeface="Arial"/>
                <a:cs typeface="Arial"/>
              </a:rPr>
              <a:t>experience."</a:t>
            </a:r>
            <a:endParaRPr sz="1050">
              <a:latin typeface="Arial"/>
              <a:cs typeface="Arial"/>
            </a:endParaRPr>
          </a:p>
          <a:p>
            <a:pPr marL="203200" marR="571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6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Anxiety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Loop: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Discuss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this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contradiction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isolates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students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who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focus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purely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academic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metrics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without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understanding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break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into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practical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networks.</a:t>
            </a:r>
            <a:endParaRPr sz="1050">
              <a:latin typeface="Arial MT"/>
              <a:cs typeface="Arial MT"/>
            </a:endParaRPr>
          </a:p>
          <a:p>
            <a:pPr marL="203200" marR="489584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Breaking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Cycle: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Introduce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necessity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proactive 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experience-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gathering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early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the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undergraduate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cycle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rather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than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waiting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until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final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semester.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 MT"/>
              <a:cs typeface="Arial MT"/>
            </a:endParaRPr>
          </a:p>
          <a:p>
            <a:pPr marL="136525" marR="220979">
              <a:lnSpc>
                <a:spcPct val="133300"/>
              </a:lnSpc>
              <a:spcBef>
                <a:spcPts val="5"/>
              </a:spcBef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3: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"If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companies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require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experience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before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hiring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us,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how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do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prove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our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value?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[Name]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will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explain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how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definition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of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student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merit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changing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from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grades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portfolios."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599" y="4688919"/>
            <a:ext cx="44234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PHASE</a:t>
            </a:r>
            <a:r>
              <a:rPr dirty="0" sz="1100" spc="15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2:</a:t>
            </a:r>
            <a:r>
              <a:rPr dirty="0" sz="1100" spc="15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THE</a:t>
            </a:r>
            <a:r>
              <a:rPr dirty="0" sz="1100" spc="15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SHIFT</a:t>
            </a:r>
            <a:r>
              <a:rPr dirty="0" sz="1100" spc="15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IN</a:t>
            </a:r>
            <a:r>
              <a:rPr dirty="0" sz="1100" spc="15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WHAT</a:t>
            </a:r>
            <a:r>
              <a:rPr dirty="0" sz="1100" spc="15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EMPLOYERS</a:t>
            </a:r>
            <a:r>
              <a:rPr dirty="0" sz="1100" spc="10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ACTUALLY</a:t>
            </a:r>
            <a:r>
              <a:rPr dirty="0" sz="1100" spc="13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A6BAF"/>
                </a:solidFill>
                <a:latin typeface="Arial"/>
                <a:cs typeface="Arial"/>
              </a:rPr>
              <a:t>WANT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99" y="5266728"/>
            <a:ext cx="2498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3: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2B5282"/>
                </a:solidFill>
                <a:latin typeface="Arial"/>
                <a:cs typeface="Arial"/>
              </a:rPr>
              <a:t>GPA</a:t>
            </a:r>
            <a:r>
              <a:rPr dirty="0" sz="1200" spc="-4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vs.</a:t>
            </a:r>
            <a:r>
              <a:rPr dirty="0" sz="1200" spc="-1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 Portfolio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4745" y="5318546"/>
            <a:ext cx="816610" cy="146050"/>
          </a:xfrm>
          <a:custGeom>
            <a:avLst/>
            <a:gdLst/>
            <a:ahLst/>
            <a:cxnLst/>
            <a:rect l="l" t="t" r="r" b="b"/>
            <a:pathLst>
              <a:path w="816610" h="146050">
                <a:moveTo>
                  <a:pt x="787635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787635" y="0"/>
                </a:lnTo>
                <a:lnTo>
                  <a:pt x="798730" y="2254"/>
                </a:lnTo>
                <a:lnTo>
                  <a:pt x="807816" y="8393"/>
                </a:lnTo>
                <a:lnTo>
                  <a:pt x="813955" y="17479"/>
                </a:lnTo>
                <a:lnTo>
                  <a:pt x="816210" y="28575"/>
                </a:lnTo>
                <a:lnTo>
                  <a:pt x="816210" y="117475"/>
                </a:lnTo>
                <a:lnTo>
                  <a:pt x="813955" y="128570"/>
                </a:lnTo>
                <a:lnTo>
                  <a:pt x="807816" y="137656"/>
                </a:lnTo>
                <a:lnTo>
                  <a:pt x="798730" y="143795"/>
                </a:lnTo>
                <a:lnTo>
                  <a:pt x="787635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09195" y="5308346"/>
            <a:ext cx="72771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Skills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Gap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79699" y="5502288"/>
            <a:ext cx="6180455" cy="29933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133985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Analyzing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corporate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migration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away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from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academic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transcripts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toward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tangible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proof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capabilities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execution.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388620" indent="-83820">
              <a:lnSpc>
                <a:spcPct val="133300"/>
              </a:lnSpc>
              <a:spcBef>
                <a:spcPts val="355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Death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Paper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Transcript: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Explain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why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top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employers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are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treating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string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perfect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academic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marks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as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secondary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evidence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technical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competence.</a:t>
            </a:r>
            <a:endParaRPr sz="1050">
              <a:latin typeface="Arial MT"/>
              <a:cs typeface="Arial MT"/>
            </a:endParaRPr>
          </a:p>
          <a:p>
            <a:pPr marL="203200" marR="24765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Power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Portfolio: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Highlight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value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building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real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projects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during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university—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such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as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code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repositories,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mock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databases,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business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templates,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or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creative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work.</a:t>
            </a:r>
            <a:endParaRPr sz="1050">
              <a:latin typeface="Arial MT"/>
              <a:cs typeface="Arial MT"/>
            </a:endParaRPr>
          </a:p>
          <a:p>
            <a:pPr marL="203200" marR="50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Actionable</a:t>
            </a:r>
            <a:r>
              <a:rPr dirty="0" sz="1050" spc="-4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Insight: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Show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that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student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who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leaves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university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modest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GPA</a:t>
            </a:r>
            <a:r>
              <a:rPr dirty="0" sz="1050" spc="-6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but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robust portfolio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real-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world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evidence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will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often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out-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compete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student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perfect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GPA</a:t>
            </a:r>
            <a:r>
              <a:rPr dirty="0" sz="1050" spc="-6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empty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hands.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 MT"/>
              <a:cs typeface="Arial MT"/>
            </a:endParaRPr>
          </a:p>
          <a:p>
            <a:pPr marL="136525" marR="258445">
              <a:lnSpc>
                <a:spcPct val="133300"/>
              </a:lnSpc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4: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"But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human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eyes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aren't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always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ones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judging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our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work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first.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[Name]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will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break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down</a:t>
            </a:r>
            <a:r>
              <a:rPr dirty="0" sz="950" spc="-3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how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modern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technology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and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artificial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intelligence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screen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before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we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ever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see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an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interviewer."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7816" y="933871"/>
            <a:ext cx="882650" cy="146050"/>
          </a:xfrm>
          <a:custGeom>
            <a:avLst/>
            <a:gdLst/>
            <a:ahLst/>
            <a:cxnLst/>
            <a:rect l="l" t="t" r="r" b="b"/>
            <a:pathLst>
              <a:path w="882650" h="146050">
                <a:moveTo>
                  <a:pt x="853836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853836" y="0"/>
                </a:lnTo>
                <a:lnTo>
                  <a:pt x="864931" y="2254"/>
                </a:lnTo>
                <a:lnTo>
                  <a:pt x="874017" y="8393"/>
                </a:lnTo>
                <a:lnTo>
                  <a:pt x="880156" y="17479"/>
                </a:lnTo>
                <a:lnTo>
                  <a:pt x="882411" y="28575"/>
                </a:lnTo>
                <a:lnTo>
                  <a:pt x="882411" y="117475"/>
                </a:lnTo>
                <a:lnTo>
                  <a:pt x="880156" y="128570"/>
                </a:lnTo>
                <a:lnTo>
                  <a:pt x="874017" y="137656"/>
                </a:lnTo>
                <a:lnTo>
                  <a:pt x="864931" y="143795"/>
                </a:lnTo>
                <a:lnTo>
                  <a:pt x="853836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62266" y="923671"/>
            <a:ext cx="79375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Tech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99" y="882053"/>
            <a:ext cx="6177280" cy="9474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3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4:</a:t>
            </a:r>
            <a:r>
              <a:rPr dirty="0" sz="1200" spc="-6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AI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and</a:t>
            </a:r>
            <a:r>
              <a:rPr dirty="0" sz="1200" spc="-7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Automation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in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Modern</a:t>
            </a:r>
            <a:r>
              <a:rPr dirty="0" sz="1200" spc="-3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Hiring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Understanding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automation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algorithms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dictate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modern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recruitment,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artificial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intelligence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alters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junior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job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market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landscape.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699" y="1950545"/>
            <a:ext cx="6058535" cy="2160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65405" indent="-83820">
              <a:lnSpc>
                <a:spcPct val="133300"/>
              </a:lnSpc>
              <a:spcBef>
                <a:spcPts val="35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6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Applicant</a:t>
            </a:r>
            <a:r>
              <a:rPr dirty="0" sz="1050" spc="-1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Tracking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System</a:t>
            </a:r>
            <a:r>
              <a:rPr dirty="0" sz="1050" spc="-1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(ATS):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Demystify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automated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software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systems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that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scan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resumes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keywords,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throwing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out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over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70%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applications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before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human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recruiter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sees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them.</a:t>
            </a:r>
            <a:endParaRPr sz="1050">
              <a:latin typeface="Arial MT"/>
              <a:cs typeface="Arial MT"/>
            </a:endParaRPr>
          </a:p>
          <a:p>
            <a:pPr marL="203200" marR="44704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Disappearing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Junior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Task: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Explain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basic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administrative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data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tasks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are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being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automated,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raising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skill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bar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initial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entry-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level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roles.</a:t>
            </a:r>
            <a:endParaRPr sz="1050">
              <a:latin typeface="Arial MT"/>
              <a:cs typeface="Arial MT"/>
            </a:endParaRPr>
          </a:p>
          <a:p>
            <a:pPr marL="203200" marR="50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Beating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5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Algorithm:</a:t>
            </a:r>
            <a:r>
              <a:rPr dirty="0" sz="1050" spc="-7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Advise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formatting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applications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developing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highly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specified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practical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fluencies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that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match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automated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filters.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 MT"/>
              <a:cs typeface="Arial MT"/>
            </a:endParaRPr>
          </a:p>
          <a:p>
            <a:pPr marL="136525" marR="159385">
              <a:lnSpc>
                <a:spcPct val="133300"/>
              </a:lnSpc>
              <a:spcBef>
                <a:spcPts val="5"/>
              </a:spcBef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2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5:</a:t>
            </a:r>
            <a:r>
              <a:rPr dirty="0" sz="950" spc="-2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"Surviving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automated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gatekeepers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requires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more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than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standard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resume.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25" i="1">
                <a:solidFill>
                  <a:srgbClr val="266749"/>
                </a:solidFill>
                <a:latin typeface="Arial"/>
                <a:cs typeface="Arial"/>
              </a:rPr>
              <a:t>It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requires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personal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network,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which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[Name]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will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discuss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next."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599" y="4688919"/>
            <a:ext cx="32207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PHASE</a:t>
            </a:r>
            <a:r>
              <a:rPr dirty="0" sz="1100" spc="20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3:</a:t>
            </a:r>
            <a:r>
              <a:rPr dirty="0" sz="1100" spc="20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THE</a:t>
            </a:r>
            <a:r>
              <a:rPr dirty="0" sz="1100" spc="20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CRUCIAL</a:t>
            </a:r>
            <a:r>
              <a:rPr dirty="0" sz="1100" spc="18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"INVISIBLE"</a:t>
            </a:r>
            <a:r>
              <a:rPr dirty="0" sz="1100" spc="20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6BAF"/>
                </a:solidFill>
                <a:latin typeface="Arial"/>
                <a:cs typeface="Arial"/>
              </a:rPr>
              <a:t>SKILLS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99" y="5266728"/>
            <a:ext cx="2947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5: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Power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of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Social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Capital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13759" y="5318546"/>
            <a:ext cx="654685" cy="146050"/>
          </a:xfrm>
          <a:custGeom>
            <a:avLst/>
            <a:gdLst/>
            <a:ahLst/>
            <a:cxnLst/>
            <a:rect l="l" t="t" r="r" b="b"/>
            <a:pathLst>
              <a:path w="654685" h="146050">
                <a:moveTo>
                  <a:pt x="625673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625673" y="0"/>
                </a:lnTo>
                <a:lnTo>
                  <a:pt x="636768" y="2254"/>
                </a:lnTo>
                <a:lnTo>
                  <a:pt x="645854" y="8393"/>
                </a:lnTo>
                <a:lnTo>
                  <a:pt x="651993" y="17479"/>
                </a:lnTo>
                <a:lnTo>
                  <a:pt x="654248" y="28575"/>
                </a:lnTo>
                <a:lnTo>
                  <a:pt x="654248" y="117475"/>
                </a:lnTo>
                <a:lnTo>
                  <a:pt x="651993" y="128570"/>
                </a:lnTo>
                <a:lnTo>
                  <a:pt x="645854" y="137656"/>
                </a:lnTo>
                <a:lnTo>
                  <a:pt x="636768" y="143795"/>
                </a:lnTo>
                <a:lnTo>
                  <a:pt x="625673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758209" y="5308346"/>
            <a:ext cx="56578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Networking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79699" y="5502288"/>
            <a:ext cx="6160135" cy="29933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Challenging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isolation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academic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life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emphasizing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visibility,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community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building,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and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personal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branding.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161290" indent="-83820">
              <a:lnSpc>
                <a:spcPct val="133300"/>
              </a:lnSpc>
              <a:spcBef>
                <a:spcPts val="355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Reality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Professional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Networks: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Unpack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adage: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"It’s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not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just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about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what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you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D3648"/>
                </a:solidFill>
                <a:latin typeface="Arial"/>
                <a:cs typeface="Arial"/>
              </a:rPr>
              <a:t>know,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it’s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about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who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knows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what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you</a:t>
            </a:r>
            <a:r>
              <a:rPr dirty="0" sz="1050" spc="-25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D3648"/>
                </a:solidFill>
                <a:latin typeface="Arial"/>
                <a:cs typeface="Arial"/>
              </a:rPr>
              <a:t>can</a:t>
            </a:r>
            <a:r>
              <a:rPr dirty="0" sz="1050" spc="-30" i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20" i="1">
                <a:solidFill>
                  <a:srgbClr val="2D3648"/>
                </a:solidFill>
                <a:latin typeface="Arial"/>
                <a:cs typeface="Arial"/>
              </a:rPr>
              <a:t>do."</a:t>
            </a:r>
            <a:endParaRPr sz="1050">
              <a:latin typeface="Arial"/>
              <a:cs typeface="Arial"/>
            </a:endParaRPr>
          </a:p>
          <a:p>
            <a:pPr marL="203200" marR="7937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Digital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Platforms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as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Classrooms: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Discuss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using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platforms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like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LinkedIn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attending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local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industry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meetups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core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components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undergraduate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strategy.</a:t>
            </a:r>
            <a:endParaRPr sz="1050">
              <a:latin typeface="Arial MT"/>
              <a:cs typeface="Arial MT"/>
            </a:endParaRPr>
          </a:p>
          <a:p>
            <a:pPr marL="203200" marR="15176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Cost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5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Anonymity: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Illustrate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staying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isolated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your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room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focusing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strictly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textbooks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can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leave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you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invisible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opportunities,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regardless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smart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you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are.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 MT"/>
              <a:cs typeface="Arial MT"/>
            </a:endParaRPr>
          </a:p>
          <a:p>
            <a:pPr marL="136525" marR="180975">
              <a:lnSpc>
                <a:spcPct val="133300"/>
              </a:lnSpc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6: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"Even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if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networking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opens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door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for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an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interview,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stepping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through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requires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50" i="1">
                <a:solidFill>
                  <a:srgbClr val="266749"/>
                </a:solidFill>
                <a:latin typeface="Arial"/>
                <a:cs typeface="Arial"/>
              </a:rPr>
              <a:t>a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completely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different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type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of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intelligence.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[Name]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will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break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down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power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of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emotional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IQ."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98146" y="933871"/>
            <a:ext cx="588645" cy="146050"/>
          </a:xfrm>
          <a:custGeom>
            <a:avLst/>
            <a:gdLst/>
            <a:ahLst/>
            <a:cxnLst/>
            <a:rect l="l" t="t" r="r" b="b"/>
            <a:pathLst>
              <a:path w="588645" h="146050">
                <a:moveTo>
                  <a:pt x="559612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559612" y="0"/>
                </a:lnTo>
                <a:lnTo>
                  <a:pt x="570707" y="2254"/>
                </a:lnTo>
                <a:lnTo>
                  <a:pt x="579793" y="8393"/>
                </a:lnTo>
                <a:lnTo>
                  <a:pt x="585932" y="17479"/>
                </a:lnTo>
                <a:lnTo>
                  <a:pt x="588187" y="28575"/>
                </a:lnTo>
                <a:lnTo>
                  <a:pt x="588187" y="117475"/>
                </a:lnTo>
                <a:lnTo>
                  <a:pt x="585932" y="128570"/>
                </a:lnTo>
                <a:lnTo>
                  <a:pt x="579793" y="137656"/>
                </a:lnTo>
                <a:lnTo>
                  <a:pt x="570707" y="143795"/>
                </a:lnTo>
                <a:lnTo>
                  <a:pt x="559612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42596" y="923671"/>
            <a:ext cx="4997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Soft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Skills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99" y="882053"/>
            <a:ext cx="5650865" cy="9474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6: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Emotional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Intelligence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(EQ)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over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Technical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IQ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Contrasting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memory-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based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academic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testing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behavioral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psychological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demands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of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workplace</a:t>
            </a:r>
            <a:r>
              <a:rPr dirty="0" sz="1050" spc="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ecosystems.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699" y="1950545"/>
            <a:ext cx="6130290" cy="2160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251460" indent="-83820">
              <a:lnSpc>
                <a:spcPct val="133300"/>
              </a:lnSpc>
              <a:spcBef>
                <a:spcPts val="35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1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Corporate</a:t>
            </a:r>
            <a:r>
              <a:rPr dirty="0" sz="1050" spc="-1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Survival</a:t>
            </a:r>
            <a:r>
              <a:rPr dirty="0" sz="1050" spc="-1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Kit:</a:t>
            </a:r>
            <a:r>
              <a:rPr dirty="0" sz="1050" spc="-1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Highlight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technical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expertise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is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insufficient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if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candidate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lacks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collaboration,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public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presentation,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cross-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cultural</a:t>
            </a:r>
            <a:r>
              <a:rPr dirty="0" sz="1050" spc="-4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communication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skills.</a:t>
            </a:r>
            <a:endParaRPr sz="1050">
              <a:latin typeface="Arial MT"/>
              <a:cs typeface="Arial MT"/>
            </a:endParaRPr>
          </a:p>
          <a:p>
            <a:pPr marL="203200" marR="50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Reality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Feedback: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Discuss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managing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criticism,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corporate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stress,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team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dynamics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contrasts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simple,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predictable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exam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grades.</a:t>
            </a:r>
            <a:endParaRPr sz="1050">
              <a:latin typeface="Arial MT"/>
              <a:cs typeface="Arial MT"/>
            </a:endParaRPr>
          </a:p>
          <a:p>
            <a:pPr marL="203200" marR="65722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Core</a:t>
            </a:r>
            <a:r>
              <a:rPr dirty="0" sz="1050" spc="-5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Argument:</a:t>
            </a:r>
            <a:r>
              <a:rPr dirty="0" sz="1050" spc="-6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Academic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institutions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primarily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test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individual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memory,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whereas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the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market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tests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collaborative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adaptability.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 MT"/>
              <a:cs typeface="Arial MT"/>
            </a:endParaRPr>
          </a:p>
          <a:p>
            <a:pPr marL="136525" marR="251460">
              <a:lnSpc>
                <a:spcPct val="133300"/>
              </a:lnSpc>
              <a:spcBef>
                <a:spcPts val="5"/>
              </a:spcBef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7: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"When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corporate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structures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are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tight,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many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young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adults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bypass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traditional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jobs 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entirely.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[Name]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will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look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how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gig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economy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is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changing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our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income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realities."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599" y="4688919"/>
            <a:ext cx="33502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PHASE</a:t>
            </a:r>
            <a:r>
              <a:rPr dirty="0" sz="1100" spc="16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4:</a:t>
            </a:r>
            <a:r>
              <a:rPr dirty="0" sz="1100" spc="17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FINANCIAL</a:t>
            </a:r>
            <a:r>
              <a:rPr dirty="0" sz="1100" spc="95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AND</a:t>
            </a:r>
            <a:r>
              <a:rPr dirty="0" sz="1100" spc="17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MENTAL</a:t>
            </a:r>
            <a:r>
              <a:rPr dirty="0" sz="1100" spc="15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6BAF"/>
                </a:solidFill>
                <a:latin typeface="Arial"/>
                <a:cs typeface="Arial"/>
              </a:rPr>
              <a:t>REALITIES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99" y="5266728"/>
            <a:ext cx="4124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7: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Gig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Economy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&amp;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2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Side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Hustle</a:t>
            </a:r>
            <a:r>
              <a:rPr dirty="0" sz="1200" spc="-2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Reality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90841" y="5318546"/>
            <a:ext cx="630555" cy="146050"/>
          </a:xfrm>
          <a:custGeom>
            <a:avLst/>
            <a:gdLst/>
            <a:ahLst/>
            <a:cxnLst/>
            <a:rect l="l" t="t" r="r" b="b"/>
            <a:pathLst>
              <a:path w="630554" h="146050">
                <a:moveTo>
                  <a:pt x="601879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601879" y="0"/>
                </a:lnTo>
                <a:lnTo>
                  <a:pt x="612974" y="2254"/>
                </a:lnTo>
                <a:lnTo>
                  <a:pt x="622060" y="8393"/>
                </a:lnTo>
                <a:lnTo>
                  <a:pt x="628199" y="17479"/>
                </a:lnTo>
                <a:lnTo>
                  <a:pt x="630454" y="28575"/>
                </a:lnTo>
                <a:lnTo>
                  <a:pt x="630454" y="117475"/>
                </a:lnTo>
                <a:lnTo>
                  <a:pt x="628199" y="128570"/>
                </a:lnTo>
                <a:lnTo>
                  <a:pt x="622060" y="137656"/>
                </a:lnTo>
                <a:lnTo>
                  <a:pt x="612974" y="143795"/>
                </a:lnTo>
                <a:lnTo>
                  <a:pt x="601879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935291" y="5308346"/>
            <a:ext cx="5416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Adaptation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79699" y="5502288"/>
            <a:ext cx="6167755" cy="299339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63500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Analyzing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transition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from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predictable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"9-to-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5"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job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models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multi-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stream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freelance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realities,</a:t>
            </a:r>
            <a:r>
              <a:rPr dirty="0" sz="1050" spc="-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contract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work,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self-directed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initiatives.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428625" indent="-83820">
              <a:lnSpc>
                <a:spcPct val="133300"/>
              </a:lnSpc>
              <a:spcBef>
                <a:spcPts val="355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Deconstruction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of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Stability: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Explain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formal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corporate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placements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are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rare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why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modern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graduates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must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become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self-contained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businesses.</a:t>
            </a:r>
            <a:endParaRPr sz="1050">
              <a:latin typeface="Arial MT"/>
              <a:cs typeface="Arial MT"/>
            </a:endParaRPr>
          </a:p>
          <a:p>
            <a:pPr marL="203200" marR="27114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4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Hustle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Dynamics: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Discuss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managing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irregular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income,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digital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freelancing,</a:t>
            </a:r>
            <a:r>
              <a:rPr dirty="0" sz="1050" spc="-4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strategic distribution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personal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skills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across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multiple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contracts.</a:t>
            </a:r>
            <a:endParaRPr sz="1050">
              <a:latin typeface="Arial MT"/>
              <a:cs typeface="Arial MT"/>
            </a:endParaRPr>
          </a:p>
          <a:p>
            <a:pPr marL="203200" marR="50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Financial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Discipline:</a:t>
            </a:r>
            <a:r>
              <a:rPr dirty="0" sz="1050" spc="-7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Address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immediate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requirement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young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people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master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basic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personal financial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management,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budgeting,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resource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preservation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early.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 MT"/>
              <a:cs typeface="Arial MT"/>
            </a:endParaRPr>
          </a:p>
          <a:p>
            <a:pPr marL="136525" marR="509905">
              <a:lnSpc>
                <a:spcPct val="133300"/>
              </a:lnSpc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8: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"This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constant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pressure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perform,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pivot,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and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adapt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carries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</a:t>
            </a:r>
            <a:r>
              <a:rPr dirty="0" sz="950" spc="-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heavy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mental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weight.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[Name]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will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address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psychological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realities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of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navigating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this</a:t>
            </a:r>
            <a:r>
              <a:rPr dirty="0" sz="950" spc="-2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competitive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terrain."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0000" y="720000"/>
            <a:ext cx="6480175" cy="3665854"/>
            <a:chOff x="540000" y="720000"/>
            <a:chExt cx="6480175" cy="3665854"/>
          </a:xfrm>
        </p:grpSpPr>
        <p:sp>
          <p:nvSpPr>
            <p:cNvPr id="3" name="object 3"/>
            <p:cNvSpPr/>
            <p:nvPr/>
          </p:nvSpPr>
          <p:spPr>
            <a:xfrm>
              <a:off x="540000" y="720000"/>
              <a:ext cx="6480175" cy="3665854"/>
            </a:xfrm>
            <a:custGeom>
              <a:avLst/>
              <a:gdLst/>
              <a:ahLst/>
              <a:cxnLst/>
              <a:rect l="l" t="t" r="r" b="b"/>
              <a:pathLst>
                <a:path w="6480175" h="3665854">
                  <a:moveTo>
                    <a:pt x="6422850" y="3665855"/>
                  </a:moveTo>
                  <a:lnTo>
                    <a:pt x="57150" y="3665855"/>
                  </a:lnTo>
                  <a:lnTo>
                    <a:pt x="34959" y="3661345"/>
                  </a:lnTo>
                  <a:lnTo>
                    <a:pt x="16787" y="3649067"/>
                  </a:lnTo>
                  <a:lnTo>
                    <a:pt x="4509" y="3630895"/>
                  </a:lnTo>
                  <a:lnTo>
                    <a:pt x="0" y="360870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6422850" y="0"/>
                  </a:lnTo>
                  <a:lnTo>
                    <a:pt x="6445040" y="4509"/>
                  </a:lnTo>
                  <a:lnTo>
                    <a:pt x="6452463" y="9525"/>
                  </a:lnTo>
                  <a:lnTo>
                    <a:pt x="57150" y="9525"/>
                  </a:lnTo>
                  <a:lnTo>
                    <a:pt x="38658" y="13282"/>
                  </a:lnTo>
                  <a:lnTo>
                    <a:pt x="23514" y="23514"/>
                  </a:lnTo>
                  <a:lnTo>
                    <a:pt x="13282" y="38658"/>
                  </a:lnTo>
                  <a:lnTo>
                    <a:pt x="9525" y="57150"/>
                  </a:lnTo>
                  <a:lnTo>
                    <a:pt x="9525" y="3608705"/>
                  </a:lnTo>
                  <a:lnTo>
                    <a:pt x="13282" y="3627197"/>
                  </a:lnTo>
                  <a:lnTo>
                    <a:pt x="23514" y="3642340"/>
                  </a:lnTo>
                  <a:lnTo>
                    <a:pt x="38658" y="3652572"/>
                  </a:lnTo>
                  <a:lnTo>
                    <a:pt x="57150" y="3656330"/>
                  </a:lnTo>
                  <a:lnTo>
                    <a:pt x="6452463" y="3656330"/>
                  </a:lnTo>
                  <a:lnTo>
                    <a:pt x="6445040" y="3661345"/>
                  </a:lnTo>
                  <a:lnTo>
                    <a:pt x="6422850" y="3665855"/>
                  </a:lnTo>
                  <a:close/>
                </a:path>
                <a:path w="6480175" h="3665854">
                  <a:moveTo>
                    <a:pt x="6452463" y="3656330"/>
                  </a:moveTo>
                  <a:lnTo>
                    <a:pt x="6422850" y="3656330"/>
                  </a:lnTo>
                  <a:lnTo>
                    <a:pt x="6441342" y="3652572"/>
                  </a:lnTo>
                  <a:lnTo>
                    <a:pt x="6456485" y="3642340"/>
                  </a:lnTo>
                  <a:lnTo>
                    <a:pt x="6466717" y="3627197"/>
                  </a:lnTo>
                  <a:lnTo>
                    <a:pt x="6470475" y="3608705"/>
                  </a:lnTo>
                  <a:lnTo>
                    <a:pt x="6470475" y="57150"/>
                  </a:lnTo>
                  <a:lnTo>
                    <a:pt x="6466717" y="38658"/>
                  </a:lnTo>
                  <a:lnTo>
                    <a:pt x="6456485" y="23514"/>
                  </a:lnTo>
                  <a:lnTo>
                    <a:pt x="6441342" y="13282"/>
                  </a:lnTo>
                  <a:lnTo>
                    <a:pt x="6422850" y="9525"/>
                  </a:lnTo>
                  <a:lnTo>
                    <a:pt x="6452463" y="9525"/>
                  </a:lnTo>
                  <a:lnTo>
                    <a:pt x="6463212" y="16787"/>
                  </a:lnTo>
                  <a:lnTo>
                    <a:pt x="6475490" y="34959"/>
                  </a:lnTo>
                  <a:lnTo>
                    <a:pt x="6480000" y="57150"/>
                  </a:lnTo>
                  <a:lnTo>
                    <a:pt x="6480000" y="3608705"/>
                  </a:lnTo>
                  <a:lnTo>
                    <a:pt x="6475490" y="3630895"/>
                  </a:lnTo>
                  <a:lnTo>
                    <a:pt x="6463212" y="3649067"/>
                  </a:lnTo>
                  <a:lnTo>
                    <a:pt x="6452463" y="3656330"/>
                  </a:lnTo>
                  <a:close/>
                </a:path>
              </a:pathLst>
            </a:custGeom>
            <a:solidFill>
              <a:srgbClr val="E2E8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92400" y="3637825"/>
              <a:ext cx="6175375" cy="595630"/>
            </a:xfrm>
            <a:custGeom>
              <a:avLst/>
              <a:gdLst/>
              <a:ahLst/>
              <a:cxnLst/>
              <a:rect l="l" t="t" r="r" b="b"/>
              <a:pathLst>
                <a:path w="6175375" h="595629">
                  <a:moveTo>
                    <a:pt x="6137100" y="595630"/>
                  </a:moveTo>
                  <a:lnTo>
                    <a:pt x="38100" y="595630"/>
                  </a:lnTo>
                  <a:lnTo>
                    <a:pt x="23306" y="592623"/>
                  </a:lnTo>
                  <a:lnTo>
                    <a:pt x="11191" y="584438"/>
                  </a:lnTo>
                  <a:lnTo>
                    <a:pt x="3006" y="572323"/>
                  </a:lnTo>
                  <a:lnTo>
                    <a:pt x="0" y="557530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6137100" y="0"/>
                  </a:lnTo>
                  <a:lnTo>
                    <a:pt x="6151893" y="3006"/>
                  </a:lnTo>
                  <a:lnTo>
                    <a:pt x="6164008" y="11191"/>
                  </a:lnTo>
                  <a:lnTo>
                    <a:pt x="6172193" y="23306"/>
                  </a:lnTo>
                  <a:lnTo>
                    <a:pt x="6175200" y="38100"/>
                  </a:lnTo>
                  <a:lnTo>
                    <a:pt x="6175200" y="557530"/>
                  </a:lnTo>
                  <a:lnTo>
                    <a:pt x="6172193" y="572323"/>
                  </a:lnTo>
                  <a:lnTo>
                    <a:pt x="6164008" y="584438"/>
                  </a:lnTo>
                  <a:lnTo>
                    <a:pt x="6151893" y="592623"/>
                  </a:lnTo>
                  <a:lnTo>
                    <a:pt x="6137100" y="595630"/>
                  </a:lnTo>
                  <a:close/>
                </a:path>
              </a:pathLst>
            </a:custGeom>
            <a:solidFill>
              <a:srgbClr val="EFF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92391" y="3637835"/>
              <a:ext cx="6175375" cy="595630"/>
            </a:xfrm>
            <a:custGeom>
              <a:avLst/>
              <a:gdLst/>
              <a:ahLst/>
              <a:cxnLst/>
              <a:rect l="l" t="t" r="r" b="b"/>
              <a:pathLst>
                <a:path w="6175375" h="595629">
                  <a:moveTo>
                    <a:pt x="9525" y="512229"/>
                  </a:moveTo>
                  <a:lnTo>
                    <a:pt x="0" y="512229"/>
                  </a:lnTo>
                  <a:lnTo>
                    <a:pt x="0" y="540829"/>
                  </a:lnTo>
                  <a:lnTo>
                    <a:pt x="9525" y="540829"/>
                  </a:lnTo>
                  <a:lnTo>
                    <a:pt x="9525" y="512229"/>
                  </a:lnTo>
                  <a:close/>
                </a:path>
                <a:path w="6175375" h="595629">
                  <a:moveTo>
                    <a:pt x="9525" y="455053"/>
                  </a:moveTo>
                  <a:lnTo>
                    <a:pt x="0" y="455053"/>
                  </a:lnTo>
                  <a:lnTo>
                    <a:pt x="0" y="483641"/>
                  </a:lnTo>
                  <a:lnTo>
                    <a:pt x="9525" y="483641"/>
                  </a:lnTo>
                  <a:lnTo>
                    <a:pt x="9525" y="455053"/>
                  </a:lnTo>
                  <a:close/>
                </a:path>
                <a:path w="6175375" h="595629">
                  <a:moveTo>
                    <a:pt x="9525" y="397878"/>
                  </a:moveTo>
                  <a:lnTo>
                    <a:pt x="0" y="397878"/>
                  </a:lnTo>
                  <a:lnTo>
                    <a:pt x="0" y="426466"/>
                  </a:lnTo>
                  <a:lnTo>
                    <a:pt x="9525" y="426466"/>
                  </a:lnTo>
                  <a:lnTo>
                    <a:pt x="9525" y="397878"/>
                  </a:lnTo>
                  <a:close/>
                </a:path>
                <a:path w="6175375" h="595629">
                  <a:moveTo>
                    <a:pt x="9525" y="340690"/>
                  </a:moveTo>
                  <a:lnTo>
                    <a:pt x="0" y="340690"/>
                  </a:lnTo>
                  <a:lnTo>
                    <a:pt x="0" y="369290"/>
                  </a:lnTo>
                  <a:lnTo>
                    <a:pt x="9525" y="369290"/>
                  </a:lnTo>
                  <a:lnTo>
                    <a:pt x="9525" y="340690"/>
                  </a:lnTo>
                  <a:close/>
                </a:path>
                <a:path w="6175375" h="595629">
                  <a:moveTo>
                    <a:pt x="9525" y="283514"/>
                  </a:moveTo>
                  <a:lnTo>
                    <a:pt x="0" y="283514"/>
                  </a:lnTo>
                  <a:lnTo>
                    <a:pt x="0" y="312102"/>
                  </a:lnTo>
                  <a:lnTo>
                    <a:pt x="9525" y="312102"/>
                  </a:lnTo>
                  <a:lnTo>
                    <a:pt x="9525" y="283514"/>
                  </a:lnTo>
                  <a:close/>
                </a:path>
                <a:path w="6175375" h="595629">
                  <a:moveTo>
                    <a:pt x="9525" y="226339"/>
                  </a:moveTo>
                  <a:lnTo>
                    <a:pt x="0" y="226339"/>
                  </a:lnTo>
                  <a:lnTo>
                    <a:pt x="0" y="254927"/>
                  </a:lnTo>
                  <a:lnTo>
                    <a:pt x="9525" y="254927"/>
                  </a:lnTo>
                  <a:lnTo>
                    <a:pt x="9525" y="226339"/>
                  </a:lnTo>
                  <a:close/>
                </a:path>
                <a:path w="6175375" h="595629">
                  <a:moveTo>
                    <a:pt x="9525" y="169151"/>
                  </a:moveTo>
                  <a:lnTo>
                    <a:pt x="0" y="169151"/>
                  </a:lnTo>
                  <a:lnTo>
                    <a:pt x="0" y="197751"/>
                  </a:lnTo>
                  <a:lnTo>
                    <a:pt x="9525" y="197751"/>
                  </a:lnTo>
                  <a:lnTo>
                    <a:pt x="9525" y="169151"/>
                  </a:lnTo>
                  <a:close/>
                </a:path>
                <a:path w="6175375" h="595629">
                  <a:moveTo>
                    <a:pt x="9525" y="111975"/>
                  </a:moveTo>
                  <a:lnTo>
                    <a:pt x="0" y="111975"/>
                  </a:lnTo>
                  <a:lnTo>
                    <a:pt x="0" y="140563"/>
                  </a:lnTo>
                  <a:lnTo>
                    <a:pt x="9525" y="140563"/>
                  </a:lnTo>
                  <a:lnTo>
                    <a:pt x="9525" y="111975"/>
                  </a:lnTo>
                  <a:close/>
                </a:path>
                <a:path w="6175375" h="595629">
                  <a:moveTo>
                    <a:pt x="9525" y="54800"/>
                  </a:moveTo>
                  <a:lnTo>
                    <a:pt x="0" y="54800"/>
                  </a:lnTo>
                  <a:lnTo>
                    <a:pt x="0" y="83388"/>
                  </a:lnTo>
                  <a:lnTo>
                    <a:pt x="9525" y="83388"/>
                  </a:lnTo>
                  <a:lnTo>
                    <a:pt x="9525" y="54800"/>
                  </a:lnTo>
                  <a:close/>
                </a:path>
                <a:path w="6175375" h="595629">
                  <a:moveTo>
                    <a:pt x="17919" y="17919"/>
                  </a:moveTo>
                  <a:lnTo>
                    <a:pt x="11188" y="11188"/>
                  </a:lnTo>
                  <a:lnTo>
                    <a:pt x="3009" y="23304"/>
                  </a:lnTo>
                  <a:lnTo>
                    <a:pt x="2679" y="24904"/>
                  </a:lnTo>
                  <a:lnTo>
                    <a:pt x="11544" y="28194"/>
                  </a:lnTo>
                  <a:lnTo>
                    <a:pt x="11785" y="27000"/>
                  </a:lnTo>
                  <a:lnTo>
                    <a:pt x="17919" y="17919"/>
                  </a:lnTo>
                  <a:close/>
                </a:path>
                <a:path w="6175375" h="595629">
                  <a:moveTo>
                    <a:pt x="28117" y="11430"/>
                  </a:moveTo>
                  <a:lnTo>
                    <a:pt x="28028" y="11176"/>
                  </a:lnTo>
                  <a:lnTo>
                    <a:pt x="24841" y="2667"/>
                  </a:lnTo>
                  <a:lnTo>
                    <a:pt x="23304" y="2921"/>
                  </a:lnTo>
                  <a:lnTo>
                    <a:pt x="11188" y="11176"/>
                  </a:lnTo>
                  <a:lnTo>
                    <a:pt x="17919" y="17907"/>
                  </a:lnTo>
                  <a:lnTo>
                    <a:pt x="27012" y="11684"/>
                  </a:lnTo>
                  <a:lnTo>
                    <a:pt x="28117" y="11430"/>
                  </a:lnTo>
                  <a:close/>
                </a:path>
                <a:path w="6175375" h="595629">
                  <a:moveTo>
                    <a:pt x="28143" y="584060"/>
                  </a:moveTo>
                  <a:lnTo>
                    <a:pt x="27012" y="583819"/>
                  </a:lnTo>
                  <a:lnTo>
                    <a:pt x="17957" y="577596"/>
                  </a:lnTo>
                  <a:lnTo>
                    <a:pt x="11785" y="568617"/>
                  </a:lnTo>
                  <a:lnTo>
                    <a:pt x="11544" y="567423"/>
                  </a:lnTo>
                  <a:lnTo>
                    <a:pt x="2679" y="570725"/>
                  </a:lnTo>
                  <a:lnTo>
                    <a:pt x="3009" y="572325"/>
                  </a:lnTo>
                  <a:lnTo>
                    <a:pt x="11188" y="584428"/>
                  </a:lnTo>
                  <a:lnTo>
                    <a:pt x="23304" y="592582"/>
                  </a:lnTo>
                  <a:lnTo>
                    <a:pt x="24841" y="592836"/>
                  </a:lnTo>
                  <a:lnTo>
                    <a:pt x="24942" y="592582"/>
                  </a:lnTo>
                  <a:lnTo>
                    <a:pt x="28143" y="584060"/>
                  </a:lnTo>
                  <a:close/>
                </a:path>
                <a:path w="6175375" h="595629">
                  <a:moveTo>
                    <a:pt x="83121" y="586105"/>
                  </a:moveTo>
                  <a:lnTo>
                    <a:pt x="54635" y="586105"/>
                  </a:lnTo>
                  <a:lnTo>
                    <a:pt x="54635" y="595630"/>
                  </a:lnTo>
                  <a:lnTo>
                    <a:pt x="83121" y="595630"/>
                  </a:lnTo>
                  <a:lnTo>
                    <a:pt x="83121" y="586105"/>
                  </a:lnTo>
                  <a:close/>
                </a:path>
                <a:path w="6175375" h="595629">
                  <a:moveTo>
                    <a:pt x="83121" y="0"/>
                  </a:moveTo>
                  <a:lnTo>
                    <a:pt x="54635" y="0"/>
                  </a:lnTo>
                  <a:lnTo>
                    <a:pt x="54635" y="9525"/>
                  </a:lnTo>
                  <a:lnTo>
                    <a:pt x="83121" y="9525"/>
                  </a:lnTo>
                  <a:lnTo>
                    <a:pt x="83121" y="0"/>
                  </a:lnTo>
                  <a:close/>
                </a:path>
                <a:path w="6175375" h="595629">
                  <a:moveTo>
                    <a:pt x="140068" y="586105"/>
                  </a:moveTo>
                  <a:lnTo>
                    <a:pt x="111594" y="586105"/>
                  </a:lnTo>
                  <a:lnTo>
                    <a:pt x="111594" y="595630"/>
                  </a:lnTo>
                  <a:lnTo>
                    <a:pt x="140068" y="595630"/>
                  </a:lnTo>
                  <a:lnTo>
                    <a:pt x="140068" y="586105"/>
                  </a:lnTo>
                  <a:close/>
                </a:path>
                <a:path w="6175375" h="595629">
                  <a:moveTo>
                    <a:pt x="140068" y="0"/>
                  </a:moveTo>
                  <a:lnTo>
                    <a:pt x="111594" y="0"/>
                  </a:lnTo>
                  <a:lnTo>
                    <a:pt x="111594" y="9525"/>
                  </a:lnTo>
                  <a:lnTo>
                    <a:pt x="140068" y="9525"/>
                  </a:lnTo>
                  <a:lnTo>
                    <a:pt x="140068" y="0"/>
                  </a:lnTo>
                  <a:close/>
                </a:path>
                <a:path w="6175375" h="595629">
                  <a:moveTo>
                    <a:pt x="197027" y="586105"/>
                  </a:moveTo>
                  <a:lnTo>
                    <a:pt x="168554" y="586105"/>
                  </a:lnTo>
                  <a:lnTo>
                    <a:pt x="168554" y="595630"/>
                  </a:lnTo>
                  <a:lnTo>
                    <a:pt x="197027" y="595630"/>
                  </a:lnTo>
                  <a:lnTo>
                    <a:pt x="197027" y="586105"/>
                  </a:lnTo>
                  <a:close/>
                </a:path>
                <a:path w="6175375" h="595629">
                  <a:moveTo>
                    <a:pt x="197027" y="0"/>
                  </a:moveTo>
                  <a:lnTo>
                    <a:pt x="168554" y="0"/>
                  </a:lnTo>
                  <a:lnTo>
                    <a:pt x="168554" y="9525"/>
                  </a:lnTo>
                  <a:lnTo>
                    <a:pt x="197027" y="9525"/>
                  </a:lnTo>
                  <a:lnTo>
                    <a:pt x="197027" y="0"/>
                  </a:lnTo>
                  <a:close/>
                </a:path>
                <a:path w="6175375" h="595629">
                  <a:moveTo>
                    <a:pt x="253987" y="586105"/>
                  </a:moveTo>
                  <a:lnTo>
                    <a:pt x="225513" y="586105"/>
                  </a:lnTo>
                  <a:lnTo>
                    <a:pt x="225513" y="595630"/>
                  </a:lnTo>
                  <a:lnTo>
                    <a:pt x="253987" y="595630"/>
                  </a:lnTo>
                  <a:lnTo>
                    <a:pt x="253987" y="586105"/>
                  </a:lnTo>
                  <a:close/>
                </a:path>
                <a:path w="6175375" h="595629">
                  <a:moveTo>
                    <a:pt x="253987" y="0"/>
                  </a:moveTo>
                  <a:lnTo>
                    <a:pt x="225513" y="0"/>
                  </a:lnTo>
                  <a:lnTo>
                    <a:pt x="225513" y="9525"/>
                  </a:lnTo>
                  <a:lnTo>
                    <a:pt x="253987" y="9525"/>
                  </a:lnTo>
                  <a:lnTo>
                    <a:pt x="253987" y="0"/>
                  </a:lnTo>
                  <a:close/>
                </a:path>
                <a:path w="6175375" h="595629">
                  <a:moveTo>
                    <a:pt x="310946" y="586105"/>
                  </a:moveTo>
                  <a:lnTo>
                    <a:pt x="282460" y="586105"/>
                  </a:lnTo>
                  <a:lnTo>
                    <a:pt x="282460" y="595630"/>
                  </a:lnTo>
                  <a:lnTo>
                    <a:pt x="310946" y="595630"/>
                  </a:lnTo>
                  <a:lnTo>
                    <a:pt x="310946" y="586105"/>
                  </a:lnTo>
                  <a:close/>
                </a:path>
                <a:path w="6175375" h="595629">
                  <a:moveTo>
                    <a:pt x="310946" y="0"/>
                  </a:moveTo>
                  <a:lnTo>
                    <a:pt x="282460" y="0"/>
                  </a:lnTo>
                  <a:lnTo>
                    <a:pt x="282460" y="9525"/>
                  </a:lnTo>
                  <a:lnTo>
                    <a:pt x="310946" y="9525"/>
                  </a:lnTo>
                  <a:lnTo>
                    <a:pt x="310946" y="0"/>
                  </a:lnTo>
                  <a:close/>
                </a:path>
                <a:path w="6175375" h="595629">
                  <a:moveTo>
                    <a:pt x="367906" y="586105"/>
                  </a:moveTo>
                  <a:lnTo>
                    <a:pt x="339420" y="586105"/>
                  </a:lnTo>
                  <a:lnTo>
                    <a:pt x="339420" y="595630"/>
                  </a:lnTo>
                  <a:lnTo>
                    <a:pt x="367906" y="595630"/>
                  </a:lnTo>
                  <a:lnTo>
                    <a:pt x="367906" y="586105"/>
                  </a:lnTo>
                  <a:close/>
                </a:path>
                <a:path w="6175375" h="595629">
                  <a:moveTo>
                    <a:pt x="367906" y="0"/>
                  </a:moveTo>
                  <a:lnTo>
                    <a:pt x="339420" y="0"/>
                  </a:lnTo>
                  <a:lnTo>
                    <a:pt x="339420" y="9525"/>
                  </a:lnTo>
                  <a:lnTo>
                    <a:pt x="367906" y="9525"/>
                  </a:lnTo>
                  <a:lnTo>
                    <a:pt x="367906" y="0"/>
                  </a:lnTo>
                  <a:close/>
                </a:path>
                <a:path w="6175375" h="595629">
                  <a:moveTo>
                    <a:pt x="424853" y="586105"/>
                  </a:moveTo>
                  <a:lnTo>
                    <a:pt x="396379" y="586105"/>
                  </a:lnTo>
                  <a:lnTo>
                    <a:pt x="396379" y="595630"/>
                  </a:lnTo>
                  <a:lnTo>
                    <a:pt x="424853" y="595630"/>
                  </a:lnTo>
                  <a:lnTo>
                    <a:pt x="424853" y="586105"/>
                  </a:lnTo>
                  <a:close/>
                </a:path>
                <a:path w="6175375" h="595629">
                  <a:moveTo>
                    <a:pt x="424853" y="0"/>
                  </a:moveTo>
                  <a:lnTo>
                    <a:pt x="396379" y="0"/>
                  </a:lnTo>
                  <a:lnTo>
                    <a:pt x="396379" y="9525"/>
                  </a:lnTo>
                  <a:lnTo>
                    <a:pt x="424853" y="9525"/>
                  </a:lnTo>
                  <a:lnTo>
                    <a:pt x="424853" y="0"/>
                  </a:lnTo>
                  <a:close/>
                </a:path>
                <a:path w="6175375" h="595629">
                  <a:moveTo>
                    <a:pt x="481812" y="586105"/>
                  </a:moveTo>
                  <a:lnTo>
                    <a:pt x="453339" y="586105"/>
                  </a:lnTo>
                  <a:lnTo>
                    <a:pt x="453339" y="595630"/>
                  </a:lnTo>
                  <a:lnTo>
                    <a:pt x="481812" y="595630"/>
                  </a:lnTo>
                  <a:lnTo>
                    <a:pt x="481812" y="586105"/>
                  </a:lnTo>
                  <a:close/>
                </a:path>
                <a:path w="6175375" h="595629">
                  <a:moveTo>
                    <a:pt x="481812" y="0"/>
                  </a:moveTo>
                  <a:lnTo>
                    <a:pt x="453339" y="0"/>
                  </a:lnTo>
                  <a:lnTo>
                    <a:pt x="453339" y="9525"/>
                  </a:lnTo>
                  <a:lnTo>
                    <a:pt x="481812" y="9525"/>
                  </a:lnTo>
                  <a:lnTo>
                    <a:pt x="481812" y="0"/>
                  </a:lnTo>
                  <a:close/>
                </a:path>
                <a:path w="6175375" h="595629">
                  <a:moveTo>
                    <a:pt x="538772" y="586105"/>
                  </a:moveTo>
                  <a:lnTo>
                    <a:pt x="510298" y="586105"/>
                  </a:lnTo>
                  <a:lnTo>
                    <a:pt x="510298" y="595630"/>
                  </a:lnTo>
                  <a:lnTo>
                    <a:pt x="538772" y="595630"/>
                  </a:lnTo>
                  <a:lnTo>
                    <a:pt x="538772" y="586105"/>
                  </a:lnTo>
                  <a:close/>
                </a:path>
                <a:path w="6175375" h="595629">
                  <a:moveTo>
                    <a:pt x="538772" y="0"/>
                  </a:moveTo>
                  <a:lnTo>
                    <a:pt x="510298" y="0"/>
                  </a:lnTo>
                  <a:lnTo>
                    <a:pt x="510298" y="9525"/>
                  </a:lnTo>
                  <a:lnTo>
                    <a:pt x="538772" y="9525"/>
                  </a:lnTo>
                  <a:lnTo>
                    <a:pt x="538772" y="0"/>
                  </a:lnTo>
                  <a:close/>
                </a:path>
                <a:path w="6175375" h="595629">
                  <a:moveTo>
                    <a:pt x="595731" y="586105"/>
                  </a:moveTo>
                  <a:lnTo>
                    <a:pt x="567245" y="586105"/>
                  </a:lnTo>
                  <a:lnTo>
                    <a:pt x="567245" y="595630"/>
                  </a:lnTo>
                  <a:lnTo>
                    <a:pt x="595731" y="595630"/>
                  </a:lnTo>
                  <a:lnTo>
                    <a:pt x="595731" y="586105"/>
                  </a:lnTo>
                  <a:close/>
                </a:path>
                <a:path w="6175375" h="595629">
                  <a:moveTo>
                    <a:pt x="595731" y="0"/>
                  </a:moveTo>
                  <a:lnTo>
                    <a:pt x="567245" y="0"/>
                  </a:lnTo>
                  <a:lnTo>
                    <a:pt x="567245" y="9525"/>
                  </a:lnTo>
                  <a:lnTo>
                    <a:pt x="595731" y="9525"/>
                  </a:lnTo>
                  <a:lnTo>
                    <a:pt x="595731" y="0"/>
                  </a:lnTo>
                  <a:close/>
                </a:path>
                <a:path w="6175375" h="595629">
                  <a:moveTo>
                    <a:pt x="652691" y="586105"/>
                  </a:moveTo>
                  <a:lnTo>
                    <a:pt x="624205" y="586105"/>
                  </a:lnTo>
                  <a:lnTo>
                    <a:pt x="624205" y="595630"/>
                  </a:lnTo>
                  <a:lnTo>
                    <a:pt x="652691" y="595630"/>
                  </a:lnTo>
                  <a:lnTo>
                    <a:pt x="652691" y="586105"/>
                  </a:lnTo>
                  <a:close/>
                </a:path>
                <a:path w="6175375" h="595629">
                  <a:moveTo>
                    <a:pt x="652691" y="0"/>
                  </a:moveTo>
                  <a:lnTo>
                    <a:pt x="624205" y="0"/>
                  </a:lnTo>
                  <a:lnTo>
                    <a:pt x="624205" y="9525"/>
                  </a:lnTo>
                  <a:lnTo>
                    <a:pt x="652691" y="9525"/>
                  </a:lnTo>
                  <a:lnTo>
                    <a:pt x="652691" y="0"/>
                  </a:lnTo>
                  <a:close/>
                </a:path>
                <a:path w="6175375" h="595629">
                  <a:moveTo>
                    <a:pt x="709637" y="586105"/>
                  </a:moveTo>
                  <a:lnTo>
                    <a:pt x="681164" y="586105"/>
                  </a:lnTo>
                  <a:lnTo>
                    <a:pt x="681164" y="595630"/>
                  </a:lnTo>
                  <a:lnTo>
                    <a:pt x="709637" y="595630"/>
                  </a:lnTo>
                  <a:lnTo>
                    <a:pt x="709637" y="586105"/>
                  </a:lnTo>
                  <a:close/>
                </a:path>
                <a:path w="6175375" h="595629">
                  <a:moveTo>
                    <a:pt x="709637" y="0"/>
                  </a:moveTo>
                  <a:lnTo>
                    <a:pt x="681164" y="0"/>
                  </a:lnTo>
                  <a:lnTo>
                    <a:pt x="681164" y="9525"/>
                  </a:lnTo>
                  <a:lnTo>
                    <a:pt x="709637" y="9525"/>
                  </a:lnTo>
                  <a:lnTo>
                    <a:pt x="709637" y="0"/>
                  </a:lnTo>
                  <a:close/>
                </a:path>
                <a:path w="6175375" h="595629">
                  <a:moveTo>
                    <a:pt x="766597" y="586105"/>
                  </a:moveTo>
                  <a:lnTo>
                    <a:pt x="738124" y="586105"/>
                  </a:lnTo>
                  <a:lnTo>
                    <a:pt x="738124" y="595630"/>
                  </a:lnTo>
                  <a:lnTo>
                    <a:pt x="766597" y="595630"/>
                  </a:lnTo>
                  <a:lnTo>
                    <a:pt x="766597" y="586105"/>
                  </a:lnTo>
                  <a:close/>
                </a:path>
                <a:path w="6175375" h="595629">
                  <a:moveTo>
                    <a:pt x="766597" y="0"/>
                  </a:moveTo>
                  <a:lnTo>
                    <a:pt x="738124" y="0"/>
                  </a:lnTo>
                  <a:lnTo>
                    <a:pt x="738124" y="9525"/>
                  </a:lnTo>
                  <a:lnTo>
                    <a:pt x="766597" y="9525"/>
                  </a:lnTo>
                  <a:lnTo>
                    <a:pt x="766597" y="0"/>
                  </a:lnTo>
                  <a:close/>
                </a:path>
                <a:path w="6175375" h="595629">
                  <a:moveTo>
                    <a:pt x="823556" y="586105"/>
                  </a:moveTo>
                  <a:lnTo>
                    <a:pt x="795083" y="586105"/>
                  </a:lnTo>
                  <a:lnTo>
                    <a:pt x="795083" y="595630"/>
                  </a:lnTo>
                  <a:lnTo>
                    <a:pt x="823556" y="595630"/>
                  </a:lnTo>
                  <a:lnTo>
                    <a:pt x="823556" y="586105"/>
                  </a:lnTo>
                  <a:close/>
                </a:path>
                <a:path w="6175375" h="595629">
                  <a:moveTo>
                    <a:pt x="823556" y="0"/>
                  </a:moveTo>
                  <a:lnTo>
                    <a:pt x="795083" y="0"/>
                  </a:lnTo>
                  <a:lnTo>
                    <a:pt x="795083" y="9525"/>
                  </a:lnTo>
                  <a:lnTo>
                    <a:pt x="823556" y="9525"/>
                  </a:lnTo>
                  <a:lnTo>
                    <a:pt x="823556" y="0"/>
                  </a:lnTo>
                  <a:close/>
                </a:path>
                <a:path w="6175375" h="595629">
                  <a:moveTo>
                    <a:pt x="880516" y="586105"/>
                  </a:moveTo>
                  <a:lnTo>
                    <a:pt x="852030" y="586105"/>
                  </a:lnTo>
                  <a:lnTo>
                    <a:pt x="852030" y="595630"/>
                  </a:lnTo>
                  <a:lnTo>
                    <a:pt x="880516" y="595630"/>
                  </a:lnTo>
                  <a:lnTo>
                    <a:pt x="880516" y="586105"/>
                  </a:lnTo>
                  <a:close/>
                </a:path>
                <a:path w="6175375" h="595629">
                  <a:moveTo>
                    <a:pt x="880516" y="0"/>
                  </a:moveTo>
                  <a:lnTo>
                    <a:pt x="852030" y="0"/>
                  </a:lnTo>
                  <a:lnTo>
                    <a:pt x="852030" y="9525"/>
                  </a:lnTo>
                  <a:lnTo>
                    <a:pt x="880516" y="9525"/>
                  </a:lnTo>
                  <a:lnTo>
                    <a:pt x="880516" y="0"/>
                  </a:lnTo>
                  <a:close/>
                </a:path>
                <a:path w="6175375" h="595629">
                  <a:moveTo>
                    <a:pt x="937475" y="586105"/>
                  </a:moveTo>
                  <a:lnTo>
                    <a:pt x="908989" y="586105"/>
                  </a:lnTo>
                  <a:lnTo>
                    <a:pt x="908989" y="595630"/>
                  </a:lnTo>
                  <a:lnTo>
                    <a:pt x="937475" y="595630"/>
                  </a:lnTo>
                  <a:lnTo>
                    <a:pt x="937475" y="586105"/>
                  </a:lnTo>
                  <a:close/>
                </a:path>
                <a:path w="6175375" h="595629">
                  <a:moveTo>
                    <a:pt x="937475" y="0"/>
                  </a:moveTo>
                  <a:lnTo>
                    <a:pt x="908989" y="0"/>
                  </a:lnTo>
                  <a:lnTo>
                    <a:pt x="908989" y="9525"/>
                  </a:lnTo>
                  <a:lnTo>
                    <a:pt x="937475" y="9525"/>
                  </a:lnTo>
                  <a:lnTo>
                    <a:pt x="937475" y="0"/>
                  </a:lnTo>
                  <a:close/>
                </a:path>
                <a:path w="6175375" h="595629">
                  <a:moveTo>
                    <a:pt x="994435" y="586105"/>
                  </a:moveTo>
                  <a:lnTo>
                    <a:pt x="965949" y="586105"/>
                  </a:lnTo>
                  <a:lnTo>
                    <a:pt x="965949" y="595630"/>
                  </a:lnTo>
                  <a:lnTo>
                    <a:pt x="994435" y="595630"/>
                  </a:lnTo>
                  <a:lnTo>
                    <a:pt x="994435" y="586105"/>
                  </a:lnTo>
                  <a:close/>
                </a:path>
                <a:path w="6175375" h="595629">
                  <a:moveTo>
                    <a:pt x="994435" y="0"/>
                  </a:moveTo>
                  <a:lnTo>
                    <a:pt x="965949" y="0"/>
                  </a:lnTo>
                  <a:lnTo>
                    <a:pt x="965949" y="9525"/>
                  </a:lnTo>
                  <a:lnTo>
                    <a:pt x="994435" y="9525"/>
                  </a:lnTo>
                  <a:lnTo>
                    <a:pt x="994435" y="0"/>
                  </a:lnTo>
                  <a:close/>
                </a:path>
                <a:path w="6175375" h="595629">
                  <a:moveTo>
                    <a:pt x="1051382" y="586105"/>
                  </a:moveTo>
                  <a:lnTo>
                    <a:pt x="1022908" y="586105"/>
                  </a:lnTo>
                  <a:lnTo>
                    <a:pt x="1022908" y="595630"/>
                  </a:lnTo>
                  <a:lnTo>
                    <a:pt x="1051382" y="595630"/>
                  </a:lnTo>
                  <a:lnTo>
                    <a:pt x="1051382" y="586105"/>
                  </a:lnTo>
                  <a:close/>
                </a:path>
                <a:path w="6175375" h="595629">
                  <a:moveTo>
                    <a:pt x="1051382" y="0"/>
                  </a:moveTo>
                  <a:lnTo>
                    <a:pt x="1022908" y="0"/>
                  </a:lnTo>
                  <a:lnTo>
                    <a:pt x="1022908" y="9525"/>
                  </a:lnTo>
                  <a:lnTo>
                    <a:pt x="1051382" y="9525"/>
                  </a:lnTo>
                  <a:lnTo>
                    <a:pt x="1051382" y="0"/>
                  </a:lnTo>
                  <a:close/>
                </a:path>
                <a:path w="6175375" h="595629">
                  <a:moveTo>
                    <a:pt x="1108341" y="586105"/>
                  </a:moveTo>
                  <a:lnTo>
                    <a:pt x="1079868" y="586105"/>
                  </a:lnTo>
                  <a:lnTo>
                    <a:pt x="1079868" y="595630"/>
                  </a:lnTo>
                  <a:lnTo>
                    <a:pt x="1108341" y="595630"/>
                  </a:lnTo>
                  <a:lnTo>
                    <a:pt x="1108341" y="586105"/>
                  </a:lnTo>
                  <a:close/>
                </a:path>
                <a:path w="6175375" h="595629">
                  <a:moveTo>
                    <a:pt x="1108341" y="0"/>
                  </a:moveTo>
                  <a:lnTo>
                    <a:pt x="1079868" y="0"/>
                  </a:lnTo>
                  <a:lnTo>
                    <a:pt x="1079868" y="9525"/>
                  </a:lnTo>
                  <a:lnTo>
                    <a:pt x="1108341" y="9525"/>
                  </a:lnTo>
                  <a:lnTo>
                    <a:pt x="1108341" y="0"/>
                  </a:lnTo>
                  <a:close/>
                </a:path>
                <a:path w="6175375" h="595629">
                  <a:moveTo>
                    <a:pt x="1165301" y="586105"/>
                  </a:moveTo>
                  <a:lnTo>
                    <a:pt x="1136827" y="586105"/>
                  </a:lnTo>
                  <a:lnTo>
                    <a:pt x="1136827" y="595630"/>
                  </a:lnTo>
                  <a:lnTo>
                    <a:pt x="1165301" y="595630"/>
                  </a:lnTo>
                  <a:lnTo>
                    <a:pt x="1165301" y="586105"/>
                  </a:lnTo>
                  <a:close/>
                </a:path>
                <a:path w="6175375" h="595629">
                  <a:moveTo>
                    <a:pt x="1165301" y="0"/>
                  </a:moveTo>
                  <a:lnTo>
                    <a:pt x="1136827" y="0"/>
                  </a:lnTo>
                  <a:lnTo>
                    <a:pt x="1136827" y="9525"/>
                  </a:lnTo>
                  <a:lnTo>
                    <a:pt x="1165301" y="9525"/>
                  </a:lnTo>
                  <a:lnTo>
                    <a:pt x="1165301" y="0"/>
                  </a:lnTo>
                  <a:close/>
                </a:path>
                <a:path w="6175375" h="595629">
                  <a:moveTo>
                    <a:pt x="1222260" y="586105"/>
                  </a:moveTo>
                  <a:lnTo>
                    <a:pt x="1193774" y="586105"/>
                  </a:lnTo>
                  <a:lnTo>
                    <a:pt x="1193774" y="595630"/>
                  </a:lnTo>
                  <a:lnTo>
                    <a:pt x="1222260" y="595630"/>
                  </a:lnTo>
                  <a:lnTo>
                    <a:pt x="1222260" y="586105"/>
                  </a:lnTo>
                  <a:close/>
                </a:path>
                <a:path w="6175375" h="595629">
                  <a:moveTo>
                    <a:pt x="1222260" y="0"/>
                  </a:moveTo>
                  <a:lnTo>
                    <a:pt x="1193774" y="0"/>
                  </a:lnTo>
                  <a:lnTo>
                    <a:pt x="1193774" y="9525"/>
                  </a:lnTo>
                  <a:lnTo>
                    <a:pt x="1222260" y="9525"/>
                  </a:lnTo>
                  <a:lnTo>
                    <a:pt x="1222260" y="0"/>
                  </a:lnTo>
                  <a:close/>
                </a:path>
                <a:path w="6175375" h="595629">
                  <a:moveTo>
                    <a:pt x="1279220" y="586105"/>
                  </a:moveTo>
                  <a:lnTo>
                    <a:pt x="1250734" y="586105"/>
                  </a:lnTo>
                  <a:lnTo>
                    <a:pt x="1250734" y="595630"/>
                  </a:lnTo>
                  <a:lnTo>
                    <a:pt x="1279220" y="595630"/>
                  </a:lnTo>
                  <a:lnTo>
                    <a:pt x="1279220" y="586105"/>
                  </a:lnTo>
                  <a:close/>
                </a:path>
                <a:path w="6175375" h="595629">
                  <a:moveTo>
                    <a:pt x="1279220" y="0"/>
                  </a:moveTo>
                  <a:lnTo>
                    <a:pt x="1250734" y="0"/>
                  </a:lnTo>
                  <a:lnTo>
                    <a:pt x="1250734" y="9525"/>
                  </a:lnTo>
                  <a:lnTo>
                    <a:pt x="1279220" y="9525"/>
                  </a:lnTo>
                  <a:lnTo>
                    <a:pt x="1279220" y="0"/>
                  </a:lnTo>
                  <a:close/>
                </a:path>
                <a:path w="6175375" h="595629">
                  <a:moveTo>
                    <a:pt x="1336167" y="586105"/>
                  </a:moveTo>
                  <a:lnTo>
                    <a:pt x="1307693" y="586105"/>
                  </a:lnTo>
                  <a:lnTo>
                    <a:pt x="1307693" y="595630"/>
                  </a:lnTo>
                  <a:lnTo>
                    <a:pt x="1336167" y="595630"/>
                  </a:lnTo>
                  <a:lnTo>
                    <a:pt x="1336167" y="586105"/>
                  </a:lnTo>
                  <a:close/>
                </a:path>
                <a:path w="6175375" h="595629">
                  <a:moveTo>
                    <a:pt x="1336167" y="0"/>
                  </a:moveTo>
                  <a:lnTo>
                    <a:pt x="1307693" y="0"/>
                  </a:lnTo>
                  <a:lnTo>
                    <a:pt x="1307693" y="9525"/>
                  </a:lnTo>
                  <a:lnTo>
                    <a:pt x="1336167" y="9525"/>
                  </a:lnTo>
                  <a:lnTo>
                    <a:pt x="1336167" y="0"/>
                  </a:lnTo>
                  <a:close/>
                </a:path>
                <a:path w="6175375" h="595629">
                  <a:moveTo>
                    <a:pt x="1393126" y="586105"/>
                  </a:moveTo>
                  <a:lnTo>
                    <a:pt x="1364653" y="586105"/>
                  </a:lnTo>
                  <a:lnTo>
                    <a:pt x="1364653" y="595630"/>
                  </a:lnTo>
                  <a:lnTo>
                    <a:pt x="1393126" y="595630"/>
                  </a:lnTo>
                  <a:lnTo>
                    <a:pt x="1393126" y="586105"/>
                  </a:lnTo>
                  <a:close/>
                </a:path>
                <a:path w="6175375" h="595629">
                  <a:moveTo>
                    <a:pt x="1393126" y="0"/>
                  </a:moveTo>
                  <a:lnTo>
                    <a:pt x="1364653" y="0"/>
                  </a:lnTo>
                  <a:lnTo>
                    <a:pt x="1364653" y="9525"/>
                  </a:lnTo>
                  <a:lnTo>
                    <a:pt x="1393126" y="9525"/>
                  </a:lnTo>
                  <a:lnTo>
                    <a:pt x="1393126" y="0"/>
                  </a:lnTo>
                  <a:close/>
                </a:path>
                <a:path w="6175375" h="595629">
                  <a:moveTo>
                    <a:pt x="1450086" y="586105"/>
                  </a:moveTo>
                  <a:lnTo>
                    <a:pt x="1421612" y="586105"/>
                  </a:lnTo>
                  <a:lnTo>
                    <a:pt x="1421612" y="595630"/>
                  </a:lnTo>
                  <a:lnTo>
                    <a:pt x="1450086" y="595630"/>
                  </a:lnTo>
                  <a:lnTo>
                    <a:pt x="1450086" y="586105"/>
                  </a:lnTo>
                  <a:close/>
                </a:path>
                <a:path w="6175375" h="595629">
                  <a:moveTo>
                    <a:pt x="1450086" y="0"/>
                  </a:moveTo>
                  <a:lnTo>
                    <a:pt x="1421612" y="0"/>
                  </a:lnTo>
                  <a:lnTo>
                    <a:pt x="1421612" y="9525"/>
                  </a:lnTo>
                  <a:lnTo>
                    <a:pt x="1450086" y="9525"/>
                  </a:lnTo>
                  <a:lnTo>
                    <a:pt x="1450086" y="0"/>
                  </a:lnTo>
                  <a:close/>
                </a:path>
                <a:path w="6175375" h="595629">
                  <a:moveTo>
                    <a:pt x="1507045" y="586105"/>
                  </a:moveTo>
                  <a:lnTo>
                    <a:pt x="1478559" y="586105"/>
                  </a:lnTo>
                  <a:lnTo>
                    <a:pt x="1478559" y="595630"/>
                  </a:lnTo>
                  <a:lnTo>
                    <a:pt x="1507045" y="595630"/>
                  </a:lnTo>
                  <a:lnTo>
                    <a:pt x="1507045" y="586105"/>
                  </a:lnTo>
                  <a:close/>
                </a:path>
                <a:path w="6175375" h="595629">
                  <a:moveTo>
                    <a:pt x="1507045" y="0"/>
                  </a:moveTo>
                  <a:lnTo>
                    <a:pt x="1478559" y="0"/>
                  </a:lnTo>
                  <a:lnTo>
                    <a:pt x="1478559" y="9525"/>
                  </a:lnTo>
                  <a:lnTo>
                    <a:pt x="1507045" y="9525"/>
                  </a:lnTo>
                  <a:lnTo>
                    <a:pt x="1507045" y="0"/>
                  </a:lnTo>
                  <a:close/>
                </a:path>
                <a:path w="6175375" h="595629">
                  <a:moveTo>
                    <a:pt x="1564005" y="586105"/>
                  </a:moveTo>
                  <a:lnTo>
                    <a:pt x="1535518" y="586105"/>
                  </a:lnTo>
                  <a:lnTo>
                    <a:pt x="1535518" y="595630"/>
                  </a:lnTo>
                  <a:lnTo>
                    <a:pt x="1564005" y="595630"/>
                  </a:lnTo>
                  <a:lnTo>
                    <a:pt x="1564005" y="586105"/>
                  </a:lnTo>
                  <a:close/>
                </a:path>
                <a:path w="6175375" h="595629">
                  <a:moveTo>
                    <a:pt x="1564005" y="0"/>
                  </a:moveTo>
                  <a:lnTo>
                    <a:pt x="1535518" y="0"/>
                  </a:lnTo>
                  <a:lnTo>
                    <a:pt x="1535518" y="9525"/>
                  </a:lnTo>
                  <a:lnTo>
                    <a:pt x="1564005" y="9525"/>
                  </a:lnTo>
                  <a:lnTo>
                    <a:pt x="1564005" y="0"/>
                  </a:lnTo>
                  <a:close/>
                </a:path>
                <a:path w="6175375" h="595629">
                  <a:moveTo>
                    <a:pt x="1620951" y="586105"/>
                  </a:moveTo>
                  <a:lnTo>
                    <a:pt x="1592478" y="586105"/>
                  </a:lnTo>
                  <a:lnTo>
                    <a:pt x="1592478" y="595630"/>
                  </a:lnTo>
                  <a:lnTo>
                    <a:pt x="1620951" y="595630"/>
                  </a:lnTo>
                  <a:lnTo>
                    <a:pt x="1620951" y="586105"/>
                  </a:lnTo>
                  <a:close/>
                </a:path>
                <a:path w="6175375" h="595629">
                  <a:moveTo>
                    <a:pt x="1620951" y="0"/>
                  </a:moveTo>
                  <a:lnTo>
                    <a:pt x="1592478" y="0"/>
                  </a:lnTo>
                  <a:lnTo>
                    <a:pt x="1592478" y="9525"/>
                  </a:lnTo>
                  <a:lnTo>
                    <a:pt x="1620951" y="9525"/>
                  </a:lnTo>
                  <a:lnTo>
                    <a:pt x="1620951" y="0"/>
                  </a:lnTo>
                  <a:close/>
                </a:path>
                <a:path w="6175375" h="595629">
                  <a:moveTo>
                    <a:pt x="1677911" y="586105"/>
                  </a:moveTo>
                  <a:lnTo>
                    <a:pt x="1649437" y="586105"/>
                  </a:lnTo>
                  <a:lnTo>
                    <a:pt x="1649437" y="595630"/>
                  </a:lnTo>
                  <a:lnTo>
                    <a:pt x="1677911" y="595630"/>
                  </a:lnTo>
                  <a:lnTo>
                    <a:pt x="1677911" y="586105"/>
                  </a:lnTo>
                  <a:close/>
                </a:path>
                <a:path w="6175375" h="595629">
                  <a:moveTo>
                    <a:pt x="1677911" y="0"/>
                  </a:moveTo>
                  <a:lnTo>
                    <a:pt x="1649437" y="0"/>
                  </a:lnTo>
                  <a:lnTo>
                    <a:pt x="1649437" y="9525"/>
                  </a:lnTo>
                  <a:lnTo>
                    <a:pt x="1677911" y="9525"/>
                  </a:lnTo>
                  <a:lnTo>
                    <a:pt x="1677911" y="0"/>
                  </a:lnTo>
                  <a:close/>
                </a:path>
                <a:path w="6175375" h="595629">
                  <a:moveTo>
                    <a:pt x="1734870" y="586105"/>
                  </a:moveTo>
                  <a:lnTo>
                    <a:pt x="1706397" y="586105"/>
                  </a:lnTo>
                  <a:lnTo>
                    <a:pt x="1706397" y="595630"/>
                  </a:lnTo>
                  <a:lnTo>
                    <a:pt x="1734870" y="595630"/>
                  </a:lnTo>
                  <a:lnTo>
                    <a:pt x="1734870" y="586105"/>
                  </a:lnTo>
                  <a:close/>
                </a:path>
                <a:path w="6175375" h="595629">
                  <a:moveTo>
                    <a:pt x="1734870" y="0"/>
                  </a:moveTo>
                  <a:lnTo>
                    <a:pt x="1706397" y="0"/>
                  </a:lnTo>
                  <a:lnTo>
                    <a:pt x="1706397" y="9525"/>
                  </a:lnTo>
                  <a:lnTo>
                    <a:pt x="1734870" y="9525"/>
                  </a:lnTo>
                  <a:lnTo>
                    <a:pt x="1734870" y="0"/>
                  </a:lnTo>
                  <a:close/>
                </a:path>
                <a:path w="6175375" h="595629">
                  <a:moveTo>
                    <a:pt x="1791830" y="586105"/>
                  </a:moveTo>
                  <a:lnTo>
                    <a:pt x="1763344" y="586105"/>
                  </a:lnTo>
                  <a:lnTo>
                    <a:pt x="1763344" y="595630"/>
                  </a:lnTo>
                  <a:lnTo>
                    <a:pt x="1791830" y="595630"/>
                  </a:lnTo>
                  <a:lnTo>
                    <a:pt x="1791830" y="586105"/>
                  </a:lnTo>
                  <a:close/>
                </a:path>
                <a:path w="6175375" h="595629">
                  <a:moveTo>
                    <a:pt x="1791830" y="0"/>
                  </a:moveTo>
                  <a:lnTo>
                    <a:pt x="1763344" y="0"/>
                  </a:lnTo>
                  <a:lnTo>
                    <a:pt x="1763344" y="9525"/>
                  </a:lnTo>
                  <a:lnTo>
                    <a:pt x="1791830" y="9525"/>
                  </a:lnTo>
                  <a:lnTo>
                    <a:pt x="1791830" y="0"/>
                  </a:lnTo>
                  <a:close/>
                </a:path>
                <a:path w="6175375" h="595629">
                  <a:moveTo>
                    <a:pt x="1848789" y="586105"/>
                  </a:moveTo>
                  <a:lnTo>
                    <a:pt x="1820303" y="586105"/>
                  </a:lnTo>
                  <a:lnTo>
                    <a:pt x="1820303" y="595630"/>
                  </a:lnTo>
                  <a:lnTo>
                    <a:pt x="1848789" y="595630"/>
                  </a:lnTo>
                  <a:lnTo>
                    <a:pt x="1848789" y="586105"/>
                  </a:lnTo>
                  <a:close/>
                </a:path>
                <a:path w="6175375" h="595629">
                  <a:moveTo>
                    <a:pt x="1848789" y="0"/>
                  </a:moveTo>
                  <a:lnTo>
                    <a:pt x="1820303" y="0"/>
                  </a:lnTo>
                  <a:lnTo>
                    <a:pt x="1820303" y="9525"/>
                  </a:lnTo>
                  <a:lnTo>
                    <a:pt x="1848789" y="9525"/>
                  </a:lnTo>
                  <a:lnTo>
                    <a:pt x="1848789" y="0"/>
                  </a:lnTo>
                  <a:close/>
                </a:path>
                <a:path w="6175375" h="595629">
                  <a:moveTo>
                    <a:pt x="1905736" y="586105"/>
                  </a:moveTo>
                  <a:lnTo>
                    <a:pt x="1877263" y="586105"/>
                  </a:lnTo>
                  <a:lnTo>
                    <a:pt x="1877263" y="595630"/>
                  </a:lnTo>
                  <a:lnTo>
                    <a:pt x="1905736" y="595630"/>
                  </a:lnTo>
                  <a:lnTo>
                    <a:pt x="1905736" y="586105"/>
                  </a:lnTo>
                  <a:close/>
                </a:path>
                <a:path w="6175375" h="595629">
                  <a:moveTo>
                    <a:pt x="1905736" y="0"/>
                  </a:moveTo>
                  <a:lnTo>
                    <a:pt x="1877263" y="0"/>
                  </a:lnTo>
                  <a:lnTo>
                    <a:pt x="1877263" y="9525"/>
                  </a:lnTo>
                  <a:lnTo>
                    <a:pt x="1905736" y="9525"/>
                  </a:lnTo>
                  <a:lnTo>
                    <a:pt x="1905736" y="0"/>
                  </a:lnTo>
                  <a:close/>
                </a:path>
                <a:path w="6175375" h="595629">
                  <a:moveTo>
                    <a:pt x="1962696" y="586105"/>
                  </a:moveTo>
                  <a:lnTo>
                    <a:pt x="1934222" y="586105"/>
                  </a:lnTo>
                  <a:lnTo>
                    <a:pt x="1934222" y="595630"/>
                  </a:lnTo>
                  <a:lnTo>
                    <a:pt x="1962696" y="595630"/>
                  </a:lnTo>
                  <a:lnTo>
                    <a:pt x="1962696" y="586105"/>
                  </a:lnTo>
                  <a:close/>
                </a:path>
                <a:path w="6175375" h="595629">
                  <a:moveTo>
                    <a:pt x="1962696" y="0"/>
                  </a:moveTo>
                  <a:lnTo>
                    <a:pt x="1934222" y="0"/>
                  </a:lnTo>
                  <a:lnTo>
                    <a:pt x="1934222" y="9525"/>
                  </a:lnTo>
                  <a:lnTo>
                    <a:pt x="1962696" y="9525"/>
                  </a:lnTo>
                  <a:lnTo>
                    <a:pt x="1962696" y="0"/>
                  </a:lnTo>
                  <a:close/>
                </a:path>
                <a:path w="6175375" h="595629">
                  <a:moveTo>
                    <a:pt x="2019655" y="586105"/>
                  </a:moveTo>
                  <a:lnTo>
                    <a:pt x="1991182" y="586105"/>
                  </a:lnTo>
                  <a:lnTo>
                    <a:pt x="1991182" y="595630"/>
                  </a:lnTo>
                  <a:lnTo>
                    <a:pt x="2019655" y="595630"/>
                  </a:lnTo>
                  <a:lnTo>
                    <a:pt x="2019655" y="586105"/>
                  </a:lnTo>
                  <a:close/>
                </a:path>
                <a:path w="6175375" h="595629">
                  <a:moveTo>
                    <a:pt x="2019655" y="0"/>
                  </a:moveTo>
                  <a:lnTo>
                    <a:pt x="1991182" y="0"/>
                  </a:lnTo>
                  <a:lnTo>
                    <a:pt x="1991182" y="9525"/>
                  </a:lnTo>
                  <a:lnTo>
                    <a:pt x="2019655" y="9525"/>
                  </a:lnTo>
                  <a:lnTo>
                    <a:pt x="2019655" y="0"/>
                  </a:lnTo>
                  <a:close/>
                </a:path>
                <a:path w="6175375" h="595629">
                  <a:moveTo>
                    <a:pt x="2076615" y="586105"/>
                  </a:moveTo>
                  <a:lnTo>
                    <a:pt x="2048141" y="586105"/>
                  </a:lnTo>
                  <a:lnTo>
                    <a:pt x="2048141" y="595630"/>
                  </a:lnTo>
                  <a:lnTo>
                    <a:pt x="2076615" y="595630"/>
                  </a:lnTo>
                  <a:lnTo>
                    <a:pt x="2076615" y="586105"/>
                  </a:lnTo>
                  <a:close/>
                </a:path>
                <a:path w="6175375" h="595629">
                  <a:moveTo>
                    <a:pt x="2076615" y="0"/>
                  </a:moveTo>
                  <a:lnTo>
                    <a:pt x="2048141" y="0"/>
                  </a:lnTo>
                  <a:lnTo>
                    <a:pt x="2048141" y="9525"/>
                  </a:lnTo>
                  <a:lnTo>
                    <a:pt x="2076615" y="9525"/>
                  </a:lnTo>
                  <a:lnTo>
                    <a:pt x="2076615" y="0"/>
                  </a:lnTo>
                  <a:close/>
                </a:path>
                <a:path w="6175375" h="595629">
                  <a:moveTo>
                    <a:pt x="2133574" y="586105"/>
                  </a:moveTo>
                  <a:lnTo>
                    <a:pt x="2105088" y="586105"/>
                  </a:lnTo>
                  <a:lnTo>
                    <a:pt x="2105088" y="595630"/>
                  </a:lnTo>
                  <a:lnTo>
                    <a:pt x="2133574" y="595630"/>
                  </a:lnTo>
                  <a:lnTo>
                    <a:pt x="2133574" y="586105"/>
                  </a:lnTo>
                  <a:close/>
                </a:path>
                <a:path w="6175375" h="595629">
                  <a:moveTo>
                    <a:pt x="2133574" y="0"/>
                  </a:moveTo>
                  <a:lnTo>
                    <a:pt x="2105088" y="0"/>
                  </a:lnTo>
                  <a:lnTo>
                    <a:pt x="2105088" y="9525"/>
                  </a:lnTo>
                  <a:lnTo>
                    <a:pt x="2133574" y="9525"/>
                  </a:lnTo>
                  <a:lnTo>
                    <a:pt x="2133574" y="0"/>
                  </a:lnTo>
                  <a:close/>
                </a:path>
                <a:path w="6175375" h="595629">
                  <a:moveTo>
                    <a:pt x="2190534" y="586105"/>
                  </a:moveTo>
                  <a:lnTo>
                    <a:pt x="2162048" y="586105"/>
                  </a:lnTo>
                  <a:lnTo>
                    <a:pt x="2162048" y="595630"/>
                  </a:lnTo>
                  <a:lnTo>
                    <a:pt x="2190534" y="595630"/>
                  </a:lnTo>
                  <a:lnTo>
                    <a:pt x="2190534" y="586105"/>
                  </a:lnTo>
                  <a:close/>
                </a:path>
                <a:path w="6175375" h="595629">
                  <a:moveTo>
                    <a:pt x="2190534" y="0"/>
                  </a:moveTo>
                  <a:lnTo>
                    <a:pt x="2162048" y="0"/>
                  </a:lnTo>
                  <a:lnTo>
                    <a:pt x="2162048" y="9525"/>
                  </a:lnTo>
                  <a:lnTo>
                    <a:pt x="2190534" y="9525"/>
                  </a:lnTo>
                  <a:lnTo>
                    <a:pt x="2190534" y="0"/>
                  </a:lnTo>
                  <a:close/>
                </a:path>
                <a:path w="6175375" h="595629">
                  <a:moveTo>
                    <a:pt x="2247481" y="586105"/>
                  </a:moveTo>
                  <a:lnTo>
                    <a:pt x="2219007" y="586105"/>
                  </a:lnTo>
                  <a:lnTo>
                    <a:pt x="2219007" y="595630"/>
                  </a:lnTo>
                  <a:lnTo>
                    <a:pt x="2247481" y="595630"/>
                  </a:lnTo>
                  <a:lnTo>
                    <a:pt x="2247481" y="586105"/>
                  </a:lnTo>
                  <a:close/>
                </a:path>
                <a:path w="6175375" h="595629">
                  <a:moveTo>
                    <a:pt x="2247481" y="0"/>
                  </a:moveTo>
                  <a:lnTo>
                    <a:pt x="2219007" y="0"/>
                  </a:lnTo>
                  <a:lnTo>
                    <a:pt x="2219007" y="9525"/>
                  </a:lnTo>
                  <a:lnTo>
                    <a:pt x="2247481" y="9525"/>
                  </a:lnTo>
                  <a:lnTo>
                    <a:pt x="2247481" y="0"/>
                  </a:lnTo>
                  <a:close/>
                </a:path>
                <a:path w="6175375" h="595629">
                  <a:moveTo>
                    <a:pt x="2304440" y="586105"/>
                  </a:moveTo>
                  <a:lnTo>
                    <a:pt x="2275967" y="586105"/>
                  </a:lnTo>
                  <a:lnTo>
                    <a:pt x="2275967" y="595630"/>
                  </a:lnTo>
                  <a:lnTo>
                    <a:pt x="2304440" y="595630"/>
                  </a:lnTo>
                  <a:lnTo>
                    <a:pt x="2304440" y="586105"/>
                  </a:lnTo>
                  <a:close/>
                </a:path>
                <a:path w="6175375" h="595629">
                  <a:moveTo>
                    <a:pt x="2304440" y="0"/>
                  </a:moveTo>
                  <a:lnTo>
                    <a:pt x="2275967" y="0"/>
                  </a:lnTo>
                  <a:lnTo>
                    <a:pt x="2275967" y="9525"/>
                  </a:lnTo>
                  <a:lnTo>
                    <a:pt x="2304440" y="9525"/>
                  </a:lnTo>
                  <a:lnTo>
                    <a:pt x="2304440" y="0"/>
                  </a:lnTo>
                  <a:close/>
                </a:path>
                <a:path w="6175375" h="595629">
                  <a:moveTo>
                    <a:pt x="2361400" y="586105"/>
                  </a:moveTo>
                  <a:lnTo>
                    <a:pt x="2332926" y="586105"/>
                  </a:lnTo>
                  <a:lnTo>
                    <a:pt x="2332926" y="595630"/>
                  </a:lnTo>
                  <a:lnTo>
                    <a:pt x="2361400" y="595630"/>
                  </a:lnTo>
                  <a:lnTo>
                    <a:pt x="2361400" y="586105"/>
                  </a:lnTo>
                  <a:close/>
                </a:path>
                <a:path w="6175375" h="595629">
                  <a:moveTo>
                    <a:pt x="2361400" y="0"/>
                  </a:moveTo>
                  <a:lnTo>
                    <a:pt x="2332926" y="0"/>
                  </a:lnTo>
                  <a:lnTo>
                    <a:pt x="2332926" y="9525"/>
                  </a:lnTo>
                  <a:lnTo>
                    <a:pt x="2361400" y="9525"/>
                  </a:lnTo>
                  <a:lnTo>
                    <a:pt x="2361400" y="0"/>
                  </a:lnTo>
                  <a:close/>
                </a:path>
                <a:path w="6175375" h="595629">
                  <a:moveTo>
                    <a:pt x="2418359" y="586105"/>
                  </a:moveTo>
                  <a:lnTo>
                    <a:pt x="2389873" y="586105"/>
                  </a:lnTo>
                  <a:lnTo>
                    <a:pt x="2389873" y="595630"/>
                  </a:lnTo>
                  <a:lnTo>
                    <a:pt x="2418359" y="595630"/>
                  </a:lnTo>
                  <a:lnTo>
                    <a:pt x="2418359" y="586105"/>
                  </a:lnTo>
                  <a:close/>
                </a:path>
                <a:path w="6175375" h="595629">
                  <a:moveTo>
                    <a:pt x="2418359" y="0"/>
                  </a:moveTo>
                  <a:lnTo>
                    <a:pt x="2389873" y="0"/>
                  </a:lnTo>
                  <a:lnTo>
                    <a:pt x="2389873" y="9525"/>
                  </a:lnTo>
                  <a:lnTo>
                    <a:pt x="2418359" y="9525"/>
                  </a:lnTo>
                  <a:lnTo>
                    <a:pt x="2418359" y="0"/>
                  </a:lnTo>
                  <a:close/>
                </a:path>
                <a:path w="6175375" h="595629">
                  <a:moveTo>
                    <a:pt x="2475319" y="586105"/>
                  </a:moveTo>
                  <a:lnTo>
                    <a:pt x="2446832" y="586105"/>
                  </a:lnTo>
                  <a:lnTo>
                    <a:pt x="2446832" y="595630"/>
                  </a:lnTo>
                  <a:lnTo>
                    <a:pt x="2475319" y="595630"/>
                  </a:lnTo>
                  <a:lnTo>
                    <a:pt x="2475319" y="586105"/>
                  </a:lnTo>
                  <a:close/>
                </a:path>
                <a:path w="6175375" h="595629">
                  <a:moveTo>
                    <a:pt x="2475319" y="0"/>
                  </a:moveTo>
                  <a:lnTo>
                    <a:pt x="2446832" y="0"/>
                  </a:lnTo>
                  <a:lnTo>
                    <a:pt x="2446832" y="9525"/>
                  </a:lnTo>
                  <a:lnTo>
                    <a:pt x="2475319" y="9525"/>
                  </a:lnTo>
                  <a:lnTo>
                    <a:pt x="2475319" y="0"/>
                  </a:lnTo>
                  <a:close/>
                </a:path>
                <a:path w="6175375" h="595629">
                  <a:moveTo>
                    <a:pt x="2532265" y="586105"/>
                  </a:moveTo>
                  <a:lnTo>
                    <a:pt x="2503792" y="586105"/>
                  </a:lnTo>
                  <a:lnTo>
                    <a:pt x="2503792" y="595630"/>
                  </a:lnTo>
                  <a:lnTo>
                    <a:pt x="2532265" y="595630"/>
                  </a:lnTo>
                  <a:lnTo>
                    <a:pt x="2532265" y="586105"/>
                  </a:lnTo>
                  <a:close/>
                </a:path>
                <a:path w="6175375" h="595629">
                  <a:moveTo>
                    <a:pt x="2532265" y="0"/>
                  </a:moveTo>
                  <a:lnTo>
                    <a:pt x="2503792" y="0"/>
                  </a:lnTo>
                  <a:lnTo>
                    <a:pt x="2503792" y="9525"/>
                  </a:lnTo>
                  <a:lnTo>
                    <a:pt x="2532265" y="9525"/>
                  </a:lnTo>
                  <a:lnTo>
                    <a:pt x="2532265" y="0"/>
                  </a:lnTo>
                  <a:close/>
                </a:path>
                <a:path w="6175375" h="595629">
                  <a:moveTo>
                    <a:pt x="2589225" y="586105"/>
                  </a:moveTo>
                  <a:lnTo>
                    <a:pt x="2560751" y="586105"/>
                  </a:lnTo>
                  <a:lnTo>
                    <a:pt x="2560751" y="595630"/>
                  </a:lnTo>
                  <a:lnTo>
                    <a:pt x="2589225" y="595630"/>
                  </a:lnTo>
                  <a:lnTo>
                    <a:pt x="2589225" y="586105"/>
                  </a:lnTo>
                  <a:close/>
                </a:path>
                <a:path w="6175375" h="595629">
                  <a:moveTo>
                    <a:pt x="2589225" y="0"/>
                  </a:moveTo>
                  <a:lnTo>
                    <a:pt x="2560751" y="0"/>
                  </a:lnTo>
                  <a:lnTo>
                    <a:pt x="2560751" y="9525"/>
                  </a:lnTo>
                  <a:lnTo>
                    <a:pt x="2589225" y="9525"/>
                  </a:lnTo>
                  <a:lnTo>
                    <a:pt x="2589225" y="0"/>
                  </a:lnTo>
                  <a:close/>
                </a:path>
                <a:path w="6175375" h="595629">
                  <a:moveTo>
                    <a:pt x="2646184" y="586105"/>
                  </a:moveTo>
                  <a:lnTo>
                    <a:pt x="2617711" y="586105"/>
                  </a:lnTo>
                  <a:lnTo>
                    <a:pt x="2617711" y="595630"/>
                  </a:lnTo>
                  <a:lnTo>
                    <a:pt x="2646184" y="595630"/>
                  </a:lnTo>
                  <a:lnTo>
                    <a:pt x="2646184" y="586105"/>
                  </a:lnTo>
                  <a:close/>
                </a:path>
                <a:path w="6175375" h="595629">
                  <a:moveTo>
                    <a:pt x="2646184" y="0"/>
                  </a:moveTo>
                  <a:lnTo>
                    <a:pt x="2617711" y="0"/>
                  </a:lnTo>
                  <a:lnTo>
                    <a:pt x="2617711" y="9525"/>
                  </a:lnTo>
                  <a:lnTo>
                    <a:pt x="2646184" y="9525"/>
                  </a:lnTo>
                  <a:lnTo>
                    <a:pt x="2646184" y="0"/>
                  </a:lnTo>
                  <a:close/>
                </a:path>
                <a:path w="6175375" h="595629">
                  <a:moveTo>
                    <a:pt x="2703144" y="586105"/>
                  </a:moveTo>
                  <a:lnTo>
                    <a:pt x="2674658" y="586105"/>
                  </a:lnTo>
                  <a:lnTo>
                    <a:pt x="2674658" y="595630"/>
                  </a:lnTo>
                  <a:lnTo>
                    <a:pt x="2703144" y="595630"/>
                  </a:lnTo>
                  <a:lnTo>
                    <a:pt x="2703144" y="586105"/>
                  </a:lnTo>
                  <a:close/>
                </a:path>
                <a:path w="6175375" h="595629">
                  <a:moveTo>
                    <a:pt x="2703144" y="0"/>
                  </a:moveTo>
                  <a:lnTo>
                    <a:pt x="2674658" y="0"/>
                  </a:lnTo>
                  <a:lnTo>
                    <a:pt x="2674658" y="9525"/>
                  </a:lnTo>
                  <a:lnTo>
                    <a:pt x="2703144" y="9525"/>
                  </a:lnTo>
                  <a:lnTo>
                    <a:pt x="2703144" y="0"/>
                  </a:lnTo>
                  <a:close/>
                </a:path>
                <a:path w="6175375" h="595629">
                  <a:moveTo>
                    <a:pt x="2760103" y="586105"/>
                  </a:moveTo>
                  <a:lnTo>
                    <a:pt x="2731617" y="586105"/>
                  </a:lnTo>
                  <a:lnTo>
                    <a:pt x="2731617" y="595630"/>
                  </a:lnTo>
                  <a:lnTo>
                    <a:pt x="2760103" y="595630"/>
                  </a:lnTo>
                  <a:lnTo>
                    <a:pt x="2760103" y="586105"/>
                  </a:lnTo>
                  <a:close/>
                </a:path>
                <a:path w="6175375" h="595629">
                  <a:moveTo>
                    <a:pt x="2760103" y="0"/>
                  </a:moveTo>
                  <a:lnTo>
                    <a:pt x="2731617" y="0"/>
                  </a:lnTo>
                  <a:lnTo>
                    <a:pt x="2731617" y="9525"/>
                  </a:lnTo>
                  <a:lnTo>
                    <a:pt x="2760103" y="9525"/>
                  </a:lnTo>
                  <a:lnTo>
                    <a:pt x="2760103" y="0"/>
                  </a:lnTo>
                  <a:close/>
                </a:path>
                <a:path w="6175375" h="595629">
                  <a:moveTo>
                    <a:pt x="2817050" y="586105"/>
                  </a:moveTo>
                  <a:lnTo>
                    <a:pt x="2788577" y="586105"/>
                  </a:lnTo>
                  <a:lnTo>
                    <a:pt x="2788577" y="595630"/>
                  </a:lnTo>
                  <a:lnTo>
                    <a:pt x="2817050" y="595630"/>
                  </a:lnTo>
                  <a:lnTo>
                    <a:pt x="2817050" y="586105"/>
                  </a:lnTo>
                  <a:close/>
                </a:path>
                <a:path w="6175375" h="595629">
                  <a:moveTo>
                    <a:pt x="2817050" y="0"/>
                  </a:moveTo>
                  <a:lnTo>
                    <a:pt x="2788577" y="0"/>
                  </a:lnTo>
                  <a:lnTo>
                    <a:pt x="2788577" y="9525"/>
                  </a:lnTo>
                  <a:lnTo>
                    <a:pt x="2817050" y="9525"/>
                  </a:lnTo>
                  <a:lnTo>
                    <a:pt x="2817050" y="0"/>
                  </a:lnTo>
                  <a:close/>
                </a:path>
                <a:path w="6175375" h="595629">
                  <a:moveTo>
                    <a:pt x="2874010" y="586105"/>
                  </a:moveTo>
                  <a:lnTo>
                    <a:pt x="2845536" y="586105"/>
                  </a:lnTo>
                  <a:lnTo>
                    <a:pt x="2845536" y="595630"/>
                  </a:lnTo>
                  <a:lnTo>
                    <a:pt x="2874010" y="595630"/>
                  </a:lnTo>
                  <a:lnTo>
                    <a:pt x="2874010" y="586105"/>
                  </a:lnTo>
                  <a:close/>
                </a:path>
                <a:path w="6175375" h="595629">
                  <a:moveTo>
                    <a:pt x="2874010" y="0"/>
                  </a:moveTo>
                  <a:lnTo>
                    <a:pt x="2845536" y="0"/>
                  </a:lnTo>
                  <a:lnTo>
                    <a:pt x="2845536" y="9525"/>
                  </a:lnTo>
                  <a:lnTo>
                    <a:pt x="2874010" y="9525"/>
                  </a:lnTo>
                  <a:lnTo>
                    <a:pt x="2874010" y="0"/>
                  </a:lnTo>
                  <a:close/>
                </a:path>
                <a:path w="6175375" h="595629">
                  <a:moveTo>
                    <a:pt x="2930969" y="586105"/>
                  </a:moveTo>
                  <a:lnTo>
                    <a:pt x="2902496" y="586105"/>
                  </a:lnTo>
                  <a:lnTo>
                    <a:pt x="2902496" y="595630"/>
                  </a:lnTo>
                  <a:lnTo>
                    <a:pt x="2930969" y="595630"/>
                  </a:lnTo>
                  <a:lnTo>
                    <a:pt x="2930969" y="586105"/>
                  </a:lnTo>
                  <a:close/>
                </a:path>
                <a:path w="6175375" h="595629">
                  <a:moveTo>
                    <a:pt x="2930969" y="0"/>
                  </a:moveTo>
                  <a:lnTo>
                    <a:pt x="2902496" y="0"/>
                  </a:lnTo>
                  <a:lnTo>
                    <a:pt x="2902496" y="9525"/>
                  </a:lnTo>
                  <a:lnTo>
                    <a:pt x="2930969" y="9525"/>
                  </a:lnTo>
                  <a:lnTo>
                    <a:pt x="2930969" y="0"/>
                  </a:lnTo>
                  <a:close/>
                </a:path>
                <a:path w="6175375" h="595629">
                  <a:moveTo>
                    <a:pt x="2987929" y="586105"/>
                  </a:moveTo>
                  <a:lnTo>
                    <a:pt x="2959443" y="586105"/>
                  </a:lnTo>
                  <a:lnTo>
                    <a:pt x="2959443" y="595630"/>
                  </a:lnTo>
                  <a:lnTo>
                    <a:pt x="2987929" y="595630"/>
                  </a:lnTo>
                  <a:lnTo>
                    <a:pt x="2987929" y="586105"/>
                  </a:lnTo>
                  <a:close/>
                </a:path>
                <a:path w="6175375" h="595629">
                  <a:moveTo>
                    <a:pt x="2987929" y="0"/>
                  </a:moveTo>
                  <a:lnTo>
                    <a:pt x="2959443" y="0"/>
                  </a:lnTo>
                  <a:lnTo>
                    <a:pt x="2959443" y="9525"/>
                  </a:lnTo>
                  <a:lnTo>
                    <a:pt x="2987929" y="9525"/>
                  </a:lnTo>
                  <a:lnTo>
                    <a:pt x="2987929" y="0"/>
                  </a:lnTo>
                  <a:close/>
                </a:path>
                <a:path w="6175375" h="595629">
                  <a:moveTo>
                    <a:pt x="3044888" y="586105"/>
                  </a:moveTo>
                  <a:lnTo>
                    <a:pt x="3016402" y="586105"/>
                  </a:lnTo>
                  <a:lnTo>
                    <a:pt x="3016402" y="595630"/>
                  </a:lnTo>
                  <a:lnTo>
                    <a:pt x="3044888" y="595630"/>
                  </a:lnTo>
                  <a:lnTo>
                    <a:pt x="3044888" y="586105"/>
                  </a:lnTo>
                  <a:close/>
                </a:path>
                <a:path w="6175375" h="595629">
                  <a:moveTo>
                    <a:pt x="3044888" y="0"/>
                  </a:moveTo>
                  <a:lnTo>
                    <a:pt x="3016402" y="0"/>
                  </a:lnTo>
                  <a:lnTo>
                    <a:pt x="3016402" y="9525"/>
                  </a:lnTo>
                  <a:lnTo>
                    <a:pt x="3044888" y="9525"/>
                  </a:lnTo>
                  <a:lnTo>
                    <a:pt x="3044888" y="0"/>
                  </a:lnTo>
                  <a:close/>
                </a:path>
                <a:path w="6175375" h="595629">
                  <a:moveTo>
                    <a:pt x="3101848" y="586105"/>
                  </a:moveTo>
                  <a:lnTo>
                    <a:pt x="3073362" y="586105"/>
                  </a:lnTo>
                  <a:lnTo>
                    <a:pt x="3073362" y="595630"/>
                  </a:lnTo>
                  <a:lnTo>
                    <a:pt x="3101848" y="595630"/>
                  </a:lnTo>
                  <a:lnTo>
                    <a:pt x="3101848" y="586105"/>
                  </a:lnTo>
                  <a:close/>
                </a:path>
                <a:path w="6175375" h="595629">
                  <a:moveTo>
                    <a:pt x="3101848" y="0"/>
                  </a:moveTo>
                  <a:lnTo>
                    <a:pt x="3073362" y="0"/>
                  </a:lnTo>
                  <a:lnTo>
                    <a:pt x="3073362" y="9525"/>
                  </a:lnTo>
                  <a:lnTo>
                    <a:pt x="3101848" y="9525"/>
                  </a:lnTo>
                  <a:lnTo>
                    <a:pt x="3101848" y="0"/>
                  </a:lnTo>
                  <a:close/>
                </a:path>
                <a:path w="6175375" h="595629">
                  <a:moveTo>
                    <a:pt x="3158794" y="586105"/>
                  </a:moveTo>
                  <a:lnTo>
                    <a:pt x="3130321" y="586105"/>
                  </a:lnTo>
                  <a:lnTo>
                    <a:pt x="3130321" y="595630"/>
                  </a:lnTo>
                  <a:lnTo>
                    <a:pt x="3158794" y="595630"/>
                  </a:lnTo>
                  <a:lnTo>
                    <a:pt x="3158794" y="586105"/>
                  </a:lnTo>
                  <a:close/>
                </a:path>
                <a:path w="6175375" h="595629">
                  <a:moveTo>
                    <a:pt x="3158794" y="0"/>
                  </a:moveTo>
                  <a:lnTo>
                    <a:pt x="3130321" y="0"/>
                  </a:lnTo>
                  <a:lnTo>
                    <a:pt x="3130321" y="9525"/>
                  </a:lnTo>
                  <a:lnTo>
                    <a:pt x="3158794" y="9525"/>
                  </a:lnTo>
                  <a:lnTo>
                    <a:pt x="3158794" y="0"/>
                  </a:lnTo>
                  <a:close/>
                </a:path>
                <a:path w="6175375" h="595629">
                  <a:moveTo>
                    <a:pt x="3215754" y="586105"/>
                  </a:moveTo>
                  <a:lnTo>
                    <a:pt x="3187281" y="586105"/>
                  </a:lnTo>
                  <a:lnTo>
                    <a:pt x="3187281" y="595630"/>
                  </a:lnTo>
                  <a:lnTo>
                    <a:pt x="3215754" y="595630"/>
                  </a:lnTo>
                  <a:lnTo>
                    <a:pt x="3215754" y="586105"/>
                  </a:lnTo>
                  <a:close/>
                </a:path>
                <a:path w="6175375" h="595629">
                  <a:moveTo>
                    <a:pt x="3215754" y="0"/>
                  </a:moveTo>
                  <a:lnTo>
                    <a:pt x="3187281" y="0"/>
                  </a:lnTo>
                  <a:lnTo>
                    <a:pt x="3187281" y="9525"/>
                  </a:lnTo>
                  <a:lnTo>
                    <a:pt x="3215754" y="9525"/>
                  </a:lnTo>
                  <a:lnTo>
                    <a:pt x="3215754" y="0"/>
                  </a:lnTo>
                  <a:close/>
                </a:path>
                <a:path w="6175375" h="595629">
                  <a:moveTo>
                    <a:pt x="3272713" y="586105"/>
                  </a:moveTo>
                  <a:lnTo>
                    <a:pt x="3244240" y="586105"/>
                  </a:lnTo>
                  <a:lnTo>
                    <a:pt x="3244240" y="595630"/>
                  </a:lnTo>
                  <a:lnTo>
                    <a:pt x="3272713" y="595630"/>
                  </a:lnTo>
                  <a:lnTo>
                    <a:pt x="3272713" y="586105"/>
                  </a:lnTo>
                  <a:close/>
                </a:path>
                <a:path w="6175375" h="595629">
                  <a:moveTo>
                    <a:pt x="3272713" y="0"/>
                  </a:moveTo>
                  <a:lnTo>
                    <a:pt x="3244240" y="0"/>
                  </a:lnTo>
                  <a:lnTo>
                    <a:pt x="3244240" y="9525"/>
                  </a:lnTo>
                  <a:lnTo>
                    <a:pt x="3272713" y="9525"/>
                  </a:lnTo>
                  <a:lnTo>
                    <a:pt x="3272713" y="0"/>
                  </a:lnTo>
                  <a:close/>
                </a:path>
                <a:path w="6175375" h="595629">
                  <a:moveTo>
                    <a:pt x="3329673" y="586105"/>
                  </a:moveTo>
                  <a:lnTo>
                    <a:pt x="3301187" y="586105"/>
                  </a:lnTo>
                  <a:lnTo>
                    <a:pt x="3301187" y="595630"/>
                  </a:lnTo>
                  <a:lnTo>
                    <a:pt x="3329673" y="595630"/>
                  </a:lnTo>
                  <a:lnTo>
                    <a:pt x="3329673" y="586105"/>
                  </a:lnTo>
                  <a:close/>
                </a:path>
                <a:path w="6175375" h="595629">
                  <a:moveTo>
                    <a:pt x="3329673" y="0"/>
                  </a:moveTo>
                  <a:lnTo>
                    <a:pt x="3301187" y="0"/>
                  </a:lnTo>
                  <a:lnTo>
                    <a:pt x="3301187" y="9525"/>
                  </a:lnTo>
                  <a:lnTo>
                    <a:pt x="3329673" y="9525"/>
                  </a:lnTo>
                  <a:lnTo>
                    <a:pt x="3329673" y="0"/>
                  </a:lnTo>
                  <a:close/>
                </a:path>
                <a:path w="6175375" h="595629">
                  <a:moveTo>
                    <a:pt x="3386632" y="586105"/>
                  </a:moveTo>
                  <a:lnTo>
                    <a:pt x="3358146" y="586105"/>
                  </a:lnTo>
                  <a:lnTo>
                    <a:pt x="3358146" y="595630"/>
                  </a:lnTo>
                  <a:lnTo>
                    <a:pt x="3386632" y="595630"/>
                  </a:lnTo>
                  <a:lnTo>
                    <a:pt x="3386632" y="586105"/>
                  </a:lnTo>
                  <a:close/>
                </a:path>
                <a:path w="6175375" h="595629">
                  <a:moveTo>
                    <a:pt x="3386632" y="0"/>
                  </a:moveTo>
                  <a:lnTo>
                    <a:pt x="3358146" y="0"/>
                  </a:lnTo>
                  <a:lnTo>
                    <a:pt x="3358146" y="9525"/>
                  </a:lnTo>
                  <a:lnTo>
                    <a:pt x="3386632" y="9525"/>
                  </a:lnTo>
                  <a:lnTo>
                    <a:pt x="3386632" y="0"/>
                  </a:lnTo>
                  <a:close/>
                </a:path>
                <a:path w="6175375" h="595629">
                  <a:moveTo>
                    <a:pt x="3443579" y="586105"/>
                  </a:moveTo>
                  <a:lnTo>
                    <a:pt x="3415106" y="586105"/>
                  </a:lnTo>
                  <a:lnTo>
                    <a:pt x="3415106" y="595630"/>
                  </a:lnTo>
                  <a:lnTo>
                    <a:pt x="3443579" y="595630"/>
                  </a:lnTo>
                  <a:lnTo>
                    <a:pt x="3443579" y="586105"/>
                  </a:lnTo>
                  <a:close/>
                </a:path>
                <a:path w="6175375" h="595629">
                  <a:moveTo>
                    <a:pt x="3443579" y="0"/>
                  </a:moveTo>
                  <a:lnTo>
                    <a:pt x="3415106" y="0"/>
                  </a:lnTo>
                  <a:lnTo>
                    <a:pt x="3415106" y="9525"/>
                  </a:lnTo>
                  <a:lnTo>
                    <a:pt x="3443579" y="9525"/>
                  </a:lnTo>
                  <a:lnTo>
                    <a:pt x="3443579" y="0"/>
                  </a:lnTo>
                  <a:close/>
                </a:path>
                <a:path w="6175375" h="595629">
                  <a:moveTo>
                    <a:pt x="3500539" y="586105"/>
                  </a:moveTo>
                  <a:lnTo>
                    <a:pt x="3472065" y="586105"/>
                  </a:lnTo>
                  <a:lnTo>
                    <a:pt x="3472065" y="595630"/>
                  </a:lnTo>
                  <a:lnTo>
                    <a:pt x="3500539" y="595630"/>
                  </a:lnTo>
                  <a:lnTo>
                    <a:pt x="3500539" y="586105"/>
                  </a:lnTo>
                  <a:close/>
                </a:path>
                <a:path w="6175375" h="595629">
                  <a:moveTo>
                    <a:pt x="3500539" y="0"/>
                  </a:moveTo>
                  <a:lnTo>
                    <a:pt x="3472065" y="0"/>
                  </a:lnTo>
                  <a:lnTo>
                    <a:pt x="3472065" y="9525"/>
                  </a:lnTo>
                  <a:lnTo>
                    <a:pt x="3500539" y="9525"/>
                  </a:lnTo>
                  <a:lnTo>
                    <a:pt x="3500539" y="0"/>
                  </a:lnTo>
                  <a:close/>
                </a:path>
                <a:path w="6175375" h="595629">
                  <a:moveTo>
                    <a:pt x="3557498" y="586105"/>
                  </a:moveTo>
                  <a:lnTo>
                    <a:pt x="3529025" y="586105"/>
                  </a:lnTo>
                  <a:lnTo>
                    <a:pt x="3529025" y="595630"/>
                  </a:lnTo>
                  <a:lnTo>
                    <a:pt x="3557498" y="595630"/>
                  </a:lnTo>
                  <a:lnTo>
                    <a:pt x="3557498" y="586105"/>
                  </a:lnTo>
                  <a:close/>
                </a:path>
                <a:path w="6175375" h="595629">
                  <a:moveTo>
                    <a:pt x="3557498" y="0"/>
                  </a:moveTo>
                  <a:lnTo>
                    <a:pt x="3529025" y="0"/>
                  </a:lnTo>
                  <a:lnTo>
                    <a:pt x="3529025" y="9525"/>
                  </a:lnTo>
                  <a:lnTo>
                    <a:pt x="3557498" y="9525"/>
                  </a:lnTo>
                  <a:lnTo>
                    <a:pt x="3557498" y="0"/>
                  </a:lnTo>
                  <a:close/>
                </a:path>
                <a:path w="6175375" h="595629">
                  <a:moveTo>
                    <a:pt x="3614458" y="586105"/>
                  </a:moveTo>
                  <a:lnTo>
                    <a:pt x="3585972" y="586105"/>
                  </a:lnTo>
                  <a:lnTo>
                    <a:pt x="3585972" y="595630"/>
                  </a:lnTo>
                  <a:lnTo>
                    <a:pt x="3614458" y="595630"/>
                  </a:lnTo>
                  <a:lnTo>
                    <a:pt x="3614458" y="586105"/>
                  </a:lnTo>
                  <a:close/>
                </a:path>
                <a:path w="6175375" h="595629">
                  <a:moveTo>
                    <a:pt x="3614458" y="0"/>
                  </a:moveTo>
                  <a:lnTo>
                    <a:pt x="3585972" y="0"/>
                  </a:lnTo>
                  <a:lnTo>
                    <a:pt x="3585972" y="9525"/>
                  </a:lnTo>
                  <a:lnTo>
                    <a:pt x="3614458" y="9525"/>
                  </a:lnTo>
                  <a:lnTo>
                    <a:pt x="3614458" y="0"/>
                  </a:lnTo>
                  <a:close/>
                </a:path>
                <a:path w="6175375" h="595629">
                  <a:moveTo>
                    <a:pt x="3671417" y="586105"/>
                  </a:moveTo>
                  <a:lnTo>
                    <a:pt x="3642931" y="586105"/>
                  </a:lnTo>
                  <a:lnTo>
                    <a:pt x="3642931" y="595630"/>
                  </a:lnTo>
                  <a:lnTo>
                    <a:pt x="3671417" y="595630"/>
                  </a:lnTo>
                  <a:lnTo>
                    <a:pt x="3671417" y="586105"/>
                  </a:lnTo>
                  <a:close/>
                </a:path>
                <a:path w="6175375" h="595629">
                  <a:moveTo>
                    <a:pt x="3671417" y="0"/>
                  </a:moveTo>
                  <a:lnTo>
                    <a:pt x="3642931" y="0"/>
                  </a:lnTo>
                  <a:lnTo>
                    <a:pt x="3642931" y="9525"/>
                  </a:lnTo>
                  <a:lnTo>
                    <a:pt x="3671417" y="9525"/>
                  </a:lnTo>
                  <a:lnTo>
                    <a:pt x="3671417" y="0"/>
                  </a:lnTo>
                  <a:close/>
                </a:path>
                <a:path w="6175375" h="595629">
                  <a:moveTo>
                    <a:pt x="3728364" y="586105"/>
                  </a:moveTo>
                  <a:lnTo>
                    <a:pt x="3699891" y="586105"/>
                  </a:lnTo>
                  <a:lnTo>
                    <a:pt x="3699891" y="595630"/>
                  </a:lnTo>
                  <a:lnTo>
                    <a:pt x="3728364" y="595630"/>
                  </a:lnTo>
                  <a:lnTo>
                    <a:pt x="3728364" y="586105"/>
                  </a:lnTo>
                  <a:close/>
                </a:path>
                <a:path w="6175375" h="595629">
                  <a:moveTo>
                    <a:pt x="3728364" y="0"/>
                  </a:moveTo>
                  <a:lnTo>
                    <a:pt x="3699891" y="0"/>
                  </a:lnTo>
                  <a:lnTo>
                    <a:pt x="3699891" y="9525"/>
                  </a:lnTo>
                  <a:lnTo>
                    <a:pt x="3728364" y="9525"/>
                  </a:lnTo>
                  <a:lnTo>
                    <a:pt x="3728364" y="0"/>
                  </a:lnTo>
                  <a:close/>
                </a:path>
                <a:path w="6175375" h="595629">
                  <a:moveTo>
                    <a:pt x="3785324" y="586105"/>
                  </a:moveTo>
                  <a:lnTo>
                    <a:pt x="3756850" y="586105"/>
                  </a:lnTo>
                  <a:lnTo>
                    <a:pt x="3756850" y="595630"/>
                  </a:lnTo>
                  <a:lnTo>
                    <a:pt x="3785324" y="595630"/>
                  </a:lnTo>
                  <a:lnTo>
                    <a:pt x="3785324" y="586105"/>
                  </a:lnTo>
                  <a:close/>
                </a:path>
                <a:path w="6175375" h="595629">
                  <a:moveTo>
                    <a:pt x="3785324" y="0"/>
                  </a:moveTo>
                  <a:lnTo>
                    <a:pt x="3756850" y="0"/>
                  </a:lnTo>
                  <a:lnTo>
                    <a:pt x="3756850" y="9525"/>
                  </a:lnTo>
                  <a:lnTo>
                    <a:pt x="3785324" y="9525"/>
                  </a:lnTo>
                  <a:lnTo>
                    <a:pt x="3785324" y="0"/>
                  </a:lnTo>
                  <a:close/>
                </a:path>
                <a:path w="6175375" h="595629">
                  <a:moveTo>
                    <a:pt x="3842283" y="586105"/>
                  </a:moveTo>
                  <a:lnTo>
                    <a:pt x="3813810" y="586105"/>
                  </a:lnTo>
                  <a:lnTo>
                    <a:pt x="3813810" y="595630"/>
                  </a:lnTo>
                  <a:lnTo>
                    <a:pt x="3842283" y="595630"/>
                  </a:lnTo>
                  <a:lnTo>
                    <a:pt x="3842283" y="586105"/>
                  </a:lnTo>
                  <a:close/>
                </a:path>
                <a:path w="6175375" h="595629">
                  <a:moveTo>
                    <a:pt x="3842283" y="0"/>
                  </a:moveTo>
                  <a:lnTo>
                    <a:pt x="3813810" y="0"/>
                  </a:lnTo>
                  <a:lnTo>
                    <a:pt x="3813810" y="9525"/>
                  </a:lnTo>
                  <a:lnTo>
                    <a:pt x="3842283" y="9525"/>
                  </a:lnTo>
                  <a:lnTo>
                    <a:pt x="3842283" y="0"/>
                  </a:lnTo>
                  <a:close/>
                </a:path>
                <a:path w="6175375" h="595629">
                  <a:moveTo>
                    <a:pt x="3899243" y="586105"/>
                  </a:moveTo>
                  <a:lnTo>
                    <a:pt x="3870756" y="586105"/>
                  </a:lnTo>
                  <a:lnTo>
                    <a:pt x="3870756" y="595630"/>
                  </a:lnTo>
                  <a:lnTo>
                    <a:pt x="3899243" y="595630"/>
                  </a:lnTo>
                  <a:lnTo>
                    <a:pt x="3899243" y="586105"/>
                  </a:lnTo>
                  <a:close/>
                </a:path>
                <a:path w="6175375" h="595629">
                  <a:moveTo>
                    <a:pt x="3899243" y="0"/>
                  </a:moveTo>
                  <a:lnTo>
                    <a:pt x="3870756" y="0"/>
                  </a:lnTo>
                  <a:lnTo>
                    <a:pt x="3870756" y="9525"/>
                  </a:lnTo>
                  <a:lnTo>
                    <a:pt x="3899243" y="9525"/>
                  </a:lnTo>
                  <a:lnTo>
                    <a:pt x="3899243" y="0"/>
                  </a:lnTo>
                  <a:close/>
                </a:path>
                <a:path w="6175375" h="595629">
                  <a:moveTo>
                    <a:pt x="3956202" y="586105"/>
                  </a:moveTo>
                  <a:lnTo>
                    <a:pt x="3927716" y="586105"/>
                  </a:lnTo>
                  <a:lnTo>
                    <a:pt x="3927716" y="595630"/>
                  </a:lnTo>
                  <a:lnTo>
                    <a:pt x="3956202" y="595630"/>
                  </a:lnTo>
                  <a:lnTo>
                    <a:pt x="3956202" y="586105"/>
                  </a:lnTo>
                  <a:close/>
                </a:path>
                <a:path w="6175375" h="595629">
                  <a:moveTo>
                    <a:pt x="3956202" y="0"/>
                  </a:moveTo>
                  <a:lnTo>
                    <a:pt x="3927716" y="0"/>
                  </a:lnTo>
                  <a:lnTo>
                    <a:pt x="3927716" y="9525"/>
                  </a:lnTo>
                  <a:lnTo>
                    <a:pt x="3956202" y="9525"/>
                  </a:lnTo>
                  <a:lnTo>
                    <a:pt x="3956202" y="0"/>
                  </a:lnTo>
                  <a:close/>
                </a:path>
                <a:path w="6175375" h="595629">
                  <a:moveTo>
                    <a:pt x="4013149" y="586105"/>
                  </a:moveTo>
                  <a:lnTo>
                    <a:pt x="3984675" y="586105"/>
                  </a:lnTo>
                  <a:lnTo>
                    <a:pt x="3984675" y="595630"/>
                  </a:lnTo>
                  <a:lnTo>
                    <a:pt x="4013149" y="595630"/>
                  </a:lnTo>
                  <a:lnTo>
                    <a:pt x="4013149" y="586105"/>
                  </a:lnTo>
                  <a:close/>
                </a:path>
                <a:path w="6175375" h="595629">
                  <a:moveTo>
                    <a:pt x="4013149" y="0"/>
                  </a:moveTo>
                  <a:lnTo>
                    <a:pt x="3984675" y="0"/>
                  </a:lnTo>
                  <a:lnTo>
                    <a:pt x="3984675" y="9525"/>
                  </a:lnTo>
                  <a:lnTo>
                    <a:pt x="4013149" y="9525"/>
                  </a:lnTo>
                  <a:lnTo>
                    <a:pt x="4013149" y="0"/>
                  </a:lnTo>
                  <a:close/>
                </a:path>
                <a:path w="6175375" h="595629">
                  <a:moveTo>
                    <a:pt x="4070108" y="586105"/>
                  </a:moveTo>
                  <a:lnTo>
                    <a:pt x="4041635" y="586105"/>
                  </a:lnTo>
                  <a:lnTo>
                    <a:pt x="4041635" y="595630"/>
                  </a:lnTo>
                  <a:lnTo>
                    <a:pt x="4070108" y="595630"/>
                  </a:lnTo>
                  <a:lnTo>
                    <a:pt x="4070108" y="586105"/>
                  </a:lnTo>
                  <a:close/>
                </a:path>
                <a:path w="6175375" h="595629">
                  <a:moveTo>
                    <a:pt x="4070108" y="0"/>
                  </a:moveTo>
                  <a:lnTo>
                    <a:pt x="4041635" y="0"/>
                  </a:lnTo>
                  <a:lnTo>
                    <a:pt x="4041635" y="9525"/>
                  </a:lnTo>
                  <a:lnTo>
                    <a:pt x="4070108" y="9525"/>
                  </a:lnTo>
                  <a:lnTo>
                    <a:pt x="4070108" y="0"/>
                  </a:lnTo>
                  <a:close/>
                </a:path>
                <a:path w="6175375" h="595629">
                  <a:moveTo>
                    <a:pt x="4127068" y="586105"/>
                  </a:moveTo>
                  <a:lnTo>
                    <a:pt x="4098594" y="586105"/>
                  </a:lnTo>
                  <a:lnTo>
                    <a:pt x="4098594" y="595630"/>
                  </a:lnTo>
                  <a:lnTo>
                    <a:pt x="4127068" y="595630"/>
                  </a:lnTo>
                  <a:lnTo>
                    <a:pt x="4127068" y="586105"/>
                  </a:lnTo>
                  <a:close/>
                </a:path>
                <a:path w="6175375" h="595629">
                  <a:moveTo>
                    <a:pt x="4127068" y="0"/>
                  </a:moveTo>
                  <a:lnTo>
                    <a:pt x="4098594" y="0"/>
                  </a:lnTo>
                  <a:lnTo>
                    <a:pt x="4098594" y="9525"/>
                  </a:lnTo>
                  <a:lnTo>
                    <a:pt x="4127068" y="9525"/>
                  </a:lnTo>
                  <a:lnTo>
                    <a:pt x="4127068" y="0"/>
                  </a:lnTo>
                  <a:close/>
                </a:path>
                <a:path w="6175375" h="595629">
                  <a:moveTo>
                    <a:pt x="4184027" y="586105"/>
                  </a:moveTo>
                  <a:lnTo>
                    <a:pt x="4155554" y="586105"/>
                  </a:lnTo>
                  <a:lnTo>
                    <a:pt x="4155554" y="595630"/>
                  </a:lnTo>
                  <a:lnTo>
                    <a:pt x="4184027" y="595630"/>
                  </a:lnTo>
                  <a:lnTo>
                    <a:pt x="4184027" y="586105"/>
                  </a:lnTo>
                  <a:close/>
                </a:path>
                <a:path w="6175375" h="595629">
                  <a:moveTo>
                    <a:pt x="4184027" y="0"/>
                  </a:moveTo>
                  <a:lnTo>
                    <a:pt x="4155554" y="0"/>
                  </a:lnTo>
                  <a:lnTo>
                    <a:pt x="4155554" y="9525"/>
                  </a:lnTo>
                  <a:lnTo>
                    <a:pt x="4184027" y="9525"/>
                  </a:lnTo>
                  <a:lnTo>
                    <a:pt x="4184027" y="0"/>
                  </a:lnTo>
                  <a:close/>
                </a:path>
                <a:path w="6175375" h="595629">
                  <a:moveTo>
                    <a:pt x="4240987" y="586105"/>
                  </a:moveTo>
                  <a:lnTo>
                    <a:pt x="4212501" y="586105"/>
                  </a:lnTo>
                  <a:lnTo>
                    <a:pt x="4212501" y="595630"/>
                  </a:lnTo>
                  <a:lnTo>
                    <a:pt x="4240987" y="595630"/>
                  </a:lnTo>
                  <a:lnTo>
                    <a:pt x="4240987" y="586105"/>
                  </a:lnTo>
                  <a:close/>
                </a:path>
                <a:path w="6175375" h="595629">
                  <a:moveTo>
                    <a:pt x="4240987" y="0"/>
                  </a:moveTo>
                  <a:lnTo>
                    <a:pt x="4212501" y="0"/>
                  </a:lnTo>
                  <a:lnTo>
                    <a:pt x="4212501" y="9525"/>
                  </a:lnTo>
                  <a:lnTo>
                    <a:pt x="4240987" y="9525"/>
                  </a:lnTo>
                  <a:lnTo>
                    <a:pt x="4240987" y="0"/>
                  </a:lnTo>
                  <a:close/>
                </a:path>
                <a:path w="6175375" h="595629">
                  <a:moveTo>
                    <a:pt x="4297946" y="586105"/>
                  </a:moveTo>
                  <a:lnTo>
                    <a:pt x="4269460" y="586105"/>
                  </a:lnTo>
                  <a:lnTo>
                    <a:pt x="4269460" y="595630"/>
                  </a:lnTo>
                  <a:lnTo>
                    <a:pt x="4297946" y="595630"/>
                  </a:lnTo>
                  <a:lnTo>
                    <a:pt x="4297946" y="586105"/>
                  </a:lnTo>
                  <a:close/>
                </a:path>
                <a:path w="6175375" h="595629">
                  <a:moveTo>
                    <a:pt x="4297946" y="0"/>
                  </a:moveTo>
                  <a:lnTo>
                    <a:pt x="4269460" y="0"/>
                  </a:lnTo>
                  <a:lnTo>
                    <a:pt x="4269460" y="9525"/>
                  </a:lnTo>
                  <a:lnTo>
                    <a:pt x="4297946" y="9525"/>
                  </a:lnTo>
                  <a:lnTo>
                    <a:pt x="4297946" y="0"/>
                  </a:lnTo>
                  <a:close/>
                </a:path>
                <a:path w="6175375" h="595629">
                  <a:moveTo>
                    <a:pt x="4354893" y="586105"/>
                  </a:moveTo>
                  <a:lnTo>
                    <a:pt x="4326420" y="586105"/>
                  </a:lnTo>
                  <a:lnTo>
                    <a:pt x="4326420" y="595630"/>
                  </a:lnTo>
                  <a:lnTo>
                    <a:pt x="4354893" y="595630"/>
                  </a:lnTo>
                  <a:lnTo>
                    <a:pt x="4354893" y="586105"/>
                  </a:lnTo>
                  <a:close/>
                </a:path>
                <a:path w="6175375" h="595629">
                  <a:moveTo>
                    <a:pt x="4354893" y="0"/>
                  </a:moveTo>
                  <a:lnTo>
                    <a:pt x="4326420" y="0"/>
                  </a:lnTo>
                  <a:lnTo>
                    <a:pt x="4326420" y="9525"/>
                  </a:lnTo>
                  <a:lnTo>
                    <a:pt x="4354893" y="9525"/>
                  </a:lnTo>
                  <a:lnTo>
                    <a:pt x="4354893" y="0"/>
                  </a:lnTo>
                  <a:close/>
                </a:path>
                <a:path w="6175375" h="595629">
                  <a:moveTo>
                    <a:pt x="4411853" y="586105"/>
                  </a:moveTo>
                  <a:lnTo>
                    <a:pt x="4383379" y="586105"/>
                  </a:lnTo>
                  <a:lnTo>
                    <a:pt x="4383379" y="595630"/>
                  </a:lnTo>
                  <a:lnTo>
                    <a:pt x="4411853" y="595630"/>
                  </a:lnTo>
                  <a:lnTo>
                    <a:pt x="4411853" y="586105"/>
                  </a:lnTo>
                  <a:close/>
                </a:path>
                <a:path w="6175375" h="595629">
                  <a:moveTo>
                    <a:pt x="4411853" y="0"/>
                  </a:moveTo>
                  <a:lnTo>
                    <a:pt x="4383379" y="0"/>
                  </a:lnTo>
                  <a:lnTo>
                    <a:pt x="4383379" y="9525"/>
                  </a:lnTo>
                  <a:lnTo>
                    <a:pt x="4411853" y="9525"/>
                  </a:lnTo>
                  <a:lnTo>
                    <a:pt x="4411853" y="0"/>
                  </a:lnTo>
                  <a:close/>
                </a:path>
                <a:path w="6175375" h="595629">
                  <a:moveTo>
                    <a:pt x="4468812" y="586105"/>
                  </a:moveTo>
                  <a:lnTo>
                    <a:pt x="4440339" y="586105"/>
                  </a:lnTo>
                  <a:lnTo>
                    <a:pt x="4440339" y="595630"/>
                  </a:lnTo>
                  <a:lnTo>
                    <a:pt x="4468812" y="595630"/>
                  </a:lnTo>
                  <a:lnTo>
                    <a:pt x="4468812" y="586105"/>
                  </a:lnTo>
                  <a:close/>
                </a:path>
                <a:path w="6175375" h="595629">
                  <a:moveTo>
                    <a:pt x="4468812" y="0"/>
                  </a:moveTo>
                  <a:lnTo>
                    <a:pt x="4440339" y="0"/>
                  </a:lnTo>
                  <a:lnTo>
                    <a:pt x="4440339" y="9525"/>
                  </a:lnTo>
                  <a:lnTo>
                    <a:pt x="4468812" y="9525"/>
                  </a:lnTo>
                  <a:lnTo>
                    <a:pt x="4468812" y="0"/>
                  </a:lnTo>
                  <a:close/>
                </a:path>
                <a:path w="6175375" h="595629">
                  <a:moveTo>
                    <a:pt x="4525772" y="586105"/>
                  </a:moveTo>
                  <a:lnTo>
                    <a:pt x="4497286" y="586105"/>
                  </a:lnTo>
                  <a:lnTo>
                    <a:pt x="4497286" y="595630"/>
                  </a:lnTo>
                  <a:lnTo>
                    <a:pt x="4525772" y="595630"/>
                  </a:lnTo>
                  <a:lnTo>
                    <a:pt x="4525772" y="586105"/>
                  </a:lnTo>
                  <a:close/>
                </a:path>
                <a:path w="6175375" h="595629">
                  <a:moveTo>
                    <a:pt x="4525772" y="0"/>
                  </a:moveTo>
                  <a:lnTo>
                    <a:pt x="4497286" y="0"/>
                  </a:lnTo>
                  <a:lnTo>
                    <a:pt x="4497286" y="9525"/>
                  </a:lnTo>
                  <a:lnTo>
                    <a:pt x="4525772" y="9525"/>
                  </a:lnTo>
                  <a:lnTo>
                    <a:pt x="4525772" y="0"/>
                  </a:lnTo>
                  <a:close/>
                </a:path>
                <a:path w="6175375" h="595629">
                  <a:moveTo>
                    <a:pt x="4582731" y="586105"/>
                  </a:moveTo>
                  <a:lnTo>
                    <a:pt x="4554245" y="586105"/>
                  </a:lnTo>
                  <a:lnTo>
                    <a:pt x="4554245" y="595630"/>
                  </a:lnTo>
                  <a:lnTo>
                    <a:pt x="4582731" y="595630"/>
                  </a:lnTo>
                  <a:lnTo>
                    <a:pt x="4582731" y="586105"/>
                  </a:lnTo>
                  <a:close/>
                </a:path>
                <a:path w="6175375" h="595629">
                  <a:moveTo>
                    <a:pt x="4582731" y="0"/>
                  </a:moveTo>
                  <a:lnTo>
                    <a:pt x="4554245" y="0"/>
                  </a:lnTo>
                  <a:lnTo>
                    <a:pt x="4554245" y="9525"/>
                  </a:lnTo>
                  <a:lnTo>
                    <a:pt x="4582731" y="9525"/>
                  </a:lnTo>
                  <a:lnTo>
                    <a:pt x="4582731" y="0"/>
                  </a:lnTo>
                  <a:close/>
                </a:path>
                <a:path w="6175375" h="595629">
                  <a:moveTo>
                    <a:pt x="4639678" y="586105"/>
                  </a:moveTo>
                  <a:lnTo>
                    <a:pt x="4611205" y="586105"/>
                  </a:lnTo>
                  <a:lnTo>
                    <a:pt x="4611205" y="595630"/>
                  </a:lnTo>
                  <a:lnTo>
                    <a:pt x="4639678" y="595630"/>
                  </a:lnTo>
                  <a:lnTo>
                    <a:pt x="4639678" y="586105"/>
                  </a:lnTo>
                  <a:close/>
                </a:path>
                <a:path w="6175375" h="595629">
                  <a:moveTo>
                    <a:pt x="4639678" y="0"/>
                  </a:moveTo>
                  <a:lnTo>
                    <a:pt x="4611205" y="0"/>
                  </a:lnTo>
                  <a:lnTo>
                    <a:pt x="4611205" y="9525"/>
                  </a:lnTo>
                  <a:lnTo>
                    <a:pt x="4639678" y="9525"/>
                  </a:lnTo>
                  <a:lnTo>
                    <a:pt x="4639678" y="0"/>
                  </a:lnTo>
                  <a:close/>
                </a:path>
                <a:path w="6175375" h="595629">
                  <a:moveTo>
                    <a:pt x="4696638" y="586105"/>
                  </a:moveTo>
                  <a:lnTo>
                    <a:pt x="4668164" y="586105"/>
                  </a:lnTo>
                  <a:lnTo>
                    <a:pt x="4668164" y="595630"/>
                  </a:lnTo>
                  <a:lnTo>
                    <a:pt x="4696638" y="595630"/>
                  </a:lnTo>
                  <a:lnTo>
                    <a:pt x="4696638" y="586105"/>
                  </a:lnTo>
                  <a:close/>
                </a:path>
                <a:path w="6175375" h="595629">
                  <a:moveTo>
                    <a:pt x="4696638" y="0"/>
                  </a:moveTo>
                  <a:lnTo>
                    <a:pt x="4668164" y="0"/>
                  </a:lnTo>
                  <a:lnTo>
                    <a:pt x="4668164" y="9525"/>
                  </a:lnTo>
                  <a:lnTo>
                    <a:pt x="4696638" y="9525"/>
                  </a:lnTo>
                  <a:lnTo>
                    <a:pt x="4696638" y="0"/>
                  </a:lnTo>
                  <a:close/>
                </a:path>
                <a:path w="6175375" h="595629">
                  <a:moveTo>
                    <a:pt x="4753597" y="586105"/>
                  </a:moveTo>
                  <a:lnTo>
                    <a:pt x="4725124" y="586105"/>
                  </a:lnTo>
                  <a:lnTo>
                    <a:pt x="4725124" y="595630"/>
                  </a:lnTo>
                  <a:lnTo>
                    <a:pt x="4753597" y="595630"/>
                  </a:lnTo>
                  <a:lnTo>
                    <a:pt x="4753597" y="586105"/>
                  </a:lnTo>
                  <a:close/>
                </a:path>
                <a:path w="6175375" h="595629">
                  <a:moveTo>
                    <a:pt x="4753597" y="0"/>
                  </a:moveTo>
                  <a:lnTo>
                    <a:pt x="4725124" y="0"/>
                  </a:lnTo>
                  <a:lnTo>
                    <a:pt x="4725124" y="9525"/>
                  </a:lnTo>
                  <a:lnTo>
                    <a:pt x="4753597" y="9525"/>
                  </a:lnTo>
                  <a:lnTo>
                    <a:pt x="4753597" y="0"/>
                  </a:lnTo>
                  <a:close/>
                </a:path>
                <a:path w="6175375" h="595629">
                  <a:moveTo>
                    <a:pt x="4810557" y="586105"/>
                  </a:moveTo>
                  <a:lnTo>
                    <a:pt x="4782070" y="586105"/>
                  </a:lnTo>
                  <a:lnTo>
                    <a:pt x="4782070" y="595630"/>
                  </a:lnTo>
                  <a:lnTo>
                    <a:pt x="4810557" y="595630"/>
                  </a:lnTo>
                  <a:lnTo>
                    <a:pt x="4810557" y="586105"/>
                  </a:lnTo>
                  <a:close/>
                </a:path>
                <a:path w="6175375" h="595629">
                  <a:moveTo>
                    <a:pt x="4810557" y="0"/>
                  </a:moveTo>
                  <a:lnTo>
                    <a:pt x="4782070" y="0"/>
                  </a:lnTo>
                  <a:lnTo>
                    <a:pt x="4782070" y="9525"/>
                  </a:lnTo>
                  <a:lnTo>
                    <a:pt x="4810557" y="9525"/>
                  </a:lnTo>
                  <a:lnTo>
                    <a:pt x="4810557" y="0"/>
                  </a:lnTo>
                  <a:close/>
                </a:path>
                <a:path w="6175375" h="595629">
                  <a:moveTo>
                    <a:pt x="4867516" y="586105"/>
                  </a:moveTo>
                  <a:lnTo>
                    <a:pt x="4839030" y="586105"/>
                  </a:lnTo>
                  <a:lnTo>
                    <a:pt x="4839030" y="595630"/>
                  </a:lnTo>
                  <a:lnTo>
                    <a:pt x="4867516" y="595630"/>
                  </a:lnTo>
                  <a:lnTo>
                    <a:pt x="4867516" y="586105"/>
                  </a:lnTo>
                  <a:close/>
                </a:path>
                <a:path w="6175375" h="595629">
                  <a:moveTo>
                    <a:pt x="4867516" y="0"/>
                  </a:moveTo>
                  <a:lnTo>
                    <a:pt x="4839030" y="0"/>
                  </a:lnTo>
                  <a:lnTo>
                    <a:pt x="4839030" y="9525"/>
                  </a:lnTo>
                  <a:lnTo>
                    <a:pt x="4867516" y="9525"/>
                  </a:lnTo>
                  <a:lnTo>
                    <a:pt x="4867516" y="0"/>
                  </a:lnTo>
                  <a:close/>
                </a:path>
                <a:path w="6175375" h="595629">
                  <a:moveTo>
                    <a:pt x="4924463" y="586105"/>
                  </a:moveTo>
                  <a:lnTo>
                    <a:pt x="4895989" y="586105"/>
                  </a:lnTo>
                  <a:lnTo>
                    <a:pt x="4895989" y="595630"/>
                  </a:lnTo>
                  <a:lnTo>
                    <a:pt x="4924463" y="595630"/>
                  </a:lnTo>
                  <a:lnTo>
                    <a:pt x="4924463" y="586105"/>
                  </a:lnTo>
                  <a:close/>
                </a:path>
                <a:path w="6175375" h="595629">
                  <a:moveTo>
                    <a:pt x="4924463" y="0"/>
                  </a:moveTo>
                  <a:lnTo>
                    <a:pt x="4895989" y="0"/>
                  </a:lnTo>
                  <a:lnTo>
                    <a:pt x="4895989" y="9525"/>
                  </a:lnTo>
                  <a:lnTo>
                    <a:pt x="4924463" y="9525"/>
                  </a:lnTo>
                  <a:lnTo>
                    <a:pt x="4924463" y="0"/>
                  </a:lnTo>
                  <a:close/>
                </a:path>
                <a:path w="6175375" h="595629">
                  <a:moveTo>
                    <a:pt x="4981422" y="586105"/>
                  </a:moveTo>
                  <a:lnTo>
                    <a:pt x="4952949" y="586105"/>
                  </a:lnTo>
                  <a:lnTo>
                    <a:pt x="4952949" y="595630"/>
                  </a:lnTo>
                  <a:lnTo>
                    <a:pt x="4981422" y="595630"/>
                  </a:lnTo>
                  <a:lnTo>
                    <a:pt x="4981422" y="586105"/>
                  </a:lnTo>
                  <a:close/>
                </a:path>
                <a:path w="6175375" h="595629">
                  <a:moveTo>
                    <a:pt x="4981422" y="0"/>
                  </a:moveTo>
                  <a:lnTo>
                    <a:pt x="4952949" y="0"/>
                  </a:lnTo>
                  <a:lnTo>
                    <a:pt x="4952949" y="9525"/>
                  </a:lnTo>
                  <a:lnTo>
                    <a:pt x="4981422" y="9525"/>
                  </a:lnTo>
                  <a:lnTo>
                    <a:pt x="4981422" y="0"/>
                  </a:lnTo>
                  <a:close/>
                </a:path>
                <a:path w="6175375" h="595629">
                  <a:moveTo>
                    <a:pt x="5038382" y="586105"/>
                  </a:moveTo>
                  <a:lnTo>
                    <a:pt x="5009908" y="586105"/>
                  </a:lnTo>
                  <a:lnTo>
                    <a:pt x="5009908" y="595630"/>
                  </a:lnTo>
                  <a:lnTo>
                    <a:pt x="5038382" y="595630"/>
                  </a:lnTo>
                  <a:lnTo>
                    <a:pt x="5038382" y="586105"/>
                  </a:lnTo>
                  <a:close/>
                </a:path>
                <a:path w="6175375" h="595629">
                  <a:moveTo>
                    <a:pt x="5038382" y="0"/>
                  </a:moveTo>
                  <a:lnTo>
                    <a:pt x="5009908" y="0"/>
                  </a:lnTo>
                  <a:lnTo>
                    <a:pt x="5009908" y="9525"/>
                  </a:lnTo>
                  <a:lnTo>
                    <a:pt x="5038382" y="9525"/>
                  </a:lnTo>
                  <a:lnTo>
                    <a:pt x="5038382" y="0"/>
                  </a:lnTo>
                  <a:close/>
                </a:path>
                <a:path w="6175375" h="595629">
                  <a:moveTo>
                    <a:pt x="5095341" y="586105"/>
                  </a:moveTo>
                  <a:lnTo>
                    <a:pt x="5066855" y="586105"/>
                  </a:lnTo>
                  <a:lnTo>
                    <a:pt x="5066855" y="595630"/>
                  </a:lnTo>
                  <a:lnTo>
                    <a:pt x="5095341" y="595630"/>
                  </a:lnTo>
                  <a:lnTo>
                    <a:pt x="5095341" y="586105"/>
                  </a:lnTo>
                  <a:close/>
                </a:path>
                <a:path w="6175375" h="595629">
                  <a:moveTo>
                    <a:pt x="5095341" y="0"/>
                  </a:moveTo>
                  <a:lnTo>
                    <a:pt x="5066855" y="0"/>
                  </a:lnTo>
                  <a:lnTo>
                    <a:pt x="5066855" y="9525"/>
                  </a:lnTo>
                  <a:lnTo>
                    <a:pt x="5095341" y="9525"/>
                  </a:lnTo>
                  <a:lnTo>
                    <a:pt x="5095341" y="0"/>
                  </a:lnTo>
                  <a:close/>
                </a:path>
                <a:path w="6175375" h="595629">
                  <a:moveTo>
                    <a:pt x="5152301" y="586105"/>
                  </a:moveTo>
                  <a:lnTo>
                    <a:pt x="5123815" y="586105"/>
                  </a:lnTo>
                  <a:lnTo>
                    <a:pt x="5123815" y="595630"/>
                  </a:lnTo>
                  <a:lnTo>
                    <a:pt x="5152301" y="595630"/>
                  </a:lnTo>
                  <a:lnTo>
                    <a:pt x="5152301" y="586105"/>
                  </a:lnTo>
                  <a:close/>
                </a:path>
                <a:path w="6175375" h="595629">
                  <a:moveTo>
                    <a:pt x="5152301" y="0"/>
                  </a:moveTo>
                  <a:lnTo>
                    <a:pt x="5123815" y="0"/>
                  </a:lnTo>
                  <a:lnTo>
                    <a:pt x="5123815" y="9525"/>
                  </a:lnTo>
                  <a:lnTo>
                    <a:pt x="5152301" y="9525"/>
                  </a:lnTo>
                  <a:lnTo>
                    <a:pt x="5152301" y="0"/>
                  </a:lnTo>
                  <a:close/>
                </a:path>
                <a:path w="6175375" h="595629">
                  <a:moveTo>
                    <a:pt x="5209260" y="586105"/>
                  </a:moveTo>
                  <a:lnTo>
                    <a:pt x="5180774" y="586105"/>
                  </a:lnTo>
                  <a:lnTo>
                    <a:pt x="5180774" y="595630"/>
                  </a:lnTo>
                  <a:lnTo>
                    <a:pt x="5209260" y="595630"/>
                  </a:lnTo>
                  <a:lnTo>
                    <a:pt x="5209260" y="586105"/>
                  </a:lnTo>
                  <a:close/>
                </a:path>
                <a:path w="6175375" h="595629">
                  <a:moveTo>
                    <a:pt x="5209260" y="0"/>
                  </a:moveTo>
                  <a:lnTo>
                    <a:pt x="5180774" y="0"/>
                  </a:lnTo>
                  <a:lnTo>
                    <a:pt x="5180774" y="9525"/>
                  </a:lnTo>
                  <a:lnTo>
                    <a:pt x="5209260" y="9525"/>
                  </a:lnTo>
                  <a:lnTo>
                    <a:pt x="5209260" y="0"/>
                  </a:lnTo>
                  <a:close/>
                </a:path>
                <a:path w="6175375" h="595629">
                  <a:moveTo>
                    <a:pt x="5266207" y="586105"/>
                  </a:moveTo>
                  <a:lnTo>
                    <a:pt x="5237734" y="586105"/>
                  </a:lnTo>
                  <a:lnTo>
                    <a:pt x="5237734" y="595630"/>
                  </a:lnTo>
                  <a:lnTo>
                    <a:pt x="5266207" y="595630"/>
                  </a:lnTo>
                  <a:lnTo>
                    <a:pt x="5266207" y="586105"/>
                  </a:lnTo>
                  <a:close/>
                </a:path>
                <a:path w="6175375" h="595629">
                  <a:moveTo>
                    <a:pt x="5266207" y="0"/>
                  </a:moveTo>
                  <a:lnTo>
                    <a:pt x="5237734" y="0"/>
                  </a:lnTo>
                  <a:lnTo>
                    <a:pt x="5237734" y="9525"/>
                  </a:lnTo>
                  <a:lnTo>
                    <a:pt x="5266207" y="9525"/>
                  </a:lnTo>
                  <a:lnTo>
                    <a:pt x="5266207" y="0"/>
                  </a:lnTo>
                  <a:close/>
                </a:path>
                <a:path w="6175375" h="595629">
                  <a:moveTo>
                    <a:pt x="5323167" y="586105"/>
                  </a:moveTo>
                  <a:lnTo>
                    <a:pt x="5294693" y="586105"/>
                  </a:lnTo>
                  <a:lnTo>
                    <a:pt x="5294693" y="595630"/>
                  </a:lnTo>
                  <a:lnTo>
                    <a:pt x="5323167" y="595630"/>
                  </a:lnTo>
                  <a:lnTo>
                    <a:pt x="5323167" y="586105"/>
                  </a:lnTo>
                  <a:close/>
                </a:path>
                <a:path w="6175375" h="595629">
                  <a:moveTo>
                    <a:pt x="5323167" y="0"/>
                  </a:moveTo>
                  <a:lnTo>
                    <a:pt x="5294693" y="0"/>
                  </a:lnTo>
                  <a:lnTo>
                    <a:pt x="5294693" y="9525"/>
                  </a:lnTo>
                  <a:lnTo>
                    <a:pt x="5323167" y="9525"/>
                  </a:lnTo>
                  <a:lnTo>
                    <a:pt x="5323167" y="0"/>
                  </a:lnTo>
                  <a:close/>
                </a:path>
                <a:path w="6175375" h="595629">
                  <a:moveTo>
                    <a:pt x="5380126" y="586105"/>
                  </a:moveTo>
                  <a:lnTo>
                    <a:pt x="5351653" y="586105"/>
                  </a:lnTo>
                  <a:lnTo>
                    <a:pt x="5351653" y="595630"/>
                  </a:lnTo>
                  <a:lnTo>
                    <a:pt x="5380126" y="595630"/>
                  </a:lnTo>
                  <a:lnTo>
                    <a:pt x="5380126" y="586105"/>
                  </a:lnTo>
                  <a:close/>
                </a:path>
                <a:path w="6175375" h="595629">
                  <a:moveTo>
                    <a:pt x="5380126" y="0"/>
                  </a:moveTo>
                  <a:lnTo>
                    <a:pt x="5351653" y="0"/>
                  </a:lnTo>
                  <a:lnTo>
                    <a:pt x="5351653" y="9525"/>
                  </a:lnTo>
                  <a:lnTo>
                    <a:pt x="5380126" y="9525"/>
                  </a:lnTo>
                  <a:lnTo>
                    <a:pt x="5380126" y="0"/>
                  </a:lnTo>
                  <a:close/>
                </a:path>
                <a:path w="6175375" h="595629">
                  <a:moveTo>
                    <a:pt x="5437086" y="586105"/>
                  </a:moveTo>
                  <a:lnTo>
                    <a:pt x="5408600" y="586105"/>
                  </a:lnTo>
                  <a:lnTo>
                    <a:pt x="5408600" y="595630"/>
                  </a:lnTo>
                  <a:lnTo>
                    <a:pt x="5437086" y="595630"/>
                  </a:lnTo>
                  <a:lnTo>
                    <a:pt x="5437086" y="586105"/>
                  </a:lnTo>
                  <a:close/>
                </a:path>
                <a:path w="6175375" h="595629">
                  <a:moveTo>
                    <a:pt x="5437086" y="0"/>
                  </a:moveTo>
                  <a:lnTo>
                    <a:pt x="5408600" y="0"/>
                  </a:lnTo>
                  <a:lnTo>
                    <a:pt x="5408600" y="9525"/>
                  </a:lnTo>
                  <a:lnTo>
                    <a:pt x="5437086" y="9525"/>
                  </a:lnTo>
                  <a:lnTo>
                    <a:pt x="5437086" y="0"/>
                  </a:lnTo>
                  <a:close/>
                </a:path>
                <a:path w="6175375" h="595629">
                  <a:moveTo>
                    <a:pt x="5494045" y="586105"/>
                  </a:moveTo>
                  <a:lnTo>
                    <a:pt x="5465559" y="586105"/>
                  </a:lnTo>
                  <a:lnTo>
                    <a:pt x="5465559" y="595630"/>
                  </a:lnTo>
                  <a:lnTo>
                    <a:pt x="5494045" y="595630"/>
                  </a:lnTo>
                  <a:lnTo>
                    <a:pt x="5494045" y="586105"/>
                  </a:lnTo>
                  <a:close/>
                </a:path>
                <a:path w="6175375" h="595629">
                  <a:moveTo>
                    <a:pt x="5494045" y="0"/>
                  </a:moveTo>
                  <a:lnTo>
                    <a:pt x="5465559" y="0"/>
                  </a:lnTo>
                  <a:lnTo>
                    <a:pt x="5465559" y="9525"/>
                  </a:lnTo>
                  <a:lnTo>
                    <a:pt x="5494045" y="9525"/>
                  </a:lnTo>
                  <a:lnTo>
                    <a:pt x="5494045" y="0"/>
                  </a:lnTo>
                  <a:close/>
                </a:path>
                <a:path w="6175375" h="595629">
                  <a:moveTo>
                    <a:pt x="5550992" y="586105"/>
                  </a:moveTo>
                  <a:lnTo>
                    <a:pt x="5522519" y="586105"/>
                  </a:lnTo>
                  <a:lnTo>
                    <a:pt x="5522519" y="595630"/>
                  </a:lnTo>
                  <a:lnTo>
                    <a:pt x="5550992" y="595630"/>
                  </a:lnTo>
                  <a:lnTo>
                    <a:pt x="5550992" y="586105"/>
                  </a:lnTo>
                  <a:close/>
                </a:path>
                <a:path w="6175375" h="595629">
                  <a:moveTo>
                    <a:pt x="5550992" y="0"/>
                  </a:moveTo>
                  <a:lnTo>
                    <a:pt x="5522519" y="0"/>
                  </a:lnTo>
                  <a:lnTo>
                    <a:pt x="5522519" y="9525"/>
                  </a:lnTo>
                  <a:lnTo>
                    <a:pt x="5550992" y="9525"/>
                  </a:lnTo>
                  <a:lnTo>
                    <a:pt x="5550992" y="0"/>
                  </a:lnTo>
                  <a:close/>
                </a:path>
                <a:path w="6175375" h="595629">
                  <a:moveTo>
                    <a:pt x="5607951" y="586105"/>
                  </a:moveTo>
                  <a:lnTo>
                    <a:pt x="5579478" y="586105"/>
                  </a:lnTo>
                  <a:lnTo>
                    <a:pt x="5579478" y="595630"/>
                  </a:lnTo>
                  <a:lnTo>
                    <a:pt x="5607951" y="595630"/>
                  </a:lnTo>
                  <a:lnTo>
                    <a:pt x="5607951" y="586105"/>
                  </a:lnTo>
                  <a:close/>
                </a:path>
                <a:path w="6175375" h="595629">
                  <a:moveTo>
                    <a:pt x="5607951" y="0"/>
                  </a:moveTo>
                  <a:lnTo>
                    <a:pt x="5579478" y="0"/>
                  </a:lnTo>
                  <a:lnTo>
                    <a:pt x="5579478" y="9525"/>
                  </a:lnTo>
                  <a:lnTo>
                    <a:pt x="5607951" y="9525"/>
                  </a:lnTo>
                  <a:lnTo>
                    <a:pt x="5607951" y="0"/>
                  </a:lnTo>
                  <a:close/>
                </a:path>
                <a:path w="6175375" h="595629">
                  <a:moveTo>
                    <a:pt x="5664911" y="586105"/>
                  </a:moveTo>
                  <a:lnTo>
                    <a:pt x="5636438" y="586105"/>
                  </a:lnTo>
                  <a:lnTo>
                    <a:pt x="5636438" y="595630"/>
                  </a:lnTo>
                  <a:lnTo>
                    <a:pt x="5664911" y="595630"/>
                  </a:lnTo>
                  <a:lnTo>
                    <a:pt x="5664911" y="586105"/>
                  </a:lnTo>
                  <a:close/>
                </a:path>
                <a:path w="6175375" h="595629">
                  <a:moveTo>
                    <a:pt x="5664911" y="0"/>
                  </a:moveTo>
                  <a:lnTo>
                    <a:pt x="5636438" y="0"/>
                  </a:lnTo>
                  <a:lnTo>
                    <a:pt x="5636438" y="9525"/>
                  </a:lnTo>
                  <a:lnTo>
                    <a:pt x="5664911" y="9525"/>
                  </a:lnTo>
                  <a:lnTo>
                    <a:pt x="5664911" y="0"/>
                  </a:lnTo>
                  <a:close/>
                </a:path>
                <a:path w="6175375" h="595629">
                  <a:moveTo>
                    <a:pt x="5721870" y="586105"/>
                  </a:moveTo>
                  <a:lnTo>
                    <a:pt x="5693384" y="586105"/>
                  </a:lnTo>
                  <a:lnTo>
                    <a:pt x="5693384" y="595630"/>
                  </a:lnTo>
                  <a:lnTo>
                    <a:pt x="5721870" y="595630"/>
                  </a:lnTo>
                  <a:lnTo>
                    <a:pt x="5721870" y="586105"/>
                  </a:lnTo>
                  <a:close/>
                </a:path>
                <a:path w="6175375" h="595629">
                  <a:moveTo>
                    <a:pt x="5721870" y="0"/>
                  </a:moveTo>
                  <a:lnTo>
                    <a:pt x="5693384" y="0"/>
                  </a:lnTo>
                  <a:lnTo>
                    <a:pt x="5693384" y="9525"/>
                  </a:lnTo>
                  <a:lnTo>
                    <a:pt x="5721870" y="9525"/>
                  </a:lnTo>
                  <a:lnTo>
                    <a:pt x="5721870" y="0"/>
                  </a:lnTo>
                  <a:close/>
                </a:path>
                <a:path w="6175375" h="595629">
                  <a:moveTo>
                    <a:pt x="5778830" y="586105"/>
                  </a:moveTo>
                  <a:lnTo>
                    <a:pt x="5750344" y="586105"/>
                  </a:lnTo>
                  <a:lnTo>
                    <a:pt x="5750344" y="595630"/>
                  </a:lnTo>
                  <a:lnTo>
                    <a:pt x="5778830" y="595630"/>
                  </a:lnTo>
                  <a:lnTo>
                    <a:pt x="5778830" y="586105"/>
                  </a:lnTo>
                  <a:close/>
                </a:path>
                <a:path w="6175375" h="595629">
                  <a:moveTo>
                    <a:pt x="5778830" y="0"/>
                  </a:moveTo>
                  <a:lnTo>
                    <a:pt x="5750344" y="0"/>
                  </a:lnTo>
                  <a:lnTo>
                    <a:pt x="5750344" y="9525"/>
                  </a:lnTo>
                  <a:lnTo>
                    <a:pt x="5778830" y="9525"/>
                  </a:lnTo>
                  <a:lnTo>
                    <a:pt x="5778830" y="0"/>
                  </a:lnTo>
                  <a:close/>
                </a:path>
                <a:path w="6175375" h="595629">
                  <a:moveTo>
                    <a:pt x="5835777" y="586105"/>
                  </a:moveTo>
                  <a:lnTo>
                    <a:pt x="5807303" y="586105"/>
                  </a:lnTo>
                  <a:lnTo>
                    <a:pt x="5807303" y="595630"/>
                  </a:lnTo>
                  <a:lnTo>
                    <a:pt x="5835777" y="595630"/>
                  </a:lnTo>
                  <a:lnTo>
                    <a:pt x="5835777" y="586105"/>
                  </a:lnTo>
                  <a:close/>
                </a:path>
                <a:path w="6175375" h="595629">
                  <a:moveTo>
                    <a:pt x="5835777" y="0"/>
                  </a:moveTo>
                  <a:lnTo>
                    <a:pt x="5807303" y="0"/>
                  </a:lnTo>
                  <a:lnTo>
                    <a:pt x="5807303" y="9525"/>
                  </a:lnTo>
                  <a:lnTo>
                    <a:pt x="5835777" y="9525"/>
                  </a:lnTo>
                  <a:lnTo>
                    <a:pt x="5835777" y="0"/>
                  </a:lnTo>
                  <a:close/>
                </a:path>
                <a:path w="6175375" h="595629">
                  <a:moveTo>
                    <a:pt x="5892736" y="586105"/>
                  </a:moveTo>
                  <a:lnTo>
                    <a:pt x="5864263" y="586105"/>
                  </a:lnTo>
                  <a:lnTo>
                    <a:pt x="5864263" y="595630"/>
                  </a:lnTo>
                  <a:lnTo>
                    <a:pt x="5892736" y="595630"/>
                  </a:lnTo>
                  <a:lnTo>
                    <a:pt x="5892736" y="586105"/>
                  </a:lnTo>
                  <a:close/>
                </a:path>
                <a:path w="6175375" h="595629">
                  <a:moveTo>
                    <a:pt x="5892736" y="0"/>
                  </a:moveTo>
                  <a:lnTo>
                    <a:pt x="5864263" y="0"/>
                  </a:lnTo>
                  <a:lnTo>
                    <a:pt x="5864263" y="9525"/>
                  </a:lnTo>
                  <a:lnTo>
                    <a:pt x="5892736" y="9525"/>
                  </a:lnTo>
                  <a:lnTo>
                    <a:pt x="5892736" y="0"/>
                  </a:lnTo>
                  <a:close/>
                </a:path>
                <a:path w="6175375" h="595629">
                  <a:moveTo>
                    <a:pt x="5949696" y="586105"/>
                  </a:moveTo>
                  <a:lnTo>
                    <a:pt x="5921222" y="586105"/>
                  </a:lnTo>
                  <a:lnTo>
                    <a:pt x="5921222" y="595630"/>
                  </a:lnTo>
                  <a:lnTo>
                    <a:pt x="5949696" y="595630"/>
                  </a:lnTo>
                  <a:lnTo>
                    <a:pt x="5949696" y="586105"/>
                  </a:lnTo>
                  <a:close/>
                </a:path>
                <a:path w="6175375" h="595629">
                  <a:moveTo>
                    <a:pt x="5949696" y="0"/>
                  </a:moveTo>
                  <a:lnTo>
                    <a:pt x="5921222" y="0"/>
                  </a:lnTo>
                  <a:lnTo>
                    <a:pt x="5921222" y="9525"/>
                  </a:lnTo>
                  <a:lnTo>
                    <a:pt x="5949696" y="9525"/>
                  </a:lnTo>
                  <a:lnTo>
                    <a:pt x="5949696" y="0"/>
                  </a:lnTo>
                  <a:close/>
                </a:path>
                <a:path w="6175375" h="595629">
                  <a:moveTo>
                    <a:pt x="6006655" y="586105"/>
                  </a:moveTo>
                  <a:lnTo>
                    <a:pt x="5978169" y="586105"/>
                  </a:lnTo>
                  <a:lnTo>
                    <a:pt x="5978169" y="595630"/>
                  </a:lnTo>
                  <a:lnTo>
                    <a:pt x="6006655" y="595630"/>
                  </a:lnTo>
                  <a:lnTo>
                    <a:pt x="6006655" y="586105"/>
                  </a:lnTo>
                  <a:close/>
                </a:path>
                <a:path w="6175375" h="595629">
                  <a:moveTo>
                    <a:pt x="6006655" y="0"/>
                  </a:moveTo>
                  <a:lnTo>
                    <a:pt x="5978169" y="0"/>
                  </a:lnTo>
                  <a:lnTo>
                    <a:pt x="5978169" y="9525"/>
                  </a:lnTo>
                  <a:lnTo>
                    <a:pt x="6006655" y="9525"/>
                  </a:lnTo>
                  <a:lnTo>
                    <a:pt x="6006655" y="0"/>
                  </a:lnTo>
                  <a:close/>
                </a:path>
                <a:path w="6175375" h="595629">
                  <a:moveTo>
                    <a:pt x="6063615" y="586105"/>
                  </a:moveTo>
                  <a:lnTo>
                    <a:pt x="6035129" y="586105"/>
                  </a:lnTo>
                  <a:lnTo>
                    <a:pt x="6035129" y="595630"/>
                  </a:lnTo>
                  <a:lnTo>
                    <a:pt x="6063615" y="595630"/>
                  </a:lnTo>
                  <a:lnTo>
                    <a:pt x="6063615" y="586105"/>
                  </a:lnTo>
                  <a:close/>
                </a:path>
                <a:path w="6175375" h="595629">
                  <a:moveTo>
                    <a:pt x="6063615" y="0"/>
                  </a:moveTo>
                  <a:lnTo>
                    <a:pt x="6035129" y="0"/>
                  </a:lnTo>
                  <a:lnTo>
                    <a:pt x="6035129" y="9525"/>
                  </a:lnTo>
                  <a:lnTo>
                    <a:pt x="6063615" y="9525"/>
                  </a:lnTo>
                  <a:lnTo>
                    <a:pt x="6063615" y="0"/>
                  </a:lnTo>
                  <a:close/>
                </a:path>
                <a:path w="6175375" h="595629">
                  <a:moveTo>
                    <a:pt x="6120562" y="586105"/>
                  </a:moveTo>
                  <a:lnTo>
                    <a:pt x="6092088" y="586105"/>
                  </a:lnTo>
                  <a:lnTo>
                    <a:pt x="6092088" y="595630"/>
                  </a:lnTo>
                  <a:lnTo>
                    <a:pt x="6120562" y="595630"/>
                  </a:lnTo>
                  <a:lnTo>
                    <a:pt x="6120562" y="586105"/>
                  </a:lnTo>
                  <a:close/>
                </a:path>
                <a:path w="6175375" h="595629">
                  <a:moveTo>
                    <a:pt x="6120562" y="0"/>
                  </a:moveTo>
                  <a:lnTo>
                    <a:pt x="6092088" y="0"/>
                  </a:lnTo>
                  <a:lnTo>
                    <a:pt x="6092088" y="9525"/>
                  </a:lnTo>
                  <a:lnTo>
                    <a:pt x="6120562" y="9525"/>
                  </a:lnTo>
                  <a:lnTo>
                    <a:pt x="6120562" y="0"/>
                  </a:lnTo>
                  <a:close/>
                </a:path>
                <a:path w="6175375" h="595629">
                  <a:moveTo>
                    <a:pt x="6164008" y="11176"/>
                  </a:moveTo>
                  <a:lnTo>
                    <a:pt x="6151892" y="2921"/>
                  </a:lnTo>
                  <a:lnTo>
                    <a:pt x="6150356" y="2667"/>
                  </a:lnTo>
                  <a:lnTo>
                    <a:pt x="6150267" y="2921"/>
                  </a:lnTo>
                  <a:lnTo>
                    <a:pt x="6147079" y="11430"/>
                  </a:lnTo>
                  <a:lnTo>
                    <a:pt x="6148197" y="11684"/>
                  </a:lnTo>
                  <a:lnTo>
                    <a:pt x="6157290" y="17907"/>
                  </a:lnTo>
                  <a:lnTo>
                    <a:pt x="6164008" y="11176"/>
                  </a:lnTo>
                  <a:close/>
                </a:path>
                <a:path w="6175375" h="595629">
                  <a:moveTo>
                    <a:pt x="6172517" y="570725"/>
                  </a:moveTo>
                  <a:lnTo>
                    <a:pt x="6163665" y="567423"/>
                  </a:lnTo>
                  <a:lnTo>
                    <a:pt x="6163424" y="568617"/>
                  </a:lnTo>
                  <a:lnTo>
                    <a:pt x="6157328" y="577646"/>
                  </a:lnTo>
                  <a:lnTo>
                    <a:pt x="6148197" y="583819"/>
                  </a:lnTo>
                  <a:lnTo>
                    <a:pt x="6147066" y="584060"/>
                  </a:lnTo>
                  <a:lnTo>
                    <a:pt x="6147168" y="584327"/>
                  </a:lnTo>
                  <a:lnTo>
                    <a:pt x="6150356" y="592836"/>
                  </a:lnTo>
                  <a:lnTo>
                    <a:pt x="6151892" y="592582"/>
                  </a:lnTo>
                  <a:lnTo>
                    <a:pt x="6163945" y="584377"/>
                  </a:lnTo>
                  <a:lnTo>
                    <a:pt x="6172200" y="572325"/>
                  </a:lnTo>
                  <a:lnTo>
                    <a:pt x="6172517" y="570725"/>
                  </a:lnTo>
                  <a:close/>
                </a:path>
                <a:path w="6175375" h="595629">
                  <a:moveTo>
                    <a:pt x="6172517" y="24904"/>
                  </a:moveTo>
                  <a:lnTo>
                    <a:pt x="6172200" y="23304"/>
                  </a:lnTo>
                  <a:lnTo>
                    <a:pt x="6164008" y="11188"/>
                  </a:lnTo>
                  <a:lnTo>
                    <a:pt x="6157290" y="17907"/>
                  </a:lnTo>
                  <a:lnTo>
                    <a:pt x="6163424" y="27000"/>
                  </a:lnTo>
                  <a:lnTo>
                    <a:pt x="6163665" y="28194"/>
                  </a:lnTo>
                  <a:lnTo>
                    <a:pt x="6172517" y="24904"/>
                  </a:lnTo>
                  <a:close/>
                </a:path>
                <a:path w="6175375" h="595629">
                  <a:moveTo>
                    <a:pt x="6175197" y="512229"/>
                  </a:moveTo>
                  <a:lnTo>
                    <a:pt x="6165672" y="512229"/>
                  </a:lnTo>
                  <a:lnTo>
                    <a:pt x="6165672" y="540829"/>
                  </a:lnTo>
                  <a:lnTo>
                    <a:pt x="6175197" y="540829"/>
                  </a:lnTo>
                  <a:lnTo>
                    <a:pt x="6175197" y="512229"/>
                  </a:lnTo>
                  <a:close/>
                </a:path>
                <a:path w="6175375" h="595629">
                  <a:moveTo>
                    <a:pt x="6175197" y="455053"/>
                  </a:moveTo>
                  <a:lnTo>
                    <a:pt x="6165672" y="455053"/>
                  </a:lnTo>
                  <a:lnTo>
                    <a:pt x="6165672" y="483641"/>
                  </a:lnTo>
                  <a:lnTo>
                    <a:pt x="6175197" y="483641"/>
                  </a:lnTo>
                  <a:lnTo>
                    <a:pt x="6175197" y="455053"/>
                  </a:lnTo>
                  <a:close/>
                </a:path>
                <a:path w="6175375" h="595629">
                  <a:moveTo>
                    <a:pt x="6175197" y="397878"/>
                  </a:moveTo>
                  <a:lnTo>
                    <a:pt x="6165672" y="397878"/>
                  </a:lnTo>
                  <a:lnTo>
                    <a:pt x="6165672" y="426466"/>
                  </a:lnTo>
                  <a:lnTo>
                    <a:pt x="6175197" y="426466"/>
                  </a:lnTo>
                  <a:lnTo>
                    <a:pt x="6175197" y="397878"/>
                  </a:lnTo>
                  <a:close/>
                </a:path>
                <a:path w="6175375" h="595629">
                  <a:moveTo>
                    <a:pt x="6175197" y="340690"/>
                  </a:moveTo>
                  <a:lnTo>
                    <a:pt x="6165672" y="340690"/>
                  </a:lnTo>
                  <a:lnTo>
                    <a:pt x="6165672" y="369290"/>
                  </a:lnTo>
                  <a:lnTo>
                    <a:pt x="6175197" y="369290"/>
                  </a:lnTo>
                  <a:lnTo>
                    <a:pt x="6175197" y="340690"/>
                  </a:lnTo>
                  <a:close/>
                </a:path>
                <a:path w="6175375" h="595629">
                  <a:moveTo>
                    <a:pt x="6175197" y="283514"/>
                  </a:moveTo>
                  <a:lnTo>
                    <a:pt x="6165672" y="283514"/>
                  </a:lnTo>
                  <a:lnTo>
                    <a:pt x="6165672" y="312102"/>
                  </a:lnTo>
                  <a:lnTo>
                    <a:pt x="6175197" y="312102"/>
                  </a:lnTo>
                  <a:lnTo>
                    <a:pt x="6175197" y="283514"/>
                  </a:lnTo>
                  <a:close/>
                </a:path>
                <a:path w="6175375" h="595629">
                  <a:moveTo>
                    <a:pt x="6175197" y="226339"/>
                  </a:moveTo>
                  <a:lnTo>
                    <a:pt x="6165672" y="226339"/>
                  </a:lnTo>
                  <a:lnTo>
                    <a:pt x="6165672" y="254927"/>
                  </a:lnTo>
                  <a:lnTo>
                    <a:pt x="6175197" y="254927"/>
                  </a:lnTo>
                  <a:lnTo>
                    <a:pt x="6175197" y="226339"/>
                  </a:lnTo>
                  <a:close/>
                </a:path>
                <a:path w="6175375" h="595629">
                  <a:moveTo>
                    <a:pt x="6175197" y="169151"/>
                  </a:moveTo>
                  <a:lnTo>
                    <a:pt x="6165672" y="169151"/>
                  </a:lnTo>
                  <a:lnTo>
                    <a:pt x="6165672" y="197751"/>
                  </a:lnTo>
                  <a:lnTo>
                    <a:pt x="6175197" y="197751"/>
                  </a:lnTo>
                  <a:lnTo>
                    <a:pt x="6175197" y="169151"/>
                  </a:lnTo>
                  <a:close/>
                </a:path>
                <a:path w="6175375" h="595629">
                  <a:moveTo>
                    <a:pt x="6175197" y="111975"/>
                  </a:moveTo>
                  <a:lnTo>
                    <a:pt x="6165672" y="111975"/>
                  </a:lnTo>
                  <a:lnTo>
                    <a:pt x="6165672" y="140563"/>
                  </a:lnTo>
                  <a:lnTo>
                    <a:pt x="6175197" y="140563"/>
                  </a:lnTo>
                  <a:lnTo>
                    <a:pt x="6175197" y="111975"/>
                  </a:lnTo>
                  <a:close/>
                </a:path>
                <a:path w="6175375" h="595629">
                  <a:moveTo>
                    <a:pt x="6175197" y="54800"/>
                  </a:moveTo>
                  <a:lnTo>
                    <a:pt x="6165672" y="54800"/>
                  </a:lnTo>
                  <a:lnTo>
                    <a:pt x="6165672" y="83388"/>
                  </a:lnTo>
                  <a:lnTo>
                    <a:pt x="6175197" y="83388"/>
                  </a:lnTo>
                  <a:lnTo>
                    <a:pt x="6175197" y="54800"/>
                  </a:lnTo>
                  <a:close/>
                </a:path>
              </a:pathLst>
            </a:custGeom>
            <a:solidFill>
              <a:srgbClr val="38A1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540000" y="4623980"/>
            <a:ext cx="6480175" cy="337820"/>
          </a:xfrm>
          <a:custGeom>
            <a:avLst/>
            <a:gdLst/>
            <a:ahLst/>
            <a:cxnLst/>
            <a:rect l="l" t="t" r="r" b="b"/>
            <a:pathLst>
              <a:path w="6480175" h="337820">
                <a:moveTo>
                  <a:pt x="6441900" y="337820"/>
                </a:moveTo>
                <a:lnTo>
                  <a:pt x="38100" y="337820"/>
                </a:lnTo>
                <a:lnTo>
                  <a:pt x="23306" y="334813"/>
                </a:lnTo>
                <a:lnTo>
                  <a:pt x="11191" y="326628"/>
                </a:lnTo>
                <a:lnTo>
                  <a:pt x="3006" y="314513"/>
                </a:lnTo>
                <a:lnTo>
                  <a:pt x="0" y="29972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6441900" y="0"/>
                </a:lnTo>
                <a:lnTo>
                  <a:pt x="6456693" y="3006"/>
                </a:lnTo>
                <a:lnTo>
                  <a:pt x="6468808" y="11191"/>
                </a:lnTo>
                <a:lnTo>
                  <a:pt x="6476993" y="23306"/>
                </a:lnTo>
                <a:lnTo>
                  <a:pt x="6480000" y="38100"/>
                </a:lnTo>
                <a:lnTo>
                  <a:pt x="6480000" y="299720"/>
                </a:lnTo>
                <a:lnTo>
                  <a:pt x="6476993" y="314513"/>
                </a:lnTo>
                <a:lnTo>
                  <a:pt x="6468808" y="326628"/>
                </a:lnTo>
                <a:lnTo>
                  <a:pt x="6456693" y="334813"/>
                </a:lnTo>
                <a:lnTo>
                  <a:pt x="6441900" y="337820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0000" y="5104675"/>
            <a:ext cx="6480175" cy="3070225"/>
          </a:xfrm>
          <a:custGeom>
            <a:avLst/>
            <a:gdLst/>
            <a:ahLst/>
            <a:cxnLst/>
            <a:rect l="l" t="t" r="r" b="b"/>
            <a:pathLst>
              <a:path w="6480175" h="3070225">
                <a:moveTo>
                  <a:pt x="6422850" y="3070225"/>
                </a:moveTo>
                <a:lnTo>
                  <a:pt x="57150" y="3070225"/>
                </a:lnTo>
                <a:lnTo>
                  <a:pt x="34959" y="3065715"/>
                </a:lnTo>
                <a:lnTo>
                  <a:pt x="16787" y="3053437"/>
                </a:lnTo>
                <a:lnTo>
                  <a:pt x="4509" y="3035265"/>
                </a:lnTo>
                <a:lnTo>
                  <a:pt x="0" y="3013075"/>
                </a:lnTo>
                <a:lnTo>
                  <a:pt x="0" y="57150"/>
                </a:lnTo>
                <a:lnTo>
                  <a:pt x="4509" y="34959"/>
                </a:lnTo>
                <a:lnTo>
                  <a:pt x="16787" y="16787"/>
                </a:lnTo>
                <a:lnTo>
                  <a:pt x="34959" y="4509"/>
                </a:lnTo>
                <a:lnTo>
                  <a:pt x="57150" y="0"/>
                </a:lnTo>
                <a:lnTo>
                  <a:pt x="6422850" y="0"/>
                </a:lnTo>
                <a:lnTo>
                  <a:pt x="6445040" y="4509"/>
                </a:lnTo>
                <a:lnTo>
                  <a:pt x="6452463" y="9525"/>
                </a:lnTo>
                <a:lnTo>
                  <a:pt x="57150" y="9525"/>
                </a:lnTo>
                <a:lnTo>
                  <a:pt x="38658" y="13282"/>
                </a:lnTo>
                <a:lnTo>
                  <a:pt x="23514" y="23514"/>
                </a:lnTo>
                <a:lnTo>
                  <a:pt x="13282" y="38658"/>
                </a:lnTo>
                <a:lnTo>
                  <a:pt x="9525" y="57150"/>
                </a:lnTo>
                <a:lnTo>
                  <a:pt x="9525" y="3013075"/>
                </a:lnTo>
                <a:lnTo>
                  <a:pt x="13282" y="3031566"/>
                </a:lnTo>
                <a:lnTo>
                  <a:pt x="23514" y="3046710"/>
                </a:lnTo>
                <a:lnTo>
                  <a:pt x="38658" y="3056942"/>
                </a:lnTo>
                <a:lnTo>
                  <a:pt x="57150" y="3060700"/>
                </a:lnTo>
                <a:lnTo>
                  <a:pt x="6452463" y="3060700"/>
                </a:lnTo>
                <a:lnTo>
                  <a:pt x="6445040" y="3065715"/>
                </a:lnTo>
                <a:lnTo>
                  <a:pt x="6422850" y="3070225"/>
                </a:lnTo>
                <a:close/>
              </a:path>
              <a:path w="6480175" h="3070225">
                <a:moveTo>
                  <a:pt x="6452463" y="3060700"/>
                </a:moveTo>
                <a:lnTo>
                  <a:pt x="6422850" y="3060700"/>
                </a:lnTo>
                <a:lnTo>
                  <a:pt x="6441342" y="3056942"/>
                </a:lnTo>
                <a:lnTo>
                  <a:pt x="6456485" y="3046710"/>
                </a:lnTo>
                <a:lnTo>
                  <a:pt x="6466717" y="3031566"/>
                </a:lnTo>
                <a:lnTo>
                  <a:pt x="6470475" y="3013075"/>
                </a:lnTo>
                <a:lnTo>
                  <a:pt x="6470475" y="57150"/>
                </a:lnTo>
                <a:lnTo>
                  <a:pt x="6466717" y="38658"/>
                </a:lnTo>
                <a:lnTo>
                  <a:pt x="6456485" y="23514"/>
                </a:lnTo>
                <a:lnTo>
                  <a:pt x="6441342" y="13282"/>
                </a:lnTo>
                <a:lnTo>
                  <a:pt x="6422850" y="9525"/>
                </a:lnTo>
                <a:lnTo>
                  <a:pt x="6452463" y="9525"/>
                </a:lnTo>
                <a:lnTo>
                  <a:pt x="6463212" y="16787"/>
                </a:lnTo>
                <a:lnTo>
                  <a:pt x="6475490" y="34959"/>
                </a:lnTo>
                <a:lnTo>
                  <a:pt x="6480000" y="57150"/>
                </a:lnTo>
                <a:lnTo>
                  <a:pt x="6480000" y="3013075"/>
                </a:lnTo>
                <a:lnTo>
                  <a:pt x="6475490" y="3035265"/>
                </a:lnTo>
                <a:lnTo>
                  <a:pt x="6463212" y="3053437"/>
                </a:lnTo>
                <a:lnTo>
                  <a:pt x="6452463" y="3060700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43105" y="933871"/>
            <a:ext cx="780415" cy="146050"/>
          </a:xfrm>
          <a:custGeom>
            <a:avLst/>
            <a:gdLst/>
            <a:ahLst/>
            <a:cxnLst/>
            <a:rect l="l" t="t" r="r" b="b"/>
            <a:pathLst>
              <a:path w="780415" h="146050">
                <a:moveTo>
                  <a:pt x="751730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751730" y="0"/>
                </a:lnTo>
                <a:lnTo>
                  <a:pt x="762826" y="2254"/>
                </a:lnTo>
                <a:lnTo>
                  <a:pt x="771911" y="8393"/>
                </a:lnTo>
                <a:lnTo>
                  <a:pt x="778051" y="17479"/>
                </a:lnTo>
                <a:lnTo>
                  <a:pt x="780305" y="28575"/>
                </a:lnTo>
                <a:lnTo>
                  <a:pt x="780305" y="117475"/>
                </a:lnTo>
                <a:lnTo>
                  <a:pt x="778051" y="128570"/>
                </a:lnTo>
                <a:lnTo>
                  <a:pt x="771911" y="137656"/>
                </a:lnTo>
                <a:lnTo>
                  <a:pt x="762826" y="143795"/>
                </a:lnTo>
                <a:lnTo>
                  <a:pt x="751730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787555" y="923671"/>
            <a:ext cx="69151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Mental</a:t>
            </a:r>
            <a:r>
              <a:rPr dirty="0" sz="8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Health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699" y="882053"/>
            <a:ext cx="5836920" cy="9474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8: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Psychological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Toll</a:t>
            </a:r>
            <a:r>
              <a:rPr dirty="0" sz="1200" spc="-3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–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Burnout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&amp;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Imposter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Syndrome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Confronting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emotional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fallout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navigating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highly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competitive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job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market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managing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peer-comparison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anxieties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during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early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adulthood.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699" y="1950545"/>
            <a:ext cx="6019165" cy="2160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189865" indent="-83820">
              <a:lnSpc>
                <a:spcPct val="133300"/>
              </a:lnSpc>
              <a:spcBef>
                <a:spcPts val="35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Rejection</a:t>
            </a:r>
            <a:r>
              <a:rPr dirty="0" sz="1050" spc="-1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Engine:</a:t>
            </a:r>
            <a:r>
              <a:rPr dirty="0" sz="1050" spc="-7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Address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psychological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reality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sending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out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dozens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applications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encountering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absolute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silence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direct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rejections.</a:t>
            </a:r>
            <a:endParaRPr sz="1050">
              <a:latin typeface="Arial MT"/>
              <a:cs typeface="Arial MT"/>
            </a:endParaRPr>
          </a:p>
          <a:p>
            <a:pPr marL="203200" marR="50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Social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Media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Mirage: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Discuss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how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hyper-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curated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profiles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peers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social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channels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exacerbate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Imposter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Syndrome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(feeling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uniquely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inadequate).</a:t>
            </a:r>
            <a:endParaRPr sz="1050">
              <a:latin typeface="Arial MT"/>
              <a:cs typeface="Arial MT"/>
            </a:endParaRPr>
          </a:p>
          <a:p>
            <a:pPr marL="203200" marR="28130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Mental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Resilience: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Offer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strategies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separating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personal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self-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worth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from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market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outcomes, protecting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mental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health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during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transitions.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Arial MT"/>
              <a:cs typeface="Arial MT"/>
            </a:endParaRPr>
          </a:p>
          <a:p>
            <a:pPr marL="136525" marR="90170">
              <a:lnSpc>
                <a:spcPct val="133300"/>
              </a:lnSpc>
              <a:spcBef>
                <a:spcPts val="5"/>
              </a:spcBef>
            </a:pP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Transition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5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Presenter</a:t>
            </a:r>
            <a:r>
              <a:rPr dirty="0" sz="950" spc="-1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b="1" i="1">
                <a:solidFill>
                  <a:srgbClr val="266749"/>
                </a:solidFill>
                <a:latin typeface="Arial"/>
                <a:cs typeface="Arial"/>
              </a:rPr>
              <a:t>9:</a:t>
            </a:r>
            <a:r>
              <a:rPr dirty="0" sz="950" spc="-20" b="1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"Knowing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these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harsh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realities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shouldn't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discourage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us;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it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should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arm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us.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[Name]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will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bring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our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presentation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to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close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with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a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strategic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map</a:t>
            </a:r>
            <a:r>
              <a:rPr dirty="0" sz="950" spc="-15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for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our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66749"/>
                </a:solidFill>
                <a:latin typeface="Arial"/>
                <a:cs typeface="Arial"/>
              </a:rPr>
              <a:t>university</a:t>
            </a:r>
            <a:r>
              <a:rPr dirty="0" sz="950" spc="-10" i="1">
                <a:solidFill>
                  <a:srgbClr val="266749"/>
                </a:solidFill>
                <a:latin typeface="Arial"/>
                <a:cs typeface="Arial"/>
              </a:rPr>
              <a:t> years."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1599" y="4688919"/>
            <a:ext cx="3140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PHASE</a:t>
            </a:r>
            <a:r>
              <a:rPr dirty="0" sz="1100" spc="114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5:</a:t>
            </a:r>
            <a:r>
              <a:rPr dirty="0" sz="1100" spc="12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THE</a:t>
            </a:r>
            <a:r>
              <a:rPr dirty="0" sz="1100" spc="12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STRATEGIC</a:t>
            </a:r>
            <a:r>
              <a:rPr dirty="0" sz="1100" spc="12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A6BAF"/>
                </a:solidFill>
                <a:latin typeface="Arial"/>
                <a:cs typeface="Arial"/>
              </a:rPr>
              <a:t>PATH</a:t>
            </a:r>
            <a:r>
              <a:rPr dirty="0" sz="1100" spc="120" b="1">
                <a:solidFill>
                  <a:srgbClr val="2A6BA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A6BAF"/>
                </a:solidFill>
                <a:latin typeface="Arial"/>
                <a:cs typeface="Arial"/>
              </a:rPr>
              <a:t>FORWARD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9699" y="5266728"/>
            <a:ext cx="37769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Presenter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9: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Rewriting</a:t>
            </a:r>
            <a:r>
              <a:rPr dirty="0" sz="1200" spc="-3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the</a:t>
            </a:r>
            <a:r>
              <a:rPr dirty="0" sz="1200" spc="-35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B5282"/>
                </a:solidFill>
                <a:latin typeface="Arial"/>
                <a:cs typeface="Arial"/>
              </a:rPr>
              <a:t>Undergraduate</a:t>
            </a:r>
            <a:r>
              <a:rPr dirty="0" sz="1200" spc="-30" b="1">
                <a:solidFill>
                  <a:srgbClr val="2B5282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B5282"/>
                </a:solidFill>
                <a:latin typeface="Arial"/>
                <a:cs typeface="Arial"/>
              </a:rPr>
              <a:t>Roadmap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43402" y="5318546"/>
            <a:ext cx="1008380" cy="146050"/>
          </a:xfrm>
          <a:custGeom>
            <a:avLst/>
            <a:gdLst/>
            <a:ahLst/>
            <a:cxnLst/>
            <a:rect l="l" t="t" r="r" b="b"/>
            <a:pathLst>
              <a:path w="1008379" h="146050">
                <a:moveTo>
                  <a:pt x="979698" y="146050"/>
                </a:moveTo>
                <a:lnTo>
                  <a:pt x="28575" y="146050"/>
                </a:lnTo>
                <a:lnTo>
                  <a:pt x="17479" y="143795"/>
                </a:lnTo>
                <a:lnTo>
                  <a:pt x="8393" y="137656"/>
                </a:lnTo>
                <a:lnTo>
                  <a:pt x="2254" y="128570"/>
                </a:lnTo>
                <a:lnTo>
                  <a:pt x="0" y="117475"/>
                </a:lnTo>
                <a:lnTo>
                  <a:pt x="0" y="28575"/>
                </a:lnTo>
                <a:lnTo>
                  <a:pt x="2254" y="17479"/>
                </a:lnTo>
                <a:lnTo>
                  <a:pt x="8393" y="8393"/>
                </a:lnTo>
                <a:lnTo>
                  <a:pt x="17479" y="2254"/>
                </a:lnTo>
                <a:lnTo>
                  <a:pt x="28575" y="0"/>
                </a:lnTo>
                <a:lnTo>
                  <a:pt x="979698" y="0"/>
                </a:lnTo>
                <a:lnTo>
                  <a:pt x="990793" y="2254"/>
                </a:lnTo>
                <a:lnTo>
                  <a:pt x="999879" y="8393"/>
                </a:lnTo>
                <a:lnTo>
                  <a:pt x="1006018" y="17479"/>
                </a:lnTo>
                <a:lnTo>
                  <a:pt x="1008273" y="28575"/>
                </a:lnTo>
                <a:lnTo>
                  <a:pt x="1008273" y="117475"/>
                </a:lnTo>
                <a:lnTo>
                  <a:pt x="1006018" y="128570"/>
                </a:lnTo>
                <a:lnTo>
                  <a:pt x="999879" y="137656"/>
                </a:lnTo>
                <a:lnTo>
                  <a:pt x="990793" y="143795"/>
                </a:lnTo>
                <a:lnTo>
                  <a:pt x="979698" y="146050"/>
                </a:lnTo>
                <a:close/>
              </a:path>
            </a:pathLst>
          </a:custGeom>
          <a:solidFill>
            <a:srgbClr val="49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587852" y="5308346"/>
            <a:ext cx="91948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Conclusion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Q&amp;A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679699" y="5502288"/>
            <a:ext cx="6162040" cy="240411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THE</a:t>
            </a:r>
            <a:r>
              <a:rPr dirty="0" sz="950" spc="7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CORE</a:t>
            </a:r>
            <a:r>
              <a:rPr dirty="0" sz="950" spc="3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ANGLE:</a:t>
            </a:r>
            <a:endParaRPr sz="950">
              <a:latin typeface="Arial"/>
              <a:cs typeface="Arial"/>
            </a:endParaRPr>
          </a:p>
          <a:p>
            <a:pPr marL="12700" marR="246379">
              <a:lnSpc>
                <a:spcPct val="133300"/>
              </a:lnSpc>
              <a:spcBef>
                <a:spcPts val="275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Transforming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market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insights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into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practical,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empowering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execution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plan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first-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year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students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right 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now.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KEY</a:t>
            </a:r>
            <a:r>
              <a:rPr dirty="0" sz="950" spc="4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95467"/>
                </a:solidFill>
                <a:latin typeface="Arial"/>
                <a:cs typeface="Arial"/>
              </a:rPr>
              <a:t>TALKING</a:t>
            </a:r>
            <a:r>
              <a:rPr dirty="0" sz="950" spc="65" b="1">
                <a:solidFill>
                  <a:srgbClr val="495467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95467"/>
                </a:solidFill>
                <a:latin typeface="Arial"/>
                <a:cs typeface="Arial"/>
              </a:rPr>
              <a:t>POINTS:</a:t>
            </a:r>
            <a:endParaRPr sz="950">
              <a:latin typeface="Arial"/>
              <a:cs typeface="Arial"/>
            </a:endParaRPr>
          </a:p>
          <a:p>
            <a:pPr marL="203200" marR="85725" indent="-83820">
              <a:lnSpc>
                <a:spcPct val="133300"/>
              </a:lnSpc>
              <a:spcBef>
                <a:spcPts val="355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6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Active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Mindset: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Urge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class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shift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from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passive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student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mindset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(just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passing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exams)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to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active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professional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mindset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starting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immediately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</a:t>
            </a:r>
            <a:r>
              <a:rPr dirty="0" sz="1050" spc="-5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Year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1.</a:t>
            </a:r>
            <a:endParaRPr sz="1050">
              <a:latin typeface="Arial MT"/>
              <a:cs typeface="Arial MT"/>
            </a:endParaRPr>
          </a:p>
          <a:p>
            <a:pPr marL="203200" marR="16192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The</a:t>
            </a:r>
            <a:r>
              <a:rPr dirty="0" sz="1050" spc="-6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Action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Plan: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Emphasize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early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micro-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internships,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building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small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personal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projects,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joining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community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innovation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hubs,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treating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university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launchpad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rather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than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just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lecture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room.</a:t>
            </a:r>
            <a:endParaRPr sz="1050">
              <a:latin typeface="Arial MT"/>
              <a:cs typeface="Arial MT"/>
            </a:endParaRPr>
          </a:p>
          <a:p>
            <a:pPr marL="203200" marR="508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20320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Final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Call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to</a:t>
            </a:r>
            <a:r>
              <a:rPr dirty="0" sz="1050" spc="-6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Action: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Close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strong,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motivating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summary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sentence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smoothly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open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floor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take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questions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from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lecturer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peers.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0000" y="720000"/>
            <a:ext cx="6480175" cy="2580640"/>
            <a:chOff x="540000" y="720000"/>
            <a:chExt cx="6480175" cy="2580640"/>
          </a:xfrm>
        </p:grpSpPr>
        <p:sp>
          <p:nvSpPr>
            <p:cNvPr id="3" name="object 3"/>
            <p:cNvSpPr/>
            <p:nvPr/>
          </p:nvSpPr>
          <p:spPr>
            <a:xfrm>
              <a:off x="540000" y="720000"/>
              <a:ext cx="6480175" cy="2580640"/>
            </a:xfrm>
            <a:custGeom>
              <a:avLst/>
              <a:gdLst/>
              <a:ahLst/>
              <a:cxnLst/>
              <a:rect l="l" t="t" r="r" b="b"/>
              <a:pathLst>
                <a:path w="6480175" h="2580640">
                  <a:moveTo>
                    <a:pt x="6441900" y="2580114"/>
                  </a:moveTo>
                  <a:lnTo>
                    <a:pt x="38100" y="2580114"/>
                  </a:lnTo>
                  <a:lnTo>
                    <a:pt x="23306" y="2577107"/>
                  </a:lnTo>
                  <a:lnTo>
                    <a:pt x="11191" y="2568922"/>
                  </a:lnTo>
                  <a:lnTo>
                    <a:pt x="3006" y="2556807"/>
                  </a:lnTo>
                  <a:lnTo>
                    <a:pt x="0" y="2542014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6441900" y="0"/>
                  </a:lnTo>
                  <a:lnTo>
                    <a:pt x="6456693" y="3006"/>
                  </a:lnTo>
                  <a:lnTo>
                    <a:pt x="6468808" y="11191"/>
                  </a:lnTo>
                  <a:lnTo>
                    <a:pt x="6476993" y="23306"/>
                  </a:lnTo>
                  <a:lnTo>
                    <a:pt x="6480000" y="38100"/>
                  </a:lnTo>
                  <a:lnTo>
                    <a:pt x="6480000" y="2542014"/>
                  </a:lnTo>
                  <a:lnTo>
                    <a:pt x="6476993" y="2556807"/>
                  </a:lnTo>
                  <a:lnTo>
                    <a:pt x="6468808" y="2568922"/>
                  </a:lnTo>
                  <a:lnTo>
                    <a:pt x="6456693" y="2577107"/>
                  </a:lnTo>
                  <a:lnTo>
                    <a:pt x="6441900" y="2580114"/>
                  </a:lnTo>
                  <a:close/>
                </a:path>
              </a:pathLst>
            </a:custGeom>
            <a:solidFill>
              <a:srgbClr val="FFF9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0259" y="3282195"/>
              <a:ext cx="6449060" cy="18415"/>
            </a:xfrm>
            <a:custGeom>
              <a:avLst/>
              <a:gdLst/>
              <a:ahLst/>
              <a:cxnLst/>
              <a:rect l="l" t="t" r="r" b="b"/>
              <a:pathLst>
                <a:path w="6449059" h="18414">
                  <a:moveTo>
                    <a:pt x="6421640" y="17918"/>
                  </a:moveTo>
                  <a:lnTo>
                    <a:pt x="17840" y="17918"/>
                  </a:lnTo>
                  <a:lnTo>
                    <a:pt x="3046" y="14912"/>
                  </a:lnTo>
                  <a:lnTo>
                    <a:pt x="0" y="12853"/>
                  </a:lnTo>
                  <a:lnTo>
                    <a:pt x="17840" y="8393"/>
                  </a:lnTo>
                  <a:lnTo>
                    <a:pt x="6421640" y="8393"/>
                  </a:lnTo>
                  <a:lnTo>
                    <a:pt x="6432735" y="6139"/>
                  </a:lnTo>
                  <a:lnTo>
                    <a:pt x="6441821" y="0"/>
                  </a:lnTo>
                  <a:lnTo>
                    <a:pt x="6448548" y="6727"/>
                  </a:lnTo>
                  <a:lnTo>
                    <a:pt x="6436434" y="14912"/>
                  </a:lnTo>
                  <a:lnTo>
                    <a:pt x="6421640" y="17918"/>
                  </a:lnTo>
                  <a:close/>
                </a:path>
              </a:pathLst>
            </a:custGeom>
            <a:solidFill>
              <a:srgbClr val="FDEB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0000" y="725065"/>
              <a:ext cx="38100" cy="2570480"/>
            </a:xfrm>
            <a:custGeom>
              <a:avLst/>
              <a:gdLst/>
              <a:ahLst/>
              <a:cxnLst/>
              <a:rect l="l" t="t" r="r" b="b"/>
              <a:pathLst>
                <a:path w="38100" h="2570479">
                  <a:moveTo>
                    <a:pt x="20259" y="2569984"/>
                  </a:moveTo>
                  <a:lnTo>
                    <a:pt x="11191" y="2563857"/>
                  </a:lnTo>
                  <a:lnTo>
                    <a:pt x="3006" y="2551742"/>
                  </a:lnTo>
                  <a:lnTo>
                    <a:pt x="0" y="2536949"/>
                  </a:lnTo>
                  <a:lnTo>
                    <a:pt x="0" y="33035"/>
                  </a:lnTo>
                  <a:lnTo>
                    <a:pt x="3006" y="18241"/>
                  </a:lnTo>
                  <a:lnTo>
                    <a:pt x="11191" y="6126"/>
                  </a:lnTo>
                  <a:lnTo>
                    <a:pt x="20259" y="0"/>
                  </a:lnTo>
                  <a:lnTo>
                    <a:pt x="38100" y="4460"/>
                  </a:lnTo>
                  <a:lnTo>
                    <a:pt x="38100" y="2565524"/>
                  </a:lnTo>
                  <a:lnTo>
                    <a:pt x="20259" y="2569984"/>
                  </a:lnTo>
                  <a:close/>
                </a:path>
              </a:pathLst>
            </a:custGeom>
            <a:solidFill>
              <a:srgbClr val="DD6B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0247" y="720010"/>
              <a:ext cx="6459855" cy="2569210"/>
            </a:xfrm>
            <a:custGeom>
              <a:avLst/>
              <a:gdLst/>
              <a:ahLst/>
              <a:cxnLst/>
              <a:rect l="l" t="t" r="r" b="b"/>
              <a:pathLst>
                <a:path w="6459855" h="2569210">
                  <a:moveTo>
                    <a:pt x="6459741" y="38100"/>
                  </a:moveTo>
                  <a:lnTo>
                    <a:pt x="6456743" y="23304"/>
                  </a:lnTo>
                  <a:lnTo>
                    <a:pt x="6448552" y="11188"/>
                  </a:lnTo>
                  <a:lnTo>
                    <a:pt x="6436436" y="2997"/>
                  </a:lnTo>
                  <a:lnTo>
                    <a:pt x="6421641" y="0"/>
                  </a:lnTo>
                  <a:lnTo>
                    <a:pt x="17843" y="0"/>
                  </a:lnTo>
                  <a:lnTo>
                    <a:pt x="3048" y="2997"/>
                  </a:lnTo>
                  <a:lnTo>
                    <a:pt x="0" y="5054"/>
                  </a:lnTo>
                  <a:lnTo>
                    <a:pt x="17843" y="9525"/>
                  </a:lnTo>
                  <a:lnTo>
                    <a:pt x="6421641" y="9525"/>
                  </a:lnTo>
                  <a:lnTo>
                    <a:pt x="6432740" y="11772"/>
                  </a:lnTo>
                  <a:lnTo>
                    <a:pt x="6441834" y="17919"/>
                  </a:lnTo>
                  <a:lnTo>
                    <a:pt x="6447968" y="27000"/>
                  </a:lnTo>
                  <a:lnTo>
                    <a:pt x="6450216" y="38100"/>
                  </a:lnTo>
                  <a:lnTo>
                    <a:pt x="6450216" y="2542006"/>
                  </a:lnTo>
                  <a:lnTo>
                    <a:pt x="6447968" y="2553106"/>
                  </a:lnTo>
                  <a:lnTo>
                    <a:pt x="6441834" y="2562187"/>
                  </a:lnTo>
                  <a:lnTo>
                    <a:pt x="6448552" y="2568918"/>
                  </a:lnTo>
                  <a:lnTo>
                    <a:pt x="6456743" y="2556802"/>
                  </a:lnTo>
                  <a:lnTo>
                    <a:pt x="6459741" y="2542006"/>
                  </a:lnTo>
                  <a:lnTo>
                    <a:pt x="6459741" y="38100"/>
                  </a:lnTo>
                  <a:close/>
                </a:path>
              </a:pathLst>
            </a:custGeom>
            <a:solidFill>
              <a:srgbClr val="FDEB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975" y="892428"/>
              <a:ext cx="201596" cy="18973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78100" y="882053"/>
            <a:ext cx="6424295" cy="214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DD6B1F"/>
                </a:solidFill>
                <a:latin typeface="Arial"/>
                <a:cs typeface="Arial"/>
              </a:rPr>
              <a:t>High-</a:t>
            </a:r>
            <a:r>
              <a:rPr dirty="0" sz="1200" b="1">
                <a:solidFill>
                  <a:srgbClr val="DD6B1F"/>
                </a:solidFill>
                <a:latin typeface="Arial"/>
                <a:cs typeface="Arial"/>
              </a:rPr>
              <a:t>Performance</a:t>
            </a:r>
            <a:r>
              <a:rPr dirty="0" sz="1200" spc="-40" b="1">
                <a:solidFill>
                  <a:srgbClr val="DD6B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DD6B1F"/>
                </a:solidFill>
                <a:latin typeface="Arial"/>
                <a:cs typeface="Arial"/>
              </a:rPr>
              <a:t>Group</a:t>
            </a:r>
            <a:r>
              <a:rPr dirty="0" sz="1200" spc="-40" b="1">
                <a:solidFill>
                  <a:srgbClr val="DD6B1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DD6B1F"/>
                </a:solidFill>
                <a:latin typeface="Arial"/>
                <a:cs typeface="Arial"/>
              </a:rPr>
              <a:t>Execution</a:t>
            </a:r>
            <a:r>
              <a:rPr dirty="0" sz="1200" spc="-40" b="1">
                <a:solidFill>
                  <a:srgbClr val="DD6B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DD6B1F"/>
                </a:solidFill>
                <a:latin typeface="Arial"/>
                <a:cs typeface="Arial"/>
              </a:rPr>
              <a:t>Tips:</a:t>
            </a:r>
            <a:endParaRPr sz="1200">
              <a:latin typeface="Arial"/>
              <a:cs typeface="Arial"/>
            </a:endParaRPr>
          </a:p>
          <a:p>
            <a:pPr marL="332740" marR="140970" indent="-83820">
              <a:lnSpc>
                <a:spcPct val="133300"/>
              </a:lnSpc>
              <a:spcBef>
                <a:spcPts val="1245"/>
              </a:spcBef>
              <a:buFont typeface="Arial MT"/>
              <a:buChar char="•"/>
              <a:tabLst>
                <a:tab pos="33274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Strict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Time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discipline:</a:t>
            </a:r>
            <a:r>
              <a:rPr dirty="0" sz="1050" spc="-2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9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speakers,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if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one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person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runs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over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1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minute,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entire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presentation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fails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its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time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limit.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Use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subtle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timer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visible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speaker.</a:t>
            </a:r>
            <a:r>
              <a:rPr dirty="0" sz="1050" spc="-6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Aim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2.5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minutes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each.</a:t>
            </a:r>
            <a:endParaRPr sz="1050">
              <a:latin typeface="Arial MT"/>
              <a:cs typeface="Arial MT"/>
            </a:endParaRPr>
          </a:p>
          <a:p>
            <a:pPr marL="332740" marR="264160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332740" algn="l"/>
              </a:tabLst>
            </a:pP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Visual</a:t>
            </a:r>
            <a:r>
              <a:rPr dirty="0" sz="1050" spc="-35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Uniformity:</a:t>
            </a:r>
            <a:r>
              <a:rPr dirty="0" sz="1050" spc="-3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Keep</a:t>
            </a:r>
            <a:r>
              <a:rPr dirty="0" sz="1050" spc="-3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slide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design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simple.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Do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not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write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full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paragraphs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on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screen.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Use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the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slides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strictly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for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titles,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bold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key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statistics,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or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clean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conceptual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graphics.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Let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your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voices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provide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the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depth.</a:t>
            </a:r>
            <a:endParaRPr sz="1050">
              <a:latin typeface="Arial MT"/>
              <a:cs typeface="Arial MT"/>
            </a:endParaRPr>
          </a:p>
          <a:p>
            <a:pPr marL="332740" marR="320675" indent="-83820">
              <a:lnSpc>
                <a:spcPct val="133300"/>
              </a:lnSpc>
              <a:spcBef>
                <a:spcPts val="300"/>
              </a:spcBef>
              <a:buFont typeface="Arial MT"/>
              <a:buChar char="•"/>
              <a:tabLst>
                <a:tab pos="332740" algn="l"/>
              </a:tabLst>
            </a:pPr>
            <a:r>
              <a:rPr dirty="0" sz="1050" spc="-10" b="1">
                <a:solidFill>
                  <a:srgbClr val="2D3648"/>
                </a:solidFill>
                <a:latin typeface="Arial"/>
                <a:cs typeface="Arial"/>
              </a:rPr>
              <a:t>Physical</a:t>
            </a:r>
            <a:r>
              <a:rPr dirty="0" sz="1050" spc="-6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D3648"/>
                </a:solidFill>
                <a:latin typeface="Arial"/>
                <a:cs typeface="Arial"/>
              </a:rPr>
              <a:t>Alignment:</a:t>
            </a:r>
            <a:r>
              <a:rPr dirty="0" sz="1050" spc="-20" b="1">
                <a:solidFill>
                  <a:srgbClr val="2D36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Stand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cohesive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group.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When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member</a:t>
            </a:r>
            <a:r>
              <a:rPr dirty="0" sz="1050" spc="-1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finishes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speaking,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they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should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execute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their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transition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line,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look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toward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next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speaker,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and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visually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transfer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D3648"/>
                </a:solidFill>
                <a:latin typeface="Arial MT"/>
                <a:cs typeface="Arial MT"/>
              </a:rPr>
              <a:t>floor</a:t>
            </a:r>
            <a:r>
              <a:rPr dirty="0" sz="1050" spc="-25">
                <a:solidFill>
                  <a:srgbClr val="2D3648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2D3648"/>
                </a:solidFill>
                <a:latin typeface="Arial MT"/>
                <a:cs typeface="Arial MT"/>
              </a:rPr>
              <a:t>with</a:t>
            </a:r>
            <a:endParaRPr sz="105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  <a:spcBef>
                <a:spcPts val="420"/>
              </a:spcBef>
            </a:pPr>
            <a:r>
              <a:rPr dirty="0" sz="1050" spc="-10">
                <a:solidFill>
                  <a:srgbClr val="2D3648"/>
                </a:solidFill>
                <a:latin typeface="Arial MT"/>
                <a:cs typeface="Arial MT"/>
              </a:rPr>
              <a:t>confidence.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University</a:t>
            </a:r>
            <a:r>
              <a:rPr dirty="0" spc="-15"/>
              <a:t> </a:t>
            </a:r>
            <a:r>
              <a:rPr dirty="0"/>
              <a:t>Group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15"/>
              <a:t> </a:t>
            </a:r>
            <a:r>
              <a:rPr dirty="0"/>
              <a:t>Guide:</a:t>
            </a:r>
            <a:r>
              <a:rPr dirty="0" spc="-15"/>
              <a:t> </a:t>
            </a:r>
            <a:r>
              <a:rPr dirty="0"/>
              <a:t>Job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10"/>
              <a:t> Reality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2026-06-13T17:13:20Z</dcterms:created>
  <dcterms:modified xsi:type="dcterms:W3CDTF">2026-06-13T17:13:20Z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2026-06-13T00:00:00Z</vt:filetime>
  </property>
  <property fmtid="{D5CDD505-2E9C-101B-9397-08002B2CF9AE}" pid="4" name="Producer">
    <vt:lpwstr>WeasyPrint 62.3</vt:lpwstr>
  </property>
  <property fmtid="{D5CDD505-2E9C-101B-9397-08002B2CF9AE}" pid="5" name="LastSaved">
    <vt:filetime>2026-06-13T00:00:00Z</vt:filetime>
  </property>
</Properties>
</file>