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3" r:id="rId1"/>
    <p:sldMasterId id="2147483745" r:id="rId2"/>
    <p:sldMasterId id="2147483757" r:id="rId3"/>
    <p:sldMasterId id="2147483769" r:id="rId4"/>
    <p:sldMasterId id="2147483781" r:id="rId5"/>
    <p:sldMasterId id="2147483793" r:id="rId6"/>
  </p:sldMasterIdLst>
  <p:notesMasterIdLst>
    <p:notesMasterId r:id="rId79"/>
  </p:notesMasterIdLst>
  <p:handoutMasterIdLst>
    <p:handoutMasterId r:id="rId80"/>
  </p:handoutMasterIdLst>
  <p:sldIdLst>
    <p:sldId id="570" r:id="rId7"/>
    <p:sldId id="571" r:id="rId8"/>
    <p:sldId id="572" r:id="rId9"/>
    <p:sldId id="573" r:id="rId10"/>
    <p:sldId id="574" r:id="rId11"/>
    <p:sldId id="575" r:id="rId12"/>
    <p:sldId id="576" r:id="rId13"/>
    <p:sldId id="641" r:id="rId14"/>
    <p:sldId id="642" r:id="rId15"/>
    <p:sldId id="580" r:id="rId16"/>
    <p:sldId id="581" r:id="rId17"/>
    <p:sldId id="582" r:id="rId18"/>
    <p:sldId id="583" r:id="rId19"/>
    <p:sldId id="584" r:id="rId20"/>
    <p:sldId id="644" r:id="rId21"/>
    <p:sldId id="586" r:id="rId22"/>
    <p:sldId id="588" r:id="rId23"/>
    <p:sldId id="589" r:id="rId24"/>
    <p:sldId id="590" r:id="rId25"/>
    <p:sldId id="591" r:id="rId26"/>
    <p:sldId id="592" r:id="rId27"/>
    <p:sldId id="594" r:id="rId28"/>
    <p:sldId id="595" r:id="rId29"/>
    <p:sldId id="596" r:id="rId30"/>
    <p:sldId id="593" r:id="rId31"/>
    <p:sldId id="597" r:id="rId32"/>
    <p:sldId id="599" r:id="rId33"/>
    <p:sldId id="600" r:id="rId34"/>
    <p:sldId id="695" r:id="rId35"/>
    <p:sldId id="602" r:id="rId36"/>
    <p:sldId id="603" r:id="rId37"/>
    <p:sldId id="696" r:id="rId38"/>
    <p:sldId id="645" r:id="rId39"/>
    <p:sldId id="670" r:id="rId40"/>
    <p:sldId id="671" r:id="rId41"/>
    <p:sldId id="672" r:id="rId42"/>
    <p:sldId id="606" r:id="rId43"/>
    <p:sldId id="607" r:id="rId44"/>
    <p:sldId id="608" r:id="rId45"/>
    <p:sldId id="667" r:id="rId46"/>
    <p:sldId id="668" r:id="rId47"/>
    <p:sldId id="669" r:id="rId48"/>
    <p:sldId id="662" r:id="rId49"/>
    <p:sldId id="663" r:id="rId50"/>
    <p:sldId id="664" r:id="rId51"/>
    <p:sldId id="665" r:id="rId52"/>
    <p:sldId id="666" r:id="rId53"/>
    <p:sldId id="655" r:id="rId54"/>
    <p:sldId id="656" r:id="rId55"/>
    <p:sldId id="658" r:id="rId56"/>
    <p:sldId id="657" r:id="rId57"/>
    <p:sldId id="659" r:id="rId58"/>
    <p:sldId id="660" r:id="rId59"/>
    <p:sldId id="661" r:id="rId60"/>
    <p:sldId id="651" r:id="rId61"/>
    <p:sldId id="652" r:id="rId62"/>
    <p:sldId id="653" r:id="rId63"/>
    <p:sldId id="654" r:id="rId64"/>
    <p:sldId id="674" r:id="rId65"/>
    <p:sldId id="680" r:id="rId66"/>
    <p:sldId id="681" r:id="rId67"/>
    <p:sldId id="694" r:id="rId68"/>
    <p:sldId id="621" r:id="rId69"/>
    <p:sldId id="624" r:id="rId70"/>
    <p:sldId id="625" r:id="rId71"/>
    <p:sldId id="627" r:id="rId72"/>
    <p:sldId id="635" r:id="rId73"/>
    <p:sldId id="636" r:id="rId74"/>
    <p:sldId id="637" r:id="rId75"/>
    <p:sldId id="638" r:id="rId76"/>
    <p:sldId id="639" r:id="rId77"/>
    <p:sldId id="640" r:id="rId7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778" autoAdjust="0"/>
    <p:restoredTop sz="95807" autoAdjust="0"/>
  </p:normalViewPr>
  <p:slideViewPr>
    <p:cSldViewPr>
      <p:cViewPr varScale="1">
        <p:scale>
          <a:sx n="77" d="100"/>
          <a:sy n="77" d="100"/>
        </p:scale>
        <p:origin x="518"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915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tableStyles" Target="tableStyle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viewProps" Target="viewProp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5110F3-B176-41FD-B149-E53611E6095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ZA"/>
          </a:p>
        </p:txBody>
      </p:sp>
      <p:sp>
        <p:nvSpPr>
          <p:cNvPr id="3" name="Date Placeholder 2">
            <a:extLst>
              <a:ext uri="{FF2B5EF4-FFF2-40B4-BE49-F238E27FC236}">
                <a16:creationId xmlns:a16="http://schemas.microsoft.com/office/drawing/2014/main" id="{5ABC2301-3CC2-4419-B920-E69A14F6BA31}"/>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B1065E12-850C-4251-A5D9-4E537CDF3299}" type="datetimeFigureOut">
              <a:rPr lang="en-US"/>
              <a:pPr>
                <a:defRPr/>
              </a:pPr>
              <a:t>3/6/2026</a:t>
            </a:fld>
            <a:endParaRPr lang="en-ZA"/>
          </a:p>
        </p:txBody>
      </p:sp>
      <p:sp>
        <p:nvSpPr>
          <p:cNvPr id="4" name="Footer Placeholder 3">
            <a:extLst>
              <a:ext uri="{FF2B5EF4-FFF2-40B4-BE49-F238E27FC236}">
                <a16:creationId xmlns:a16="http://schemas.microsoft.com/office/drawing/2014/main" id="{D5783009-A6F7-4A9F-B374-E5C872418FA9}"/>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ZA"/>
          </a:p>
        </p:txBody>
      </p:sp>
      <p:sp>
        <p:nvSpPr>
          <p:cNvPr id="5" name="Slide Number Placeholder 4">
            <a:extLst>
              <a:ext uri="{FF2B5EF4-FFF2-40B4-BE49-F238E27FC236}">
                <a16:creationId xmlns:a16="http://schemas.microsoft.com/office/drawing/2014/main" id="{2906C428-CE4C-4AC1-ADB7-23218ABB94EE}"/>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A18B119-7246-456D-8594-072B35B9BAA9}" type="slidenum">
              <a:rPr lang="en-ZA" altLang="en-US"/>
              <a:pPr/>
              <a:t>‹#›</a:t>
            </a:fld>
            <a:endParaRPr lang="en-ZA"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BDD127-CA1E-46D4-A59F-8F76F368A7B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ZA"/>
          </a:p>
        </p:txBody>
      </p:sp>
      <p:sp>
        <p:nvSpPr>
          <p:cNvPr id="3" name="Date Placeholder 2">
            <a:extLst>
              <a:ext uri="{FF2B5EF4-FFF2-40B4-BE49-F238E27FC236}">
                <a16:creationId xmlns:a16="http://schemas.microsoft.com/office/drawing/2014/main" id="{B2516074-65B7-45E8-BC6B-7B2A3EC46A1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8897088F-566E-4F12-A032-5510C2E35541}" type="datetimeFigureOut">
              <a:rPr lang="en-US"/>
              <a:pPr>
                <a:defRPr/>
              </a:pPr>
              <a:t>3/6/2026</a:t>
            </a:fld>
            <a:endParaRPr lang="en-ZA"/>
          </a:p>
        </p:txBody>
      </p:sp>
      <p:sp>
        <p:nvSpPr>
          <p:cNvPr id="4" name="Slide Image Placeholder 3">
            <a:extLst>
              <a:ext uri="{FF2B5EF4-FFF2-40B4-BE49-F238E27FC236}">
                <a16:creationId xmlns:a16="http://schemas.microsoft.com/office/drawing/2014/main" id="{20E53CD2-CF11-4F95-8F09-5E68ABA691B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ZA" noProof="0"/>
          </a:p>
        </p:txBody>
      </p:sp>
      <p:sp>
        <p:nvSpPr>
          <p:cNvPr id="5" name="Notes Placeholder 4">
            <a:extLst>
              <a:ext uri="{FF2B5EF4-FFF2-40B4-BE49-F238E27FC236}">
                <a16:creationId xmlns:a16="http://schemas.microsoft.com/office/drawing/2014/main" id="{30CC6473-8290-419E-AE28-45FE5471524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ZA" noProof="0"/>
          </a:p>
        </p:txBody>
      </p:sp>
      <p:sp>
        <p:nvSpPr>
          <p:cNvPr id="6" name="Footer Placeholder 5">
            <a:extLst>
              <a:ext uri="{FF2B5EF4-FFF2-40B4-BE49-F238E27FC236}">
                <a16:creationId xmlns:a16="http://schemas.microsoft.com/office/drawing/2014/main" id="{2C544BA7-4144-42F1-9868-7D3DC0E46647}"/>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ZA"/>
          </a:p>
        </p:txBody>
      </p:sp>
      <p:sp>
        <p:nvSpPr>
          <p:cNvPr id="7" name="Slide Number Placeholder 6">
            <a:extLst>
              <a:ext uri="{FF2B5EF4-FFF2-40B4-BE49-F238E27FC236}">
                <a16:creationId xmlns:a16="http://schemas.microsoft.com/office/drawing/2014/main" id="{C66D0B1F-BD27-437A-9E70-8711F6F9AFD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5A2DF915-4F3F-4EEF-93FC-8AA6EAA941AB}" type="slidenum">
              <a:rPr lang="en-ZA" altLang="en-US"/>
              <a:pPr/>
              <a:t>‹#›</a:t>
            </a:fld>
            <a:endParaRPr lang="en-Z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51E7F491-003A-411D-8F11-CA2A86E82409}"/>
              </a:ext>
            </a:extLst>
          </p:cNvPr>
          <p:cNvSpPr>
            <a:spLocks noGrp="1"/>
          </p:cNvSpPr>
          <p:nvPr>
            <p:ph type="dt" sz="half" idx="10"/>
          </p:nvPr>
        </p:nvSpPr>
        <p:spPr/>
        <p:txBody>
          <a:bodyPr/>
          <a:lstStyle>
            <a:lvl1pPr>
              <a:defRPr/>
            </a:lvl1pPr>
          </a:lstStyle>
          <a:p>
            <a:pPr>
              <a:defRPr/>
            </a:pPr>
            <a:fld id="{5CD3915D-5F47-4D44-87D2-0FAA6D5CD5B0}" type="datetime9">
              <a:rPr lang="en-US"/>
              <a:pPr>
                <a:defRPr/>
              </a:pPr>
              <a:t>3/6/2026 12:46:19 AM</a:t>
            </a:fld>
            <a:endParaRPr lang="en-ZA"/>
          </a:p>
        </p:txBody>
      </p:sp>
      <p:sp>
        <p:nvSpPr>
          <p:cNvPr id="5" name="Footer Placeholder 4">
            <a:extLst>
              <a:ext uri="{FF2B5EF4-FFF2-40B4-BE49-F238E27FC236}">
                <a16:creationId xmlns:a16="http://schemas.microsoft.com/office/drawing/2014/main" id="{1BB3F9AD-145C-439E-9C2D-DA855561002E}"/>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5">
            <a:extLst>
              <a:ext uri="{FF2B5EF4-FFF2-40B4-BE49-F238E27FC236}">
                <a16:creationId xmlns:a16="http://schemas.microsoft.com/office/drawing/2014/main" id="{CB80D874-6409-491D-918B-1EC088357FEA}"/>
              </a:ext>
            </a:extLst>
          </p:cNvPr>
          <p:cNvSpPr>
            <a:spLocks noGrp="1"/>
          </p:cNvSpPr>
          <p:nvPr>
            <p:ph type="sldNum" sz="quarter" idx="12"/>
          </p:nvPr>
        </p:nvSpPr>
        <p:spPr/>
        <p:txBody>
          <a:bodyPr/>
          <a:lstStyle>
            <a:lvl1pPr>
              <a:defRPr/>
            </a:lvl1pPr>
          </a:lstStyle>
          <a:p>
            <a:fld id="{908C4D6D-88B3-4673-972E-9BC1F64E6AA2}" type="slidenum">
              <a:rPr lang="en-ZA" altLang="en-US"/>
              <a:pPr/>
              <a:t>‹#›</a:t>
            </a:fld>
            <a:endParaRPr lang="en-ZA" altLang="en-US"/>
          </a:p>
        </p:txBody>
      </p:sp>
    </p:spTree>
    <p:extLst>
      <p:ext uri="{BB962C8B-B14F-4D97-AF65-F5344CB8AC3E}">
        <p14:creationId xmlns:p14="http://schemas.microsoft.com/office/powerpoint/2010/main" val="3476150163"/>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180E65-8D5F-4014-AE10-BF9516B57506}"/>
              </a:ext>
            </a:extLst>
          </p:cNvPr>
          <p:cNvSpPr>
            <a:spLocks noGrp="1"/>
          </p:cNvSpPr>
          <p:nvPr>
            <p:ph type="dt" sz="half" idx="10"/>
          </p:nvPr>
        </p:nvSpPr>
        <p:spPr/>
        <p:txBody>
          <a:bodyPr/>
          <a:lstStyle>
            <a:lvl1pPr>
              <a:defRPr/>
            </a:lvl1pPr>
          </a:lstStyle>
          <a:p>
            <a:pPr>
              <a:defRPr/>
            </a:pPr>
            <a:fld id="{5BB95348-6A2A-49C1-AAD2-448187C28F4F}" type="datetime9">
              <a:rPr lang="en-US"/>
              <a:pPr>
                <a:defRPr/>
              </a:pPr>
              <a:t>3/6/2026 12:46:19 AM</a:t>
            </a:fld>
            <a:endParaRPr lang="en-ZA"/>
          </a:p>
        </p:txBody>
      </p:sp>
      <p:sp>
        <p:nvSpPr>
          <p:cNvPr id="5" name="Footer Placeholder 4">
            <a:extLst>
              <a:ext uri="{FF2B5EF4-FFF2-40B4-BE49-F238E27FC236}">
                <a16:creationId xmlns:a16="http://schemas.microsoft.com/office/drawing/2014/main" id="{BC6526A7-1B0E-4CC4-A472-E2A526B1F74E}"/>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5">
            <a:extLst>
              <a:ext uri="{FF2B5EF4-FFF2-40B4-BE49-F238E27FC236}">
                <a16:creationId xmlns:a16="http://schemas.microsoft.com/office/drawing/2014/main" id="{8775E0E4-A48A-4F37-8924-17428EED22D7}"/>
              </a:ext>
            </a:extLst>
          </p:cNvPr>
          <p:cNvSpPr>
            <a:spLocks noGrp="1"/>
          </p:cNvSpPr>
          <p:nvPr>
            <p:ph type="sldNum" sz="quarter" idx="12"/>
          </p:nvPr>
        </p:nvSpPr>
        <p:spPr/>
        <p:txBody>
          <a:bodyPr/>
          <a:lstStyle>
            <a:lvl1pPr>
              <a:defRPr/>
            </a:lvl1pPr>
          </a:lstStyle>
          <a:p>
            <a:fld id="{8195751D-1CA4-4904-8AA1-31DFDCA23051}" type="slidenum">
              <a:rPr lang="en-ZA" altLang="en-US"/>
              <a:pPr/>
              <a:t>‹#›</a:t>
            </a:fld>
            <a:endParaRPr lang="en-ZA" altLang="en-US"/>
          </a:p>
        </p:txBody>
      </p:sp>
    </p:spTree>
    <p:extLst>
      <p:ext uri="{BB962C8B-B14F-4D97-AF65-F5344CB8AC3E}">
        <p14:creationId xmlns:p14="http://schemas.microsoft.com/office/powerpoint/2010/main" val="21465679"/>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0CE3D1-1A4A-4A61-80BF-44AF75472CBA}"/>
              </a:ext>
            </a:extLst>
          </p:cNvPr>
          <p:cNvSpPr>
            <a:spLocks noGrp="1"/>
          </p:cNvSpPr>
          <p:nvPr>
            <p:ph type="dt" sz="half" idx="10"/>
          </p:nvPr>
        </p:nvSpPr>
        <p:spPr/>
        <p:txBody>
          <a:bodyPr/>
          <a:lstStyle>
            <a:lvl1pPr>
              <a:defRPr/>
            </a:lvl1pPr>
          </a:lstStyle>
          <a:p>
            <a:pPr>
              <a:defRPr/>
            </a:pPr>
            <a:fld id="{F550FE9B-F1BB-40C1-A491-0F61B0E67D4F}" type="datetime9">
              <a:rPr lang="en-US"/>
              <a:pPr>
                <a:defRPr/>
              </a:pPr>
              <a:t>3/6/2026 12:46:19 AM</a:t>
            </a:fld>
            <a:endParaRPr lang="en-ZA"/>
          </a:p>
        </p:txBody>
      </p:sp>
      <p:sp>
        <p:nvSpPr>
          <p:cNvPr id="5" name="Footer Placeholder 4">
            <a:extLst>
              <a:ext uri="{FF2B5EF4-FFF2-40B4-BE49-F238E27FC236}">
                <a16:creationId xmlns:a16="http://schemas.microsoft.com/office/drawing/2014/main" id="{B0F9353C-1B15-4DC1-BFD8-EB3EF921B82D}"/>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5">
            <a:extLst>
              <a:ext uri="{FF2B5EF4-FFF2-40B4-BE49-F238E27FC236}">
                <a16:creationId xmlns:a16="http://schemas.microsoft.com/office/drawing/2014/main" id="{1424E0DF-A226-408D-87B5-244CDFF028DB}"/>
              </a:ext>
            </a:extLst>
          </p:cNvPr>
          <p:cNvSpPr>
            <a:spLocks noGrp="1"/>
          </p:cNvSpPr>
          <p:nvPr>
            <p:ph type="sldNum" sz="quarter" idx="12"/>
          </p:nvPr>
        </p:nvSpPr>
        <p:spPr/>
        <p:txBody>
          <a:bodyPr/>
          <a:lstStyle>
            <a:lvl1pPr>
              <a:defRPr/>
            </a:lvl1pPr>
          </a:lstStyle>
          <a:p>
            <a:fld id="{15C73BCE-3CE2-461F-A6C4-BDE2B1BEA352}" type="slidenum">
              <a:rPr lang="en-ZA" altLang="en-US"/>
              <a:pPr/>
              <a:t>‹#›</a:t>
            </a:fld>
            <a:endParaRPr lang="en-ZA" altLang="en-US"/>
          </a:p>
        </p:txBody>
      </p:sp>
    </p:spTree>
    <p:extLst>
      <p:ext uri="{BB962C8B-B14F-4D97-AF65-F5344CB8AC3E}">
        <p14:creationId xmlns:p14="http://schemas.microsoft.com/office/powerpoint/2010/main" val="2042389652"/>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CBBC726B-3289-4B67-A25D-CC553E64E873}"/>
              </a:ext>
            </a:extLst>
          </p:cNvPr>
          <p:cNvSpPr>
            <a:spLocks noGrp="1"/>
          </p:cNvSpPr>
          <p:nvPr>
            <p:ph type="dt" sz="half" idx="10"/>
          </p:nvPr>
        </p:nvSpPr>
        <p:spPr/>
        <p:txBody>
          <a:bodyPr/>
          <a:lstStyle>
            <a:lvl1pPr>
              <a:defRPr/>
            </a:lvl1pPr>
          </a:lstStyle>
          <a:p>
            <a:pPr>
              <a:defRPr/>
            </a:pPr>
            <a:fld id="{20771913-D2BD-4109-A8C4-14C61372B426}" type="datetime9">
              <a:rPr lang="en-US"/>
              <a:pPr>
                <a:defRPr/>
              </a:pPr>
              <a:t>3/6/2026 12:46:19 AM</a:t>
            </a:fld>
            <a:endParaRPr lang="en-ZA"/>
          </a:p>
        </p:txBody>
      </p:sp>
      <p:sp>
        <p:nvSpPr>
          <p:cNvPr id="6" name="Footer Placeholder 4">
            <a:extLst>
              <a:ext uri="{FF2B5EF4-FFF2-40B4-BE49-F238E27FC236}">
                <a16:creationId xmlns:a16="http://schemas.microsoft.com/office/drawing/2014/main" id="{A0DD593A-D494-4C42-9F07-2AEC6DF2E4A6}"/>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7" name="Slide Number Placeholder 5">
            <a:extLst>
              <a:ext uri="{FF2B5EF4-FFF2-40B4-BE49-F238E27FC236}">
                <a16:creationId xmlns:a16="http://schemas.microsoft.com/office/drawing/2014/main" id="{27A1A5EF-99DD-4689-BAD5-80FBA1DF1367}"/>
              </a:ext>
            </a:extLst>
          </p:cNvPr>
          <p:cNvSpPr>
            <a:spLocks noGrp="1"/>
          </p:cNvSpPr>
          <p:nvPr>
            <p:ph type="sldNum" sz="quarter" idx="12"/>
          </p:nvPr>
        </p:nvSpPr>
        <p:spPr/>
        <p:txBody>
          <a:bodyPr/>
          <a:lstStyle>
            <a:lvl1pPr>
              <a:defRPr/>
            </a:lvl1pPr>
          </a:lstStyle>
          <a:p>
            <a:fld id="{7CEB800E-5806-400D-9F9C-67F69274A154}" type="slidenum">
              <a:rPr lang="en-ZA" altLang="en-US"/>
              <a:pPr/>
              <a:t>‹#›</a:t>
            </a:fld>
            <a:endParaRPr lang="en-ZA" altLang="en-US"/>
          </a:p>
        </p:txBody>
      </p:sp>
    </p:spTree>
    <p:extLst>
      <p:ext uri="{BB962C8B-B14F-4D97-AF65-F5344CB8AC3E}">
        <p14:creationId xmlns:p14="http://schemas.microsoft.com/office/powerpoint/2010/main" val="3955911554"/>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9A7C8FA-EAD1-44C7-8193-289D4E9A28F0}"/>
              </a:ext>
            </a:extLst>
          </p:cNvPr>
          <p:cNvSpPr>
            <a:spLocks noGrp="1"/>
          </p:cNvSpPr>
          <p:nvPr>
            <p:ph type="dt" sz="half" idx="10"/>
          </p:nvPr>
        </p:nvSpPr>
        <p:spPr/>
        <p:txBody>
          <a:bodyPr/>
          <a:lstStyle>
            <a:lvl1pPr>
              <a:defRPr/>
            </a:lvl1pPr>
          </a:lstStyle>
          <a:p>
            <a:pPr>
              <a:defRPr/>
            </a:pPr>
            <a:fld id="{BAC41EA3-BE2F-4BD2-B652-946B027816D0}" type="datetime9">
              <a:rPr lang="en-US"/>
              <a:pPr>
                <a:defRPr/>
              </a:pPr>
              <a:t>3/6/2026 12:46:19 AM</a:t>
            </a:fld>
            <a:endParaRPr lang="en-ZA"/>
          </a:p>
        </p:txBody>
      </p:sp>
      <p:sp>
        <p:nvSpPr>
          <p:cNvPr id="8" name="Footer Placeholder 4">
            <a:extLst>
              <a:ext uri="{FF2B5EF4-FFF2-40B4-BE49-F238E27FC236}">
                <a16:creationId xmlns:a16="http://schemas.microsoft.com/office/drawing/2014/main" id="{56FED9E1-B9C6-4E04-BDC9-DE4F8AE75252}"/>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5">
            <a:extLst>
              <a:ext uri="{FF2B5EF4-FFF2-40B4-BE49-F238E27FC236}">
                <a16:creationId xmlns:a16="http://schemas.microsoft.com/office/drawing/2014/main" id="{C1DE02C6-4943-439F-BBDD-2817E1BC23A7}"/>
              </a:ext>
            </a:extLst>
          </p:cNvPr>
          <p:cNvSpPr>
            <a:spLocks noGrp="1"/>
          </p:cNvSpPr>
          <p:nvPr>
            <p:ph type="sldNum" sz="quarter" idx="12"/>
          </p:nvPr>
        </p:nvSpPr>
        <p:spPr/>
        <p:txBody>
          <a:bodyPr/>
          <a:lstStyle>
            <a:lvl1pPr>
              <a:defRPr/>
            </a:lvl1pPr>
          </a:lstStyle>
          <a:p>
            <a:fld id="{03B8615B-75DD-42CF-9CF0-59D4BAADC6D5}" type="slidenum">
              <a:rPr lang="en-ZA" altLang="en-US"/>
              <a:pPr/>
              <a:t>‹#›</a:t>
            </a:fld>
            <a:endParaRPr lang="en-ZA" altLang="en-US"/>
          </a:p>
        </p:txBody>
      </p:sp>
    </p:spTree>
    <p:extLst>
      <p:ext uri="{BB962C8B-B14F-4D97-AF65-F5344CB8AC3E}">
        <p14:creationId xmlns:p14="http://schemas.microsoft.com/office/powerpoint/2010/main" val="3843037821"/>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3F87D039-7078-4E38-B70A-787E9CFC79D2}"/>
              </a:ext>
            </a:extLst>
          </p:cNvPr>
          <p:cNvSpPr>
            <a:spLocks noGrp="1"/>
          </p:cNvSpPr>
          <p:nvPr>
            <p:ph type="dt" sz="half" idx="10"/>
          </p:nvPr>
        </p:nvSpPr>
        <p:spPr/>
        <p:txBody>
          <a:bodyPr/>
          <a:lstStyle>
            <a:lvl1pPr>
              <a:defRPr/>
            </a:lvl1pPr>
          </a:lstStyle>
          <a:p>
            <a:pPr>
              <a:defRPr/>
            </a:pPr>
            <a:fld id="{A45470FA-501E-4E28-8940-CAC4C889847C}" type="datetime9">
              <a:rPr lang="en-US"/>
              <a:pPr>
                <a:defRPr/>
              </a:pPr>
              <a:t>3/6/2026 12:46:19 AM</a:t>
            </a:fld>
            <a:endParaRPr lang="en-ZA"/>
          </a:p>
        </p:txBody>
      </p:sp>
      <p:sp>
        <p:nvSpPr>
          <p:cNvPr id="4" name="Footer Placeholder 4">
            <a:extLst>
              <a:ext uri="{FF2B5EF4-FFF2-40B4-BE49-F238E27FC236}">
                <a16:creationId xmlns:a16="http://schemas.microsoft.com/office/drawing/2014/main" id="{6333919A-E080-44A0-9F64-A1105351B561}"/>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5" name="Slide Number Placeholder 5">
            <a:extLst>
              <a:ext uri="{FF2B5EF4-FFF2-40B4-BE49-F238E27FC236}">
                <a16:creationId xmlns:a16="http://schemas.microsoft.com/office/drawing/2014/main" id="{1957BD99-5EA1-45A3-8990-F3FBF6F60475}"/>
              </a:ext>
            </a:extLst>
          </p:cNvPr>
          <p:cNvSpPr>
            <a:spLocks noGrp="1"/>
          </p:cNvSpPr>
          <p:nvPr>
            <p:ph type="sldNum" sz="quarter" idx="12"/>
          </p:nvPr>
        </p:nvSpPr>
        <p:spPr/>
        <p:txBody>
          <a:bodyPr/>
          <a:lstStyle>
            <a:lvl1pPr>
              <a:defRPr/>
            </a:lvl1pPr>
          </a:lstStyle>
          <a:p>
            <a:fld id="{C08B4835-EB29-4A51-862A-610F3EF54970}" type="slidenum">
              <a:rPr lang="en-ZA" altLang="en-US"/>
              <a:pPr/>
              <a:t>‹#›</a:t>
            </a:fld>
            <a:endParaRPr lang="en-ZA" altLang="en-US"/>
          </a:p>
        </p:txBody>
      </p:sp>
    </p:spTree>
    <p:extLst>
      <p:ext uri="{BB962C8B-B14F-4D97-AF65-F5344CB8AC3E}">
        <p14:creationId xmlns:p14="http://schemas.microsoft.com/office/powerpoint/2010/main" val="256561824"/>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9205D57-121F-468A-802F-555E83B73260}"/>
              </a:ext>
            </a:extLst>
          </p:cNvPr>
          <p:cNvSpPr>
            <a:spLocks noGrp="1"/>
          </p:cNvSpPr>
          <p:nvPr>
            <p:ph type="dt" sz="half" idx="10"/>
          </p:nvPr>
        </p:nvSpPr>
        <p:spPr/>
        <p:txBody>
          <a:bodyPr/>
          <a:lstStyle>
            <a:lvl1pPr>
              <a:defRPr/>
            </a:lvl1pPr>
          </a:lstStyle>
          <a:p>
            <a:pPr>
              <a:defRPr/>
            </a:pPr>
            <a:fld id="{2C31DD94-1E8D-4C5F-A19E-64DC24CBDA8A}" type="datetime9">
              <a:rPr lang="en-US"/>
              <a:pPr>
                <a:defRPr/>
              </a:pPr>
              <a:t>3/6/2026 12:46:19 AM</a:t>
            </a:fld>
            <a:endParaRPr lang="en-ZA"/>
          </a:p>
        </p:txBody>
      </p:sp>
      <p:sp>
        <p:nvSpPr>
          <p:cNvPr id="3" name="Footer Placeholder 4">
            <a:extLst>
              <a:ext uri="{FF2B5EF4-FFF2-40B4-BE49-F238E27FC236}">
                <a16:creationId xmlns:a16="http://schemas.microsoft.com/office/drawing/2014/main" id="{5FD87A1B-9E3B-4FD0-813C-7DB8D44C1F86}"/>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4" name="Slide Number Placeholder 5">
            <a:extLst>
              <a:ext uri="{FF2B5EF4-FFF2-40B4-BE49-F238E27FC236}">
                <a16:creationId xmlns:a16="http://schemas.microsoft.com/office/drawing/2014/main" id="{AE44F58C-AF04-425A-AF7E-4E5A69389438}"/>
              </a:ext>
            </a:extLst>
          </p:cNvPr>
          <p:cNvSpPr>
            <a:spLocks noGrp="1"/>
          </p:cNvSpPr>
          <p:nvPr>
            <p:ph type="sldNum" sz="quarter" idx="12"/>
          </p:nvPr>
        </p:nvSpPr>
        <p:spPr/>
        <p:txBody>
          <a:bodyPr/>
          <a:lstStyle>
            <a:lvl1pPr>
              <a:defRPr/>
            </a:lvl1pPr>
          </a:lstStyle>
          <a:p>
            <a:fld id="{0A7C3607-AC83-4846-BA80-73D94194F208}" type="slidenum">
              <a:rPr lang="en-ZA" altLang="en-US"/>
              <a:pPr/>
              <a:t>‹#›</a:t>
            </a:fld>
            <a:endParaRPr lang="en-ZA" altLang="en-US"/>
          </a:p>
        </p:txBody>
      </p:sp>
    </p:spTree>
    <p:extLst>
      <p:ext uri="{BB962C8B-B14F-4D97-AF65-F5344CB8AC3E}">
        <p14:creationId xmlns:p14="http://schemas.microsoft.com/office/powerpoint/2010/main" val="3194570299"/>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0BFC465-5F4A-45AE-B4FF-BCE552ACCAB6}"/>
              </a:ext>
            </a:extLst>
          </p:cNvPr>
          <p:cNvSpPr>
            <a:spLocks noGrp="1"/>
          </p:cNvSpPr>
          <p:nvPr>
            <p:ph type="dt" sz="half" idx="10"/>
          </p:nvPr>
        </p:nvSpPr>
        <p:spPr/>
        <p:txBody>
          <a:bodyPr/>
          <a:lstStyle>
            <a:lvl1pPr>
              <a:defRPr/>
            </a:lvl1pPr>
          </a:lstStyle>
          <a:p>
            <a:pPr>
              <a:defRPr/>
            </a:pPr>
            <a:fld id="{25D0057D-A8A9-4B51-97DB-A48888145BD1}" type="datetime9">
              <a:rPr lang="en-US"/>
              <a:pPr>
                <a:defRPr/>
              </a:pPr>
              <a:t>3/6/2026 12:46:19 AM</a:t>
            </a:fld>
            <a:endParaRPr lang="en-ZA"/>
          </a:p>
        </p:txBody>
      </p:sp>
      <p:sp>
        <p:nvSpPr>
          <p:cNvPr id="6" name="Footer Placeholder 4">
            <a:extLst>
              <a:ext uri="{FF2B5EF4-FFF2-40B4-BE49-F238E27FC236}">
                <a16:creationId xmlns:a16="http://schemas.microsoft.com/office/drawing/2014/main" id="{0E7C7C17-68CD-42EB-8ED5-5FDEDB99555A}"/>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7" name="Slide Number Placeholder 5">
            <a:extLst>
              <a:ext uri="{FF2B5EF4-FFF2-40B4-BE49-F238E27FC236}">
                <a16:creationId xmlns:a16="http://schemas.microsoft.com/office/drawing/2014/main" id="{4A4BFC1A-CCE1-47CF-A485-B51B5E5398B3}"/>
              </a:ext>
            </a:extLst>
          </p:cNvPr>
          <p:cNvSpPr>
            <a:spLocks noGrp="1"/>
          </p:cNvSpPr>
          <p:nvPr>
            <p:ph type="sldNum" sz="quarter" idx="12"/>
          </p:nvPr>
        </p:nvSpPr>
        <p:spPr/>
        <p:txBody>
          <a:bodyPr/>
          <a:lstStyle>
            <a:lvl1pPr>
              <a:defRPr/>
            </a:lvl1pPr>
          </a:lstStyle>
          <a:p>
            <a:fld id="{48F6EB9D-D108-4E93-89E7-4369006E1B84}" type="slidenum">
              <a:rPr lang="en-ZA" altLang="en-US"/>
              <a:pPr/>
              <a:t>‹#›</a:t>
            </a:fld>
            <a:endParaRPr lang="en-ZA" altLang="en-US"/>
          </a:p>
        </p:txBody>
      </p:sp>
    </p:spTree>
    <p:extLst>
      <p:ext uri="{BB962C8B-B14F-4D97-AF65-F5344CB8AC3E}">
        <p14:creationId xmlns:p14="http://schemas.microsoft.com/office/powerpoint/2010/main" val="2897878951"/>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6118B7E-8DA8-4A92-BBB9-355423F57869}"/>
              </a:ext>
            </a:extLst>
          </p:cNvPr>
          <p:cNvSpPr>
            <a:spLocks noGrp="1"/>
          </p:cNvSpPr>
          <p:nvPr>
            <p:ph type="dt" sz="half" idx="10"/>
          </p:nvPr>
        </p:nvSpPr>
        <p:spPr/>
        <p:txBody>
          <a:bodyPr/>
          <a:lstStyle>
            <a:lvl1pPr>
              <a:defRPr/>
            </a:lvl1pPr>
          </a:lstStyle>
          <a:p>
            <a:pPr>
              <a:defRPr/>
            </a:pPr>
            <a:fld id="{FF2E9118-B25F-426B-BB2F-2D154ABD9056}" type="datetime9">
              <a:rPr lang="en-US"/>
              <a:pPr>
                <a:defRPr/>
              </a:pPr>
              <a:t>3/6/2026 12:46:19 AM</a:t>
            </a:fld>
            <a:endParaRPr lang="en-ZA"/>
          </a:p>
        </p:txBody>
      </p:sp>
      <p:sp>
        <p:nvSpPr>
          <p:cNvPr id="6" name="Footer Placeholder 4">
            <a:extLst>
              <a:ext uri="{FF2B5EF4-FFF2-40B4-BE49-F238E27FC236}">
                <a16:creationId xmlns:a16="http://schemas.microsoft.com/office/drawing/2014/main" id="{6B32C05F-C68E-4E73-A67D-88E1AFC7D2E7}"/>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7" name="Slide Number Placeholder 5">
            <a:extLst>
              <a:ext uri="{FF2B5EF4-FFF2-40B4-BE49-F238E27FC236}">
                <a16:creationId xmlns:a16="http://schemas.microsoft.com/office/drawing/2014/main" id="{1CB91B19-25F8-45AE-A940-8D7416CB8892}"/>
              </a:ext>
            </a:extLst>
          </p:cNvPr>
          <p:cNvSpPr>
            <a:spLocks noGrp="1"/>
          </p:cNvSpPr>
          <p:nvPr>
            <p:ph type="sldNum" sz="quarter" idx="12"/>
          </p:nvPr>
        </p:nvSpPr>
        <p:spPr/>
        <p:txBody>
          <a:bodyPr/>
          <a:lstStyle>
            <a:lvl1pPr>
              <a:defRPr/>
            </a:lvl1pPr>
          </a:lstStyle>
          <a:p>
            <a:fld id="{8C268F06-2E1F-4351-A5EC-E562236EA881}" type="slidenum">
              <a:rPr lang="en-ZA" altLang="en-US"/>
              <a:pPr/>
              <a:t>‹#›</a:t>
            </a:fld>
            <a:endParaRPr lang="en-ZA" altLang="en-US"/>
          </a:p>
        </p:txBody>
      </p:sp>
    </p:spTree>
    <p:extLst>
      <p:ext uri="{BB962C8B-B14F-4D97-AF65-F5344CB8AC3E}">
        <p14:creationId xmlns:p14="http://schemas.microsoft.com/office/powerpoint/2010/main" val="2103586704"/>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166E37-3BA2-4F1D-9E2C-4194F68C6368}"/>
              </a:ext>
            </a:extLst>
          </p:cNvPr>
          <p:cNvSpPr>
            <a:spLocks noGrp="1"/>
          </p:cNvSpPr>
          <p:nvPr>
            <p:ph type="dt" sz="half" idx="10"/>
          </p:nvPr>
        </p:nvSpPr>
        <p:spPr/>
        <p:txBody>
          <a:bodyPr/>
          <a:lstStyle>
            <a:lvl1pPr>
              <a:defRPr/>
            </a:lvl1pPr>
          </a:lstStyle>
          <a:p>
            <a:pPr>
              <a:defRPr/>
            </a:pPr>
            <a:fld id="{4D09B9BB-E4A3-4768-A380-0E34A9E44997}" type="datetime9">
              <a:rPr lang="en-US"/>
              <a:pPr>
                <a:defRPr/>
              </a:pPr>
              <a:t>3/6/2026 12:46:19 AM</a:t>
            </a:fld>
            <a:endParaRPr lang="en-ZA"/>
          </a:p>
        </p:txBody>
      </p:sp>
      <p:sp>
        <p:nvSpPr>
          <p:cNvPr id="5" name="Footer Placeholder 4">
            <a:extLst>
              <a:ext uri="{FF2B5EF4-FFF2-40B4-BE49-F238E27FC236}">
                <a16:creationId xmlns:a16="http://schemas.microsoft.com/office/drawing/2014/main" id="{57D7EAB5-9AF6-4A1F-B5BC-CA0C277D3BCA}"/>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5">
            <a:extLst>
              <a:ext uri="{FF2B5EF4-FFF2-40B4-BE49-F238E27FC236}">
                <a16:creationId xmlns:a16="http://schemas.microsoft.com/office/drawing/2014/main" id="{DD1F4753-6907-497B-8A65-5D4B4F70FD31}"/>
              </a:ext>
            </a:extLst>
          </p:cNvPr>
          <p:cNvSpPr>
            <a:spLocks noGrp="1"/>
          </p:cNvSpPr>
          <p:nvPr>
            <p:ph type="sldNum" sz="quarter" idx="12"/>
          </p:nvPr>
        </p:nvSpPr>
        <p:spPr/>
        <p:txBody>
          <a:bodyPr/>
          <a:lstStyle>
            <a:lvl1pPr>
              <a:defRPr/>
            </a:lvl1pPr>
          </a:lstStyle>
          <a:p>
            <a:fld id="{E9F32CBF-519F-490C-875F-9458B483C2E3}" type="slidenum">
              <a:rPr lang="en-ZA" altLang="en-US"/>
              <a:pPr/>
              <a:t>‹#›</a:t>
            </a:fld>
            <a:endParaRPr lang="en-ZA" altLang="en-US"/>
          </a:p>
        </p:txBody>
      </p:sp>
    </p:spTree>
    <p:extLst>
      <p:ext uri="{BB962C8B-B14F-4D97-AF65-F5344CB8AC3E}">
        <p14:creationId xmlns:p14="http://schemas.microsoft.com/office/powerpoint/2010/main" val="3156828561"/>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652CB1-BE02-4709-837E-7CE48B0F0300}"/>
              </a:ext>
            </a:extLst>
          </p:cNvPr>
          <p:cNvSpPr>
            <a:spLocks noGrp="1"/>
          </p:cNvSpPr>
          <p:nvPr>
            <p:ph type="dt" sz="half" idx="10"/>
          </p:nvPr>
        </p:nvSpPr>
        <p:spPr/>
        <p:txBody>
          <a:bodyPr/>
          <a:lstStyle>
            <a:lvl1pPr>
              <a:defRPr/>
            </a:lvl1pPr>
          </a:lstStyle>
          <a:p>
            <a:pPr>
              <a:defRPr/>
            </a:pPr>
            <a:fld id="{32B8E1B8-5DC4-4B7A-BAF7-22D1C9384E86}" type="datetime9">
              <a:rPr lang="en-US"/>
              <a:pPr>
                <a:defRPr/>
              </a:pPr>
              <a:t>3/6/2026 12:46:19 AM</a:t>
            </a:fld>
            <a:endParaRPr lang="en-ZA"/>
          </a:p>
        </p:txBody>
      </p:sp>
      <p:sp>
        <p:nvSpPr>
          <p:cNvPr id="5" name="Footer Placeholder 4">
            <a:extLst>
              <a:ext uri="{FF2B5EF4-FFF2-40B4-BE49-F238E27FC236}">
                <a16:creationId xmlns:a16="http://schemas.microsoft.com/office/drawing/2014/main" id="{0FFD1793-F528-4A8B-B209-3819EF4C84D0}"/>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5">
            <a:extLst>
              <a:ext uri="{FF2B5EF4-FFF2-40B4-BE49-F238E27FC236}">
                <a16:creationId xmlns:a16="http://schemas.microsoft.com/office/drawing/2014/main" id="{6CEF7DAD-FE8F-4949-A3B4-B825FC8EAB05}"/>
              </a:ext>
            </a:extLst>
          </p:cNvPr>
          <p:cNvSpPr>
            <a:spLocks noGrp="1"/>
          </p:cNvSpPr>
          <p:nvPr>
            <p:ph type="sldNum" sz="quarter" idx="12"/>
          </p:nvPr>
        </p:nvSpPr>
        <p:spPr/>
        <p:txBody>
          <a:bodyPr/>
          <a:lstStyle>
            <a:lvl1pPr>
              <a:defRPr/>
            </a:lvl1pPr>
          </a:lstStyle>
          <a:p>
            <a:fld id="{224AA2F4-E163-4DF5-9278-8B3737037C64}" type="slidenum">
              <a:rPr lang="en-ZA" altLang="en-US"/>
              <a:pPr/>
              <a:t>‹#›</a:t>
            </a:fld>
            <a:endParaRPr lang="en-ZA" altLang="en-US"/>
          </a:p>
        </p:txBody>
      </p:sp>
    </p:spTree>
    <p:extLst>
      <p:ext uri="{BB962C8B-B14F-4D97-AF65-F5344CB8AC3E}">
        <p14:creationId xmlns:p14="http://schemas.microsoft.com/office/powerpoint/2010/main" val="98936906"/>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3AC3262-16CF-4EEC-B906-10FAC424C384}"/>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10">
            <a:extLst>
              <a:ext uri="{FF2B5EF4-FFF2-40B4-BE49-F238E27FC236}">
                <a16:creationId xmlns:a16="http://schemas.microsoft.com/office/drawing/2014/main" id="{EE392AB3-B0F8-4C8A-833D-E21F223853B9}"/>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E90D2819-26BE-4CB7-A5EB-4844328A4045}"/>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CE280CF7-80B8-4D5D-B4E8-19123CBA2CC5}"/>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FF12719F-1146-4C1B-8540-EDD8CB5B39DD}"/>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a:extLst>
              <a:ext uri="{FF2B5EF4-FFF2-40B4-BE49-F238E27FC236}">
                <a16:creationId xmlns:a16="http://schemas.microsoft.com/office/drawing/2014/main" id="{E28AF1AE-B231-4BFA-A30B-98F9E0444840}"/>
              </a:ext>
            </a:extLst>
          </p:cNvPr>
          <p:cNvSpPr>
            <a:spLocks noGrp="1"/>
          </p:cNvSpPr>
          <p:nvPr>
            <p:ph type="dt" sz="half" idx="10"/>
          </p:nvPr>
        </p:nvSpPr>
        <p:spPr/>
        <p:txBody>
          <a:bodyPr/>
          <a:lstStyle>
            <a:lvl1pPr>
              <a:defRPr/>
            </a:lvl1pPr>
          </a:lstStyle>
          <a:p>
            <a:pPr>
              <a:defRPr/>
            </a:pPr>
            <a:fld id="{49AB4C5C-7903-45D2-9D3A-4435A8633B4C}" type="datetime9">
              <a:rPr lang="en-US"/>
              <a:pPr>
                <a:defRPr/>
              </a:pPr>
              <a:t>3/6/2026 12:46:19 AM</a:t>
            </a:fld>
            <a:endParaRPr lang="en-ZA"/>
          </a:p>
        </p:txBody>
      </p:sp>
      <p:sp>
        <p:nvSpPr>
          <p:cNvPr id="12" name="Footer Placeholder 16">
            <a:extLst>
              <a:ext uri="{FF2B5EF4-FFF2-40B4-BE49-F238E27FC236}">
                <a16:creationId xmlns:a16="http://schemas.microsoft.com/office/drawing/2014/main" id="{2ACDDF46-039C-4317-A6C0-6E3F9C541068}"/>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13" name="Slide Number Placeholder 28">
            <a:extLst>
              <a:ext uri="{FF2B5EF4-FFF2-40B4-BE49-F238E27FC236}">
                <a16:creationId xmlns:a16="http://schemas.microsoft.com/office/drawing/2014/main" id="{C19A529D-11F6-42BC-B339-ADF035732727}"/>
              </a:ext>
            </a:extLst>
          </p:cNvPr>
          <p:cNvSpPr>
            <a:spLocks noGrp="1"/>
          </p:cNvSpPr>
          <p:nvPr>
            <p:ph type="sldNum" sz="quarter" idx="12"/>
          </p:nvPr>
        </p:nvSpPr>
        <p:spPr/>
        <p:txBody>
          <a:bodyPr/>
          <a:lstStyle>
            <a:lvl1pPr>
              <a:defRPr/>
            </a:lvl1pPr>
          </a:lstStyle>
          <a:p>
            <a:fld id="{F73762EC-F1F1-4C42-955E-E90DC00B8DC5}" type="slidenum">
              <a:rPr lang="en-ZA" altLang="en-US"/>
              <a:pPr/>
              <a:t>‹#›</a:t>
            </a:fld>
            <a:endParaRPr lang="en-ZA" altLang="en-US"/>
          </a:p>
        </p:txBody>
      </p:sp>
    </p:spTree>
    <p:extLst>
      <p:ext uri="{BB962C8B-B14F-4D97-AF65-F5344CB8AC3E}">
        <p14:creationId xmlns:p14="http://schemas.microsoft.com/office/powerpoint/2010/main" val="1909158385"/>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06BD666A-7183-4DC2-BCE4-FB8C4CCEC8A2}"/>
              </a:ext>
            </a:extLst>
          </p:cNvPr>
          <p:cNvSpPr>
            <a:spLocks noGrp="1"/>
          </p:cNvSpPr>
          <p:nvPr>
            <p:ph type="dt" sz="half" idx="10"/>
          </p:nvPr>
        </p:nvSpPr>
        <p:spPr/>
        <p:txBody>
          <a:bodyPr/>
          <a:lstStyle>
            <a:lvl1pPr>
              <a:defRPr/>
            </a:lvl1pPr>
          </a:lstStyle>
          <a:p>
            <a:pPr>
              <a:defRPr/>
            </a:pPr>
            <a:fld id="{7C898FF9-5762-457D-B95D-410AA4A6C9B4}" type="datetime9">
              <a:rPr lang="en-US"/>
              <a:pPr>
                <a:defRPr/>
              </a:pPr>
              <a:t>3/6/2026 12:46:19 AM</a:t>
            </a:fld>
            <a:endParaRPr lang="en-ZA"/>
          </a:p>
        </p:txBody>
      </p:sp>
      <p:sp>
        <p:nvSpPr>
          <p:cNvPr id="5" name="Footer Placeholder 2">
            <a:extLst>
              <a:ext uri="{FF2B5EF4-FFF2-40B4-BE49-F238E27FC236}">
                <a16:creationId xmlns:a16="http://schemas.microsoft.com/office/drawing/2014/main" id="{733FBCDF-822B-4F25-8CBE-13E64F5FB11A}"/>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7D4B9A99-7CC8-4496-AC67-2FCA19BE7CBB}"/>
              </a:ext>
            </a:extLst>
          </p:cNvPr>
          <p:cNvSpPr>
            <a:spLocks noGrp="1"/>
          </p:cNvSpPr>
          <p:nvPr>
            <p:ph type="sldNum" sz="quarter" idx="12"/>
          </p:nvPr>
        </p:nvSpPr>
        <p:spPr/>
        <p:txBody>
          <a:bodyPr/>
          <a:lstStyle>
            <a:lvl1pPr>
              <a:defRPr/>
            </a:lvl1pPr>
          </a:lstStyle>
          <a:p>
            <a:fld id="{5F5F7678-2BCF-4FE7-A8D5-80717FBC6A32}" type="slidenum">
              <a:rPr lang="en-ZA" altLang="en-US"/>
              <a:pPr/>
              <a:t>‹#›</a:t>
            </a:fld>
            <a:endParaRPr lang="en-ZA" altLang="en-US"/>
          </a:p>
        </p:txBody>
      </p:sp>
    </p:spTree>
    <p:extLst>
      <p:ext uri="{BB962C8B-B14F-4D97-AF65-F5344CB8AC3E}">
        <p14:creationId xmlns:p14="http://schemas.microsoft.com/office/powerpoint/2010/main" val="3574914981"/>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C30444C-CA5A-4092-B9C0-5ECE233FF251}"/>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5" name="Rounded Rectangle 10">
            <a:extLst>
              <a:ext uri="{FF2B5EF4-FFF2-40B4-BE49-F238E27FC236}">
                <a16:creationId xmlns:a16="http://schemas.microsoft.com/office/drawing/2014/main" id="{29FBAFE3-88BC-4C94-9D0C-2137ED17D997}"/>
              </a:ext>
            </a:extLst>
          </p:cNvPr>
          <p:cNvGrpSpPr>
            <a:grpSpLocks/>
          </p:cNvGrpSpPr>
          <p:nvPr/>
        </p:nvGrpSpPr>
        <p:grpSpPr bwMode="auto">
          <a:xfrm>
            <a:off x="63500" y="63500"/>
            <a:ext cx="9029700" cy="6705600"/>
            <a:chOff x="40" y="40"/>
            <a:chExt cx="5688" cy="4224"/>
          </a:xfrm>
        </p:grpSpPr>
        <p:pic>
          <p:nvPicPr>
            <p:cNvPr id="6" name="Rounded Rectangle 10">
              <a:extLst>
                <a:ext uri="{FF2B5EF4-FFF2-40B4-BE49-F238E27FC236}">
                  <a16:creationId xmlns:a16="http://schemas.microsoft.com/office/drawing/2014/main" id="{29C96DF5-5F3E-45EC-8810-523D9614DA3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 y="40"/>
              <a:ext cx="5688" cy="422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a:extLst>
                <a:ext uri="{FF2B5EF4-FFF2-40B4-BE49-F238E27FC236}">
                  <a16:creationId xmlns:a16="http://schemas.microsoft.com/office/drawing/2014/main" id="{DD9202E3-8B75-4D68-981B-C63C425AA88A}"/>
                </a:ext>
              </a:extLst>
            </p:cNvPr>
            <p:cNvSpPr txBox="1">
              <a:spLocks noChangeArrowheads="1"/>
            </p:cNvSpPr>
            <p:nvPr/>
          </p:nvSpPr>
          <p:spPr bwMode="auto">
            <a:xfrm>
              <a:off x="102" y="105"/>
              <a:ext cx="5556" cy="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endParaRPr lang="en-US" altLang="en-US">
                <a:solidFill>
                  <a:srgbClr val="FFFFFF"/>
                </a:solidFill>
                <a:latin typeface="Perpetua" panose="02020502060401020303" pitchFamily="18" charset="0"/>
              </a:endParaRPr>
            </a:p>
          </p:txBody>
        </p:sp>
      </p:grpSp>
      <p:sp>
        <p:nvSpPr>
          <p:cNvPr id="8" name="Rectangle 7">
            <a:extLst>
              <a:ext uri="{FF2B5EF4-FFF2-40B4-BE49-F238E27FC236}">
                <a16:creationId xmlns:a16="http://schemas.microsoft.com/office/drawing/2014/main" id="{EDB46619-8EFD-41E4-987B-F1D1B1A77BEA}"/>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1D70F4E9-C720-4DA6-B89C-63FBF9FB24EF}"/>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385809C3-76D4-480B-8D99-E7A6BBCA2B81}"/>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11" name="Date Placeholder 3">
            <a:extLst>
              <a:ext uri="{FF2B5EF4-FFF2-40B4-BE49-F238E27FC236}">
                <a16:creationId xmlns:a16="http://schemas.microsoft.com/office/drawing/2014/main" id="{0622ECB4-3940-433E-A38B-D56071EE0FDE}"/>
              </a:ext>
            </a:extLst>
          </p:cNvPr>
          <p:cNvSpPr>
            <a:spLocks noGrp="1"/>
          </p:cNvSpPr>
          <p:nvPr>
            <p:ph type="dt" sz="half" idx="10"/>
          </p:nvPr>
        </p:nvSpPr>
        <p:spPr/>
        <p:txBody>
          <a:bodyPr/>
          <a:lstStyle>
            <a:lvl1pPr>
              <a:defRPr/>
            </a:lvl1pPr>
          </a:lstStyle>
          <a:p>
            <a:pPr>
              <a:defRPr/>
            </a:pPr>
            <a:fld id="{454D6178-9704-46DA-8538-6E6088701A67}" type="datetime9">
              <a:rPr lang="en-US"/>
              <a:pPr>
                <a:defRPr/>
              </a:pPr>
              <a:t>3/6/2026 12:46:19 AM</a:t>
            </a:fld>
            <a:endParaRPr lang="en-ZA"/>
          </a:p>
        </p:txBody>
      </p:sp>
      <p:sp>
        <p:nvSpPr>
          <p:cNvPr id="12" name="Footer Placeholder 4">
            <a:extLst>
              <a:ext uri="{FF2B5EF4-FFF2-40B4-BE49-F238E27FC236}">
                <a16:creationId xmlns:a16="http://schemas.microsoft.com/office/drawing/2014/main" id="{A10C3257-E19D-417B-B663-72A1005DBB2A}"/>
              </a:ext>
            </a:extLst>
          </p:cNvPr>
          <p:cNvSpPr>
            <a:spLocks noGrp="1"/>
          </p:cNvSpPr>
          <p:nvPr>
            <p:ph type="ftr" sz="quarter" idx="11"/>
          </p:nvPr>
        </p:nvSpPr>
        <p:spPr>
          <a:xfrm>
            <a:off x="800100" y="6172200"/>
            <a:ext cx="4000500" cy="457200"/>
          </a:xfrm>
        </p:spPr>
        <p:txBody>
          <a:bodyPr/>
          <a:lstStyle>
            <a:lvl1pPr>
              <a:defRPr/>
            </a:lvl1pPr>
          </a:lstStyle>
          <a:p>
            <a:pPr>
              <a:defRPr/>
            </a:pPr>
            <a:r>
              <a:rPr lang="fr-FR" dirty="0"/>
              <a:t>Dr Jean de Dieu NIYONZIMA</a:t>
            </a:r>
            <a:endParaRPr lang="en-ZA" dirty="0"/>
          </a:p>
        </p:txBody>
      </p:sp>
      <p:sp>
        <p:nvSpPr>
          <p:cNvPr id="13" name="Slide Number Placeholder 5">
            <a:extLst>
              <a:ext uri="{FF2B5EF4-FFF2-40B4-BE49-F238E27FC236}">
                <a16:creationId xmlns:a16="http://schemas.microsoft.com/office/drawing/2014/main" id="{01F5FC63-05CD-459D-9C6F-68CA62F10128}"/>
              </a:ext>
            </a:extLst>
          </p:cNvPr>
          <p:cNvSpPr>
            <a:spLocks noGrp="1"/>
          </p:cNvSpPr>
          <p:nvPr>
            <p:ph type="sldNum" sz="quarter" idx="12"/>
          </p:nvPr>
        </p:nvSpPr>
        <p:spPr>
          <a:xfrm>
            <a:off x="146050" y="6208713"/>
            <a:ext cx="457200" cy="457200"/>
          </a:xfrm>
        </p:spPr>
        <p:txBody>
          <a:bodyPr/>
          <a:lstStyle>
            <a:lvl1pPr>
              <a:defRPr/>
            </a:lvl1pPr>
          </a:lstStyle>
          <a:p>
            <a:fld id="{26CA7E89-D6ED-43D5-B7EB-E48C315B82D2}" type="slidenum">
              <a:rPr lang="en-ZA" altLang="en-US"/>
              <a:pPr/>
              <a:t>‹#›</a:t>
            </a:fld>
            <a:endParaRPr lang="en-ZA" altLang="en-US"/>
          </a:p>
        </p:txBody>
      </p:sp>
    </p:spTree>
    <p:extLst>
      <p:ext uri="{BB962C8B-B14F-4D97-AF65-F5344CB8AC3E}">
        <p14:creationId xmlns:p14="http://schemas.microsoft.com/office/powerpoint/2010/main" val="2293186097"/>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C0169786-6190-46E7-B845-3AD052D83ED7}"/>
              </a:ext>
            </a:extLst>
          </p:cNvPr>
          <p:cNvSpPr>
            <a:spLocks noGrp="1"/>
          </p:cNvSpPr>
          <p:nvPr>
            <p:ph type="dt" sz="half" idx="10"/>
          </p:nvPr>
        </p:nvSpPr>
        <p:spPr/>
        <p:txBody>
          <a:bodyPr/>
          <a:lstStyle>
            <a:lvl1pPr>
              <a:defRPr/>
            </a:lvl1pPr>
          </a:lstStyle>
          <a:p>
            <a:pPr>
              <a:defRPr/>
            </a:pPr>
            <a:fld id="{4AC5C396-6C9D-4FBE-AA56-5FA799FED6B5}" type="datetime9">
              <a:rPr lang="en-US"/>
              <a:pPr>
                <a:defRPr/>
              </a:pPr>
              <a:t>3/6/2026 12:46:19 AM</a:t>
            </a:fld>
            <a:endParaRPr lang="en-ZA"/>
          </a:p>
        </p:txBody>
      </p:sp>
      <p:sp>
        <p:nvSpPr>
          <p:cNvPr id="6" name="Footer Placeholder 2">
            <a:extLst>
              <a:ext uri="{FF2B5EF4-FFF2-40B4-BE49-F238E27FC236}">
                <a16:creationId xmlns:a16="http://schemas.microsoft.com/office/drawing/2014/main" id="{120C5C58-6539-4F7E-884C-089D924522AF}"/>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7" name="Slide Number Placeholder 22">
            <a:extLst>
              <a:ext uri="{FF2B5EF4-FFF2-40B4-BE49-F238E27FC236}">
                <a16:creationId xmlns:a16="http://schemas.microsoft.com/office/drawing/2014/main" id="{2908103A-D94A-484F-ACE9-ECDCEA5DF059}"/>
              </a:ext>
            </a:extLst>
          </p:cNvPr>
          <p:cNvSpPr>
            <a:spLocks noGrp="1"/>
          </p:cNvSpPr>
          <p:nvPr>
            <p:ph type="sldNum" sz="quarter" idx="12"/>
          </p:nvPr>
        </p:nvSpPr>
        <p:spPr/>
        <p:txBody>
          <a:bodyPr/>
          <a:lstStyle>
            <a:lvl1pPr>
              <a:defRPr/>
            </a:lvl1pPr>
          </a:lstStyle>
          <a:p>
            <a:fld id="{AD40628D-0F50-4367-9EC8-DF6BBA6D0693}" type="slidenum">
              <a:rPr lang="en-ZA" altLang="en-US"/>
              <a:pPr/>
              <a:t>‹#›</a:t>
            </a:fld>
            <a:endParaRPr lang="en-ZA" altLang="en-US"/>
          </a:p>
        </p:txBody>
      </p:sp>
    </p:spTree>
    <p:extLst>
      <p:ext uri="{BB962C8B-B14F-4D97-AF65-F5344CB8AC3E}">
        <p14:creationId xmlns:p14="http://schemas.microsoft.com/office/powerpoint/2010/main" val="431923702"/>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2AF46380-D50C-4810-A768-58873EE13AD0}"/>
              </a:ext>
            </a:extLst>
          </p:cNvPr>
          <p:cNvSpPr>
            <a:spLocks noGrp="1"/>
          </p:cNvSpPr>
          <p:nvPr>
            <p:ph type="dt" sz="half" idx="10"/>
          </p:nvPr>
        </p:nvSpPr>
        <p:spPr/>
        <p:txBody>
          <a:bodyPr/>
          <a:lstStyle>
            <a:lvl1pPr>
              <a:defRPr/>
            </a:lvl1pPr>
          </a:lstStyle>
          <a:p>
            <a:pPr>
              <a:defRPr/>
            </a:pPr>
            <a:fld id="{AB35B44E-6120-4B57-B78B-51BB04B563CB}" type="datetime9">
              <a:rPr lang="en-US"/>
              <a:pPr>
                <a:defRPr/>
              </a:pPr>
              <a:t>3/6/2026 12:46:19 AM</a:t>
            </a:fld>
            <a:endParaRPr lang="en-ZA"/>
          </a:p>
        </p:txBody>
      </p:sp>
      <p:sp>
        <p:nvSpPr>
          <p:cNvPr id="8" name="Footer Placeholder 2">
            <a:extLst>
              <a:ext uri="{FF2B5EF4-FFF2-40B4-BE49-F238E27FC236}">
                <a16:creationId xmlns:a16="http://schemas.microsoft.com/office/drawing/2014/main" id="{799E1E9F-EF4B-457E-8E9E-955FF8EC38F5}"/>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22">
            <a:extLst>
              <a:ext uri="{FF2B5EF4-FFF2-40B4-BE49-F238E27FC236}">
                <a16:creationId xmlns:a16="http://schemas.microsoft.com/office/drawing/2014/main" id="{BF52FA0E-2333-4E82-AAD2-B4F5A43AA116}"/>
              </a:ext>
            </a:extLst>
          </p:cNvPr>
          <p:cNvSpPr>
            <a:spLocks noGrp="1"/>
          </p:cNvSpPr>
          <p:nvPr>
            <p:ph type="sldNum" sz="quarter" idx="12"/>
          </p:nvPr>
        </p:nvSpPr>
        <p:spPr/>
        <p:txBody>
          <a:bodyPr/>
          <a:lstStyle>
            <a:lvl1pPr>
              <a:defRPr/>
            </a:lvl1pPr>
          </a:lstStyle>
          <a:p>
            <a:fld id="{591F95FB-F9B0-4CE7-BED9-7AC341A840EE}" type="slidenum">
              <a:rPr lang="en-ZA" altLang="en-US"/>
              <a:pPr/>
              <a:t>‹#›</a:t>
            </a:fld>
            <a:endParaRPr lang="en-ZA" altLang="en-US"/>
          </a:p>
        </p:txBody>
      </p:sp>
    </p:spTree>
    <p:extLst>
      <p:ext uri="{BB962C8B-B14F-4D97-AF65-F5344CB8AC3E}">
        <p14:creationId xmlns:p14="http://schemas.microsoft.com/office/powerpoint/2010/main" val="1241450761"/>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B2AAD1A7-6E50-40C7-8611-71D06E90CFF7}"/>
              </a:ext>
            </a:extLst>
          </p:cNvPr>
          <p:cNvSpPr>
            <a:spLocks noGrp="1"/>
          </p:cNvSpPr>
          <p:nvPr>
            <p:ph type="dt" sz="half" idx="10"/>
          </p:nvPr>
        </p:nvSpPr>
        <p:spPr/>
        <p:txBody>
          <a:bodyPr/>
          <a:lstStyle>
            <a:lvl1pPr>
              <a:defRPr/>
            </a:lvl1pPr>
          </a:lstStyle>
          <a:p>
            <a:pPr>
              <a:defRPr/>
            </a:pPr>
            <a:fld id="{7C32517F-B838-4BAE-998D-706E02FBE5E7}" type="datetime9">
              <a:rPr lang="en-US"/>
              <a:pPr>
                <a:defRPr/>
              </a:pPr>
              <a:t>3/6/2026 12:46:19 AM</a:t>
            </a:fld>
            <a:endParaRPr lang="en-ZA"/>
          </a:p>
        </p:txBody>
      </p:sp>
      <p:sp>
        <p:nvSpPr>
          <p:cNvPr id="4" name="Footer Placeholder 2">
            <a:extLst>
              <a:ext uri="{FF2B5EF4-FFF2-40B4-BE49-F238E27FC236}">
                <a16:creationId xmlns:a16="http://schemas.microsoft.com/office/drawing/2014/main" id="{C4B53A2C-4BE4-45CE-8100-A072EE40C4D4}"/>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5" name="Slide Number Placeholder 22">
            <a:extLst>
              <a:ext uri="{FF2B5EF4-FFF2-40B4-BE49-F238E27FC236}">
                <a16:creationId xmlns:a16="http://schemas.microsoft.com/office/drawing/2014/main" id="{4A22F193-1503-4F6D-AF7A-BF10AA90A24D}"/>
              </a:ext>
            </a:extLst>
          </p:cNvPr>
          <p:cNvSpPr>
            <a:spLocks noGrp="1"/>
          </p:cNvSpPr>
          <p:nvPr>
            <p:ph type="sldNum" sz="quarter" idx="12"/>
          </p:nvPr>
        </p:nvSpPr>
        <p:spPr/>
        <p:txBody>
          <a:bodyPr/>
          <a:lstStyle>
            <a:lvl1pPr>
              <a:defRPr/>
            </a:lvl1pPr>
          </a:lstStyle>
          <a:p>
            <a:fld id="{1E67B093-E295-4E0D-9C97-5B38960D9661}" type="slidenum">
              <a:rPr lang="en-ZA" altLang="en-US"/>
              <a:pPr/>
              <a:t>‹#›</a:t>
            </a:fld>
            <a:endParaRPr lang="en-ZA" altLang="en-US"/>
          </a:p>
        </p:txBody>
      </p:sp>
    </p:spTree>
    <p:extLst>
      <p:ext uri="{BB962C8B-B14F-4D97-AF65-F5344CB8AC3E}">
        <p14:creationId xmlns:p14="http://schemas.microsoft.com/office/powerpoint/2010/main" val="283850366"/>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923E738A-A76E-4A0C-9C67-4942D0135605}"/>
              </a:ext>
            </a:extLst>
          </p:cNvPr>
          <p:cNvSpPr>
            <a:spLocks noGrp="1"/>
          </p:cNvSpPr>
          <p:nvPr>
            <p:ph type="dt" sz="half" idx="10"/>
          </p:nvPr>
        </p:nvSpPr>
        <p:spPr/>
        <p:txBody>
          <a:bodyPr/>
          <a:lstStyle>
            <a:lvl1pPr>
              <a:defRPr/>
            </a:lvl1pPr>
          </a:lstStyle>
          <a:p>
            <a:pPr>
              <a:defRPr/>
            </a:pPr>
            <a:fld id="{63D71092-7774-4ECA-8A86-C2BD2CE2C9F9}" type="datetime9">
              <a:rPr lang="en-US"/>
              <a:pPr>
                <a:defRPr/>
              </a:pPr>
              <a:t>3/6/2026 12:46:19 AM</a:t>
            </a:fld>
            <a:endParaRPr lang="en-ZA"/>
          </a:p>
        </p:txBody>
      </p:sp>
      <p:sp>
        <p:nvSpPr>
          <p:cNvPr id="3" name="Footer Placeholder 2">
            <a:extLst>
              <a:ext uri="{FF2B5EF4-FFF2-40B4-BE49-F238E27FC236}">
                <a16:creationId xmlns:a16="http://schemas.microsoft.com/office/drawing/2014/main" id="{63045243-3FFF-4777-873C-C4E844A47668}"/>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4" name="Slide Number Placeholder 22">
            <a:extLst>
              <a:ext uri="{FF2B5EF4-FFF2-40B4-BE49-F238E27FC236}">
                <a16:creationId xmlns:a16="http://schemas.microsoft.com/office/drawing/2014/main" id="{2590DAED-0426-4E39-95C5-00DD22CE8FA0}"/>
              </a:ext>
            </a:extLst>
          </p:cNvPr>
          <p:cNvSpPr>
            <a:spLocks noGrp="1"/>
          </p:cNvSpPr>
          <p:nvPr>
            <p:ph type="sldNum" sz="quarter" idx="12"/>
          </p:nvPr>
        </p:nvSpPr>
        <p:spPr/>
        <p:txBody>
          <a:bodyPr/>
          <a:lstStyle>
            <a:lvl1pPr>
              <a:defRPr/>
            </a:lvl1pPr>
          </a:lstStyle>
          <a:p>
            <a:fld id="{204FE670-81F9-4FB1-B545-AD7867F318EA}" type="slidenum">
              <a:rPr lang="en-ZA" altLang="en-US"/>
              <a:pPr/>
              <a:t>‹#›</a:t>
            </a:fld>
            <a:endParaRPr lang="en-ZA" altLang="en-US"/>
          </a:p>
        </p:txBody>
      </p:sp>
    </p:spTree>
    <p:extLst>
      <p:ext uri="{BB962C8B-B14F-4D97-AF65-F5344CB8AC3E}">
        <p14:creationId xmlns:p14="http://schemas.microsoft.com/office/powerpoint/2010/main" val="2365946286"/>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A43C0A-0852-4241-92D7-C5B4FA428B60}"/>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10">
            <a:extLst>
              <a:ext uri="{FF2B5EF4-FFF2-40B4-BE49-F238E27FC236}">
                <a16:creationId xmlns:a16="http://schemas.microsoft.com/office/drawing/2014/main" id="{C3EEA770-C986-4EF4-938E-6F43294960CE}"/>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E456DB34-C44C-4A54-A4BC-C78601836D3F}"/>
              </a:ext>
            </a:extLst>
          </p:cNvPr>
          <p:cNvSpPr>
            <a:spLocks noGrp="1"/>
          </p:cNvSpPr>
          <p:nvPr>
            <p:ph type="dt" sz="half" idx="10"/>
          </p:nvPr>
        </p:nvSpPr>
        <p:spPr/>
        <p:txBody>
          <a:bodyPr/>
          <a:lstStyle>
            <a:lvl1pPr>
              <a:defRPr/>
            </a:lvl1pPr>
          </a:lstStyle>
          <a:p>
            <a:pPr>
              <a:defRPr/>
            </a:pPr>
            <a:fld id="{774B4EC7-9BDF-49CD-ACAA-7D3EF0A1D87F}" type="datetime9">
              <a:rPr lang="en-US"/>
              <a:pPr>
                <a:defRPr/>
              </a:pPr>
              <a:t>3/6/2026 12:46:19 AM</a:t>
            </a:fld>
            <a:endParaRPr lang="en-ZA"/>
          </a:p>
        </p:txBody>
      </p:sp>
      <p:sp>
        <p:nvSpPr>
          <p:cNvPr id="8" name="Footer Placeholder 5">
            <a:extLst>
              <a:ext uri="{FF2B5EF4-FFF2-40B4-BE49-F238E27FC236}">
                <a16:creationId xmlns:a16="http://schemas.microsoft.com/office/drawing/2014/main" id="{395C483B-182E-4BDF-BF3F-E5B296354696}"/>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6">
            <a:extLst>
              <a:ext uri="{FF2B5EF4-FFF2-40B4-BE49-F238E27FC236}">
                <a16:creationId xmlns:a16="http://schemas.microsoft.com/office/drawing/2014/main" id="{8F6B0F5C-6EB5-434F-8A46-9B42D042E923}"/>
              </a:ext>
            </a:extLst>
          </p:cNvPr>
          <p:cNvSpPr>
            <a:spLocks noGrp="1"/>
          </p:cNvSpPr>
          <p:nvPr>
            <p:ph type="sldNum" sz="quarter" idx="12"/>
          </p:nvPr>
        </p:nvSpPr>
        <p:spPr/>
        <p:txBody>
          <a:bodyPr/>
          <a:lstStyle>
            <a:lvl1pPr>
              <a:defRPr/>
            </a:lvl1pPr>
          </a:lstStyle>
          <a:p>
            <a:fld id="{694FAC34-0980-4E8C-9FB1-CE978C35F45A}" type="slidenum">
              <a:rPr lang="en-ZA" altLang="en-US"/>
              <a:pPr/>
              <a:t>‹#›</a:t>
            </a:fld>
            <a:endParaRPr lang="en-ZA" altLang="en-US"/>
          </a:p>
        </p:txBody>
      </p:sp>
    </p:spTree>
    <p:extLst>
      <p:ext uri="{BB962C8B-B14F-4D97-AF65-F5344CB8AC3E}">
        <p14:creationId xmlns:p14="http://schemas.microsoft.com/office/powerpoint/2010/main" val="4157286295"/>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0FCEF8-9893-4A23-9F17-C49DF1854FD7}"/>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6F347C2D-ABE0-470B-83FA-92379ACDDCD4}"/>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E9E9FFAE-FD83-40C1-87C7-9D8EA6D93CBC}"/>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AEAFBCB2-9A34-40F9-B51C-377E57C3B931}"/>
              </a:ext>
            </a:extLst>
          </p:cNvPr>
          <p:cNvSpPr>
            <a:spLocks noGrp="1"/>
          </p:cNvSpPr>
          <p:nvPr>
            <p:ph type="dt" sz="half" idx="10"/>
          </p:nvPr>
        </p:nvSpPr>
        <p:spPr/>
        <p:txBody>
          <a:bodyPr/>
          <a:lstStyle>
            <a:lvl1pPr>
              <a:defRPr/>
            </a:lvl1pPr>
          </a:lstStyle>
          <a:p>
            <a:pPr>
              <a:defRPr/>
            </a:pPr>
            <a:fld id="{85DB3BA0-1CFF-45CC-BFFF-0EDB3D115932}" type="datetime9">
              <a:rPr lang="en-US"/>
              <a:pPr>
                <a:defRPr/>
              </a:pPr>
              <a:t>3/6/2026 12:46:19 AM</a:t>
            </a:fld>
            <a:endParaRPr lang="en-ZA"/>
          </a:p>
        </p:txBody>
      </p:sp>
      <p:sp>
        <p:nvSpPr>
          <p:cNvPr id="9" name="Footer Placeholder 5">
            <a:extLst>
              <a:ext uri="{FF2B5EF4-FFF2-40B4-BE49-F238E27FC236}">
                <a16:creationId xmlns:a16="http://schemas.microsoft.com/office/drawing/2014/main" id="{9D6C0708-F5F5-4B19-8FEE-23F994BA9EE2}"/>
              </a:ext>
            </a:extLst>
          </p:cNvPr>
          <p:cNvSpPr>
            <a:spLocks noGrp="1"/>
          </p:cNvSpPr>
          <p:nvPr>
            <p:ph type="ftr" sz="quarter" idx="11"/>
          </p:nvPr>
        </p:nvSpPr>
        <p:spPr>
          <a:xfrm>
            <a:off x="914400" y="6172200"/>
            <a:ext cx="3886200" cy="457200"/>
          </a:xfrm>
        </p:spPr>
        <p:txBody>
          <a:bodyPr/>
          <a:lstStyle>
            <a:lvl1pPr>
              <a:defRPr/>
            </a:lvl1pPr>
          </a:lstStyle>
          <a:p>
            <a:pPr>
              <a:defRPr/>
            </a:pPr>
            <a:r>
              <a:rPr lang="fr-FR" dirty="0"/>
              <a:t>Dr Jean de Dieu NIYONZIMA</a:t>
            </a:r>
            <a:endParaRPr lang="en-ZA" dirty="0"/>
          </a:p>
        </p:txBody>
      </p:sp>
      <p:sp>
        <p:nvSpPr>
          <p:cNvPr id="10" name="Slide Number Placeholder 6">
            <a:extLst>
              <a:ext uri="{FF2B5EF4-FFF2-40B4-BE49-F238E27FC236}">
                <a16:creationId xmlns:a16="http://schemas.microsoft.com/office/drawing/2014/main" id="{2CA10F50-AC61-446C-990A-CFC283E844EE}"/>
              </a:ext>
            </a:extLst>
          </p:cNvPr>
          <p:cNvSpPr>
            <a:spLocks noGrp="1"/>
          </p:cNvSpPr>
          <p:nvPr>
            <p:ph type="sldNum" sz="quarter" idx="12"/>
          </p:nvPr>
        </p:nvSpPr>
        <p:spPr>
          <a:xfrm>
            <a:off x="146050" y="6208713"/>
            <a:ext cx="457200" cy="457200"/>
          </a:xfrm>
        </p:spPr>
        <p:txBody>
          <a:bodyPr/>
          <a:lstStyle>
            <a:lvl1pPr>
              <a:defRPr/>
            </a:lvl1pPr>
          </a:lstStyle>
          <a:p>
            <a:fld id="{38221B92-11C0-4131-9E14-87314DD62E9F}" type="slidenum">
              <a:rPr lang="en-ZA" altLang="en-US"/>
              <a:pPr/>
              <a:t>‹#›</a:t>
            </a:fld>
            <a:endParaRPr lang="en-ZA" altLang="en-US"/>
          </a:p>
        </p:txBody>
      </p:sp>
    </p:spTree>
    <p:extLst>
      <p:ext uri="{BB962C8B-B14F-4D97-AF65-F5344CB8AC3E}">
        <p14:creationId xmlns:p14="http://schemas.microsoft.com/office/powerpoint/2010/main" val="2829133135"/>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307B5C47-E01E-4AC1-82E6-E67992BC1BE8}"/>
              </a:ext>
            </a:extLst>
          </p:cNvPr>
          <p:cNvSpPr>
            <a:spLocks noGrp="1"/>
          </p:cNvSpPr>
          <p:nvPr>
            <p:ph type="dt" sz="half" idx="10"/>
          </p:nvPr>
        </p:nvSpPr>
        <p:spPr/>
        <p:txBody>
          <a:bodyPr/>
          <a:lstStyle>
            <a:lvl1pPr>
              <a:defRPr/>
            </a:lvl1pPr>
          </a:lstStyle>
          <a:p>
            <a:pPr>
              <a:defRPr/>
            </a:pPr>
            <a:fld id="{1B4CB656-7101-4B46-8D9C-9C88A1222C8E}" type="datetime9">
              <a:rPr lang="en-US"/>
              <a:pPr>
                <a:defRPr/>
              </a:pPr>
              <a:t>3/6/2026 12:46:19 AM</a:t>
            </a:fld>
            <a:endParaRPr lang="en-ZA"/>
          </a:p>
        </p:txBody>
      </p:sp>
      <p:sp>
        <p:nvSpPr>
          <p:cNvPr id="5" name="Footer Placeholder 2">
            <a:extLst>
              <a:ext uri="{FF2B5EF4-FFF2-40B4-BE49-F238E27FC236}">
                <a16:creationId xmlns:a16="http://schemas.microsoft.com/office/drawing/2014/main" id="{5D227122-EF5F-48E8-A487-4337FE48AB4B}"/>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D0E3FC0A-BF7F-4096-9623-0D2628AA8849}"/>
              </a:ext>
            </a:extLst>
          </p:cNvPr>
          <p:cNvSpPr>
            <a:spLocks noGrp="1"/>
          </p:cNvSpPr>
          <p:nvPr>
            <p:ph type="sldNum" sz="quarter" idx="12"/>
          </p:nvPr>
        </p:nvSpPr>
        <p:spPr/>
        <p:txBody>
          <a:bodyPr/>
          <a:lstStyle>
            <a:lvl1pPr>
              <a:defRPr/>
            </a:lvl1pPr>
          </a:lstStyle>
          <a:p>
            <a:fld id="{0C862F90-7097-456F-BB5E-DAE3CBB8696C}" type="slidenum">
              <a:rPr lang="en-ZA" altLang="en-US"/>
              <a:pPr/>
              <a:t>‹#›</a:t>
            </a:fld>
            <a:endParaRPr lang="en-ZA" altLang="en-US"/>
          </a:p>
        </p:txBody>
      </p:sp>
    </p:spTree>
    <p:extLst>
      <p:ext uri="{BB962C8B-B14F-4D97-AF65-F5344CB8AC3E}">
        <p14:creationId xmlns:p14="http://schemas.microsoft.com/office/powerpoint/2010/main" val="4148715971"/>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3F66E457-EEF9-4362-BBB1-3ECBC2532A57}"/>
              </a:ext>
            </a:extLst>
          </p:cNvPr>
          <p:cNvSpPr>
            <a:spLocks noGrp="1"/>
          </p:cNvSpPr>
          <p:nvPr>
            <p:ph type="dt" sz="half" idx="10"/>
          </p:nvPr>
        </p:nvSpPr>
        <p:spPr/>
        <p:txBody>
          <a:bodyPr/>
          <a:lstStyle>
            <a:lvl1pPr>
              <a:defRPr/>
            </a:lvl1pPr>
          </a:lstStyle>
          <a:p>
            <a:pPr>
              <a:defRPr/>
            </a:pPr>
            <a:fld id="{6E5CE071-CCC4-4C03-8DEC-A69E93238D9B}" type="datetime9">
              <a:rPr lang="en-US"/>
              <a:pPr>
                <a:defRPr/>
              </a:pPr>
              <a:t>3/6/2026 12:46:19 AM</a:t>
            </a:fld>
            <a:endParaRPr lang="en-ZA"/>
          </a:p>
        </p:txBody>
      </p:sp>
      <p:sp>
        <p:nvSpPr>
          <p:cNvPr id="5" name="Footer Placeholder 2">
            <a:extLst>
              <a:ext uri="{FF2B5EF4-FFF2-40B4-BE49-F238E27FC236}">
                <a16:creationId xmlns:a16="http://schemas.microsoft.com/office/drawing/2014/main" id="{A6289FCB-B5B2-42FB-ACB1-5646B3B32ACE}"/>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2ADC0F35-640E-494E-9D19-211BB2F6E556}"/>
              </a:ext>
            </a:extLst>
          </p:cNvPr>
          <p:cNvSpPr>
            <a:spLocks noGrp="1"/>
          </p:cNvSpPr>
          <p:nvPr>
            <p:ph type="sldNum" sz="quarter" idx="12"/>
          </p:nvPr>
        </p:nvSpPr>
        <p:spPr/>
        <p:txBody>
          <a:bodyPr/>
          <a:lstStyle>
            <a:lvl1pPr>
              <a:defRPr/>
            </a:lvl1pPr>
          </a:lstStyle>
          <a:p>
            <a:fld id="{142E6486-E864-4B2F-9D93-3C5C0EEB9897}" type="slidenum">
              <a:rPr lang="en-ZA" altLang="en-US"/>
              <a:pPr/>
              <a:t>‹#›</a:t>
            </a:fld>
            <a:endParaRPr lang="en-ZA" altLang="en-US"/>
          </a:p>
        </p:txBody>
      </p:sp>
    </p:spTree>
    <p:extLst>
      <p:ext uri="{BB962C8B-B14F-4D97-AF65-F5344CB8AC3E}">
        <p14:creationId xmlns:p14="http://schemas.microsoft.com/office/powerpoint/2010/main" val="2792891777"/>
      </p:ext>
    </p:extLst>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95C74D-CC91-45CA-A25F-216F742FA142}"/>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10">
            <a:extLst>
              <a:ext uri="{FF2B5EF4-FFF2-40B4-BE49-F238E27FC236}">
                <a16:creationId xmlns:a16="http://schemas.microsoft.com/office/drawing/2014/main" id="{FFF5AA88-F67D-41CF-8FE8-B8E0B2C62FFE}"/>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A8EB2067-FDEE-4F29-B8C2-5F53FCB55D02}"/>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680583FC-68DD-4369-826F-D496FD3B9144}"/>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7869DC99-EB73-4399-8704-C6243DF8C29E}"/>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a:extLst>
              <a:ext uri="{FF2B5EF4-FFF2-40B4-BE49-F238E27FC236}">
                <a16:creationId xmlns:a16="http://schemas.microsoft.com/office/drawing/2014/main" id="{45D98C03-1DE2-4CA8-A3A9-E7267935DA53}"/>
              </a:ext>
            </a:extLst>
          </p:cNvPr>
          <p:cNvSpPr>
            <a:spLocks noGrp="1"/>
          </p:cNvSpPr>
          <p:nvPr>
            <p:ph type="dt" sz="half" idx="10"/>
          </p:nvPr>
        </p:nvSpPr>
        <p:spPr/>
        <p:txBody>
          <a:bodyPr/>
          <a:lstStyle>
            <a:lvl1pPr>
              <a:defRPr/>
            </a:lvl1pPr>
          </a:lstStyle>
          <a:p>
            <a:pPr>
              <a:defRPr/>
            </a:pPr>
            <a:fld id="{B0837CC3-6C1F-4EEB-A4DF-EBCCA8A70B33}" type="datetime9">
              <a:rPr lang="en-US"/>
              <a:pPr>
                <a:defRPr/>
              </a:pPr>
              <a:t>3/6/2026 12:46:19 AM</a:t>
            </a:fld>
            <a:endParaRPr lang="en-ZA"/>
          </a:p>
        </p:txBody>
      </p:sp>
      <p:sp>
        <p:nvSpPr>
          <p:cNvPr id="12" name="Footer Placeholder 16">
            <a:extLst>
              <a:ext uri="{FF2B5EF4-FFF2-40B4-BE49-F238E27FC236}">
                <a16:creationId xmlns:a16="http://schemas.microsoft.com/office/drawing/2014/main" id="{747FD93F-354F-4972-B371-709E8858D9EB}"/>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13" name="Slide Number Placeholder 28">
            <a:extLst>
              <a:ext uri="{FF2B5EF4-FFF2-40B4-BE49-F238E27FC236}">
                <a16:creationId xmlns:a16="http://schemas.microsoft.com/office/drawing/2014/main" id="{2AB9379B-0681-47D5-8F91-50928D02C3EC}"/>
              </a:ext>
            </a:extLst>
          </p:cNvPr>
          <p:cNvSpPr>
            <a:spLocks noGrp="1"/>
          </p:cNvSpPr>
          <p:nvPr>
            <p:ph type="sldNum" sz="quarter" idx="12"/>
          </p:nvPr>
        </p:nvSpPr>
        <p:spPr/>
        <p:txBody>
          <a:bodyPr/>
          <a:lstStyle>
            <a:lvl1pPr>
              <a:defRPr/>
            </a:lvl1pPr>
          </a:lstStyle>
          <a:p>
            <a:fld id="{51B092B4-911A-4CD7-9DD1-4C804E3E0F2B}" type="slidenum">
              <a:rPr lang="en-ZA" altLang="en-US"/>
              <a:pPr/>
              <a:t>‹#›</a:t>
            </a:fld>
            <a:endParaRPr lang="en-ZA" altLang="en-US"/>
          </a:p>
        </p:txBody>
      </p:sp>
    </p:spTree>
    <p:extLst>
      <p:ext uri="{BB962C8B-B14F-4D97-AF65-F5344CB8AC3E}">
        <p14:creationId xmlns:p14="http://schemas.microsoft.com/office/powerpoint/2010/main" val="1606320818"/>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7D66A327-375E-4DD4-99E4-2F9C7B22FCC8}"/>
              </a:ext>
            </a:extLst>
          </p:cNvPr>
          <p:cNvSpPr>
            <a:spLocks noGrp="1"/>
          </p:cNvSpPr>
          <p:nvPr>
            <p:ph type="dt" sz="half" idx="10"/>
          </p:nvPr>
        </p:nvSpPr>
        <p:spPr/>
        <p:txBody>
          <a:bodyPr/>
          <a:lstStyle>
            <a:lvl1pPr>
              <a:defRPr/>
            </a:lvl1pPr>
          </a:lstStyle>
          <a:p>
            <a:pPr>
              <a:defRPr/>
            </a:pPr>
            <a:fld id="{ADC4B8EC-8FC9-4FC5-95B9-4EABE3C5D660}" type="datetime9">
              <a:rPr lang="en-US"/>
              <a:pPr>
                <a:defRPr/>
              </a:pPr>
              <a:t>3/6/2026 12:46:19 AM</a:t>
            </a:fld>
            <a:endParaRPr lang="en-ZA"/>
          </a:p>
        </p:txBody>
      </p:sp>
      <p:sp>
        <p:nvSpPr>
          <p:cNvPr id="5" name="Footer Placeholder 2">
            <a:extLst>
              <a:ext uri="{FF2B5EF4-FFF2-40B4-BE49-F238E27FC236}">
                <a16:creationId xmlns:a16="http://schemas.microsoft.com/office/drawing/2014/main" id="{A2947704-4261-4F74-90FA-9F21B7425F9E}"/>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80DD57F0-EAE6-4D94-B795-EEFE3287097E}"/>
              </a:ext>
            </a:extLst>
          </p:cNvPr>
          <p:cNvSpPr>
            <a:spLocks noGrp="1"/>
          </p:cNvSpPr>
          <p:nvPr>
            <p:ph type="sldNum" sz="quarter" idx="12"/>
          </p:nvPr>
        </p:nvSpPr>
        <p:spPr/>
        <p:txBody>
          <a:bodyPr/>
          <a:lstStyle>
            <a:lvl1pPr>
              <a:defRPr/>
            </a:lvl1pPr>
          </a:lstStyle>
          <a:p>
            <a:fld id="{D6511ACE-9AB9-4873-A93C-0A83956D7038}" type="slidenum">
              <a:rPr lang="en-ZA" altLang="en-US"/>
              <a:pPr/>
              <a:t>‹#›</a:t>
            </a:fld>
            <a:endParaRPr lang="en-ZA" altLang="en-US"/>
          </a:p>
        </p:txBody>
      </p:sp>
    </p:spTree>
    <p:extLst>
      <p:ext uri="{BB962C8B-B14F-4D97-AF65-F5344CB8AC3E}">
        <p14:creationId xmlns:p14="http://schemas.microsoft.com/office/powerpoint/2010/main" val="4215204414"/>
      </p:ext>
    </p:extLst>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AB842F-97C5-49FE-BCAF-045FB2B22B0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5" name="Rounded Rectangle 10">
            <a:extLst>
              <a:ext uri="{FF2B5EF4-FFF2-40B4-BE49-F238E27FC236}">
                <a16:creationId xmlns:a16="http://schemas.microsoft.com/office/drawing/2014/main" id="{6B09926E-1298-47CC-B8E7-8229D32076E4}"/>
              </a:ext>
            </a:extLst>
          </p:cNvPr>
          <p:cNvGrpSpPr>
            <a:grpSpLocks/>
          </p:cNvGrpSpPr>
          <p:nvPr/>
        </p:nvGrpSpPr>
        <p:grpSpPr bwMode="auto">
          <a:xfrm>
            <a:off x="63500" y="63500"/>
            <a:ext cx="9029700" cy="6705600"/>
            <a:chOff x="40" y="40"/>
            <a:chExt cx="5688" cy="4224"/>
          </a:xfrm>
        </p:grpSpPr>
        <p:pic>
          <p:nvPicPr>
            <p:cNvPr id="6" name="Rounded Rectangle 10">
              <a:extLst>
                <a:ext uri="{FF2B5EF4-FFF2-40B4-BE49-F238E27FC236}">
                  <a16:creationId xmlns:a16="http://schemas.microsoft.com/office/drawing/2014/main" id="{2FFB8D8E-89EE-498C-ABC3-AE3339AA473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 y="40"/>
              <a:ext cx="5688" cy="422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a:extLst>
                <a:ext uri="{FF2B5EF4-FFF2-40B4-BE49-F238E27FC236}">
                  <a16:creationId xmlns:a16="http://schemas.microsoft.com/office/drawing/2014/main" id="{8954D98D-68B0-4284-B927-1C1F6D84A891}"/>
                </a:ext>
              </a:extLst>
            </p:cNvPr>
            <p:cNvSpPr txBox="1">
              <a:spLocks noChangeArrowheads="1"/>
            </p:cNvSpPr>
            <p:nvPr/>
          </p:nvSpPr>
          <p:spPr bwMode="auto">
            <a:xfrm>
              <a:off x="102" y="105"/>
              <a:ext cx="5556" cy="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endParaRPr lang="en-US" altLang="en-US">
                <a:solidFill>
                  <a:srgbClr val="FFFFFF"/>
                </a:solidFill>
                <a:latin typeface="Perpetua" panose="02020502060401020303" pitchFamily="18" charset="0"/>
              </a:endParaRPr>
            </a:p>
          </p:txBody>
        </p:sp>
      </p:grpSp>
      <p:sp>
        <p:nvSpPr>
          <p:cNvPr id="8" name="Rectangle 7">
            <a:extLst>
              <a:ext uri="{FF2B5EF4-FFF2-40B4-BE49-F238E27FC236}">
                <a16:creationId xmlns:a16="http://schemas.microsoft.com/office/drawing/2014/main" id="{2F07DBE1-175D-4B85-920D-6E7920937958}"/>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A52E4B1E-6636-4207-A791-D51BC06E4EF8}"/>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F0A247E9-8E7F-447B-BBE8-C8323C338E37}"/>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11" name="Date Placeholder 3">
            <a:extLst>
              <a:ext uri="{FF2B5EF4-FFF2-40B4-BE49-F238E27FC236}">
                <a16:creationId xmlns:a16="http://schemas.microsoft.com/office/drawing/2014/main" id="{866DBC7C-62B6-4B34-B16A-4A317EA60A10}"/>
              </a:ext>
            </a:extLst>
          </p:cNvPr>
          <p:cNvSpPr>
            <a:spLocks noGrp="1"/>
          </p:cNvSpPr>
          <p:nvPr>
            <p:ph type="dt" sz="half" idx="10"/>
          </p:nvPr>
        </p:nvSpPr>
        <p:spPr/>
        <p:txBody>
          <a:bodyPr/>
          <a:lstStyle>
            <a:lvl1pPr>
              <a:defRPr/>
            </a:lvl1pPr>
          </a:lstStyle>
          <a:p>
            <a:pPr>
              <a:defRPr/>
            </a:pPr>
            <a:fld id="{98992B6E-8511-45C5-9141-A6685D15FD46}" type="datetime9">
              <a:rPr lang="en-US"/>
              <a:pPr>
                <a:defRPr/>
              </a:pPr>
              <a:t>3/6/2026 12:46:19 AM</a:t>
            </a:fld>
            <a:endParaRPr lang="en-ZA"/>
          </a:p>
        </p:txBody>
      </p:sp>
      <p:sp>
        <p:nvSpPr>
          <p:cNvPr id="12" name="Footer Placeholder 4">
            <a:extLst>
              <a:ext uri="{FF2B5EF4-FFF2-40B4-BE49-F238E27FC236}">
                <a16:creationId xmlns:a16="http://schemas.microsoft.com/office/drawing/2014/main" id="{0270F616-7300-4BDB-81C9-E2D77CF6370E}"/>
              </a:ext>
            </a:extLst>
          </p:cNvPr>
          <p:cNvSpPr>
            <a:spLocks noGrp="1"/>
          </p:cNvSpPr>
          <p:nvPr>
            <p:ph type="ftr" sz="quarter" idx="11"/>
          </p:nvPr>
        </p:nvSpPr>
        <p:spPr>
          <a:xfrm>
            <a:off x="800100" y="6172200"/>
            <a:ext cx="4000500" cy="457200"/>
          </a:xfrm>
        </p:spPr>
        <p:txBody>
          <a:bodyPr/>
          <a:lstStyle>
            <a:lvl1pPr>
              <a:defRPr/>
            </a:lvl1pPr>
          </a:lstStyle>
          <a:p>
            <a:pPr>
              <a:defRPr/>
            </a:pPr>
            <a:r>
              <a:rPr lang="fr-FR" dirty="0"/>
              <a:t>Dr Jean de Dieu NIYONZIMA</a:t>
            </a:r>
            <a:endParaRPr lang="en-ZA" dirty="0"/>
          </a:p>
        </p:txBody>
      </p:sp>
      <p:sp>
        <p:nvSpPr>
          <p:cNvPr id="13" name="Slide Number Placeholder 5">
            <a:extLst>
              <a:ext uri="{FF2B5EF4-FFF2-40B4-BE49-F238E27FC236}">
                <a16:creationId xmlns:a16="http://schemas.microsoft.com/office/drawing/2014/main" id="{5B86EDE7-31D3-43F1-A37B-145F92B44FDD}"/>
              </a:ext>
            </a:extLst>
          </p:cNvPr>
          <p:cNvSpPr>
            <a:spLocks noGrp="1"/>
          </p:cNvSpPr>
          <p:nvPr>
            <p:ph type="sldNum" sz="quarter" idx="12"/>
          </p:nvPr>
        </p:nvSpPr>
        <p:spPr>
          <a:xfrm>
            <a:off x="146050" y="6208713"/>
            <a:ext cx="457200" cy="457200"/>
          </a:xfrm>
        </p:spPr>
        <p:txBody>
          <a:bodyPr/>
          <a:lstStyle>
            <a:lvl1pPr>
              <a:defRPr/>
            </a:lvl1pPr>
          </a:lstStyle>
          <a:p>
            <a:fld id="{8DB6FCF9-9BA7-44EF-9FF7-9248B0DDFFE1}" type="slidenum">
              <a:rPr lang="en-ZA" altLang="en-US"/>
              <a:pPr/>
              <a:t>‹#›</a:t>
            </a:fld>
            <a:endParaRPr lang="en-ZA" altLang="en-US"/>
          </a:p>
        </p:txBody>
      </p:sp>
    </p:spTree>
    <p:extLst>
      <p:ext uri="{BB962C8B-B14F-4D97-AF65-F5344CB8AC3E}">
        <p14:creationId xmlns:p14="http://schemas.microsoft.com/office/powerpoint/2010/main" val="1810302124"/>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612E3278-DF06-4BBA-80BA-607D0329AF65}"/>
              </a:ext>
            </a:extLst>
          </p:cNvPr>
          <p:cNvSpPr>
            <a:spLocks noGrp="1"/>
          </p:cNvSpPr>
          <p:nvPr>
            <p:ph type="dt" sz="half" idx="10"/>
          </p:nvPr>
        </p:nvSpPr>
        <p:spPr/>
        <p:txBody>
          <a:bodyPr/>
          <a:lstStyle>
            <a:lvl1pPr>
              <a:defRPr/>
            </a:lvl1pPr>
          </a:lstStyle>
          <a:p>
            <a:pPr>
              <a:defRPr/>
            </a:pPr>
            <a:fld id="{F368CAB1-6068-40D6-9F81-BA4996114B7D}" type="datetime9">
              <a:rPr lang="en-US"/>
              <a:pPr>
                <a:defRPr/>
              </a:pPr>
              <a:t>3/6/2026 12:46:19 AM</a:t>
            </a:fld>
            <a:endParaRPr lang="en-ZA"/>
          </a:p>
        </p:txBody>
      </p:sp>
      <p:sp>
        <p:nvSpPr>
          <p:cNvPr id="6" name="Footer Placeholder 2">
            <a:extLst>
              <a:ext uri="{FF2B5EF4-FFF2-40B4-BE49-F238E27FC236}">
                <a16:creationId xmlns:a16="http://schemas.microsoft.com/office/drawing/2014/main" id="{68DA6257-668A-4AB0-A345-067481EEB354}"/>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7" name="Slide Number Placeholder 22">
            <a:extLst>
              <a:ext uri="{FF2B5EF4-FFF2-40B4-BE49-F238E27FC236}">
                <a16:creationId xmlns:a16="http://schemas.microsoft.com/office/drawing/2014/main" id="{1B1E7AAE-3BF0-4E0F-BD87-F34D917D9142}"/>
              </a:ext>
            </a:extLst>
          </p:cNvPr>
          <p:cNvSpPr>
            <a:spLocks noGrp="1"/>
          </p:cNvSpPr>
          <p:nvPr>
            <p:ph type="sldNum" sz="quarter" idx="12"/>
          </p:nvPr>
        </p:nvSpPr>
        <p:spPr/>
        <p:txBody>
          <a:bodyPr/>
          <a:lstStyle>
            <a:lvl1pPr>
              <a:defRPr/>
            </a:lvl1pPr>
          </a:lstStyle>
          <a:p>
            <a:fld id="{4AF4DB68-CD49-4F7E-A826-25A6722CE4FC}" type="slidenum">
              <a:rPr lang="en-ZA" altLang="en-US"/>
              <a:pPr/>
              <a:t>‹#›</a:t>
            </a:fld>
            <a:endParaRPr lang="en-ZA" altLang="en-US"/>
          </a:p>
        </p:txBody>
      </p:sp>
    </p:spTree>
    <p:extLst>
      <p:ext uri="{BB962C8B-B14F-4D97-AF65-F5344CB8AC3E}">
        <p14:creationId xmlns:p14="http://schemas.microsoft.com/office/powerpoint/2010/main" val="1587198063"/>
      </p:ext>
    </p:extLst>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3275AFE7-08C0-40C2-880F-1E77FC59ACDE}"/>
              </a:ext>
            </a:extLst>
          </p:cNvPr>
          <p:cNvSpPr>
            <a:spLocks noGrp="1"/>
          </p:cNvSpPr>
          <p:nvPr>
            <p:ph type="dt" sz="half" idx="10"/>
          </p:nvPr>
        </p:nvSpPr>
        <p:spPr/>
        <p:txBody>
          <a:bodyPr/>
          <a:lstStyle>
            <a:lvl1pPr>
              <a:defRPr/>
            </a:lvl1pPr>
          </a:lstStyle>
          <a:p>
            <a:pPr>
              <a:defRPr/>
            </a:pPr>
            <a:fld id="{50987A2E-2C2C-4FF4-981A-0D533C060B15}" type="datetime9">
              <a:rPr lang="en-US"/>
              <a:pPr>
                <a:defRPr/>
              </a:pPr>
              <a:t>3/6/2026 12:46:19 AM</a:t>
            </a:fld>
            <a:endParaRPr lang="en-ZA"/>
          </a:p>
        </p:txBody>
      </p:sp>
      <p:sp>
        <p:nvSpPr>
          <p:cNvPr id="8" name="Footer Placeholder 2">
            <a:extLst>
              <a:ext uri="{FF2B5EF4-FFF2-40B4-BE49-F238E27FC236}">
                <a16:creationId xmlns:a16="http://schemas.microsoft.com/office/drawing/2014/main" id="{E2BF75FB-E8F2-42CC-8FD5-67A5B72D8F3D}"/>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22">
            <a:extLst>
              <a:ext uri="{FF2B5EF4-FFF2-40B4-BE49-F238E27FC236}">
                <a16:creationId xmlns:a16="http://schemas.microsoft.com/office/drawing/2014/main" id="{92724A55-A3B5-4C7F-9B0A-94B6E5B89DB3}"/>
              </a:ext>
            </a:extLst>
          </p:cNvPr>
          <p:cNvSpPr>
            <a:spLocks noGrp="1"/>
          </p:cNvSpPr>
          <p:nvPr>
            <p:ph type="sldNum" sz="quarter" idx="12"/>
          </p:nvPr>
        </p:nvSpPr>
        <p:spPr/>
        <p:txBody>
          <a:bodyPr/>
          <a:lstStyle>
            <a:lvl1pPr>
              <a:defRPr/>
            </a:lvl1pPr>
          </a:lstStyle>
          <a:p>
            <a:fld id="{AF5D25E6-2434-4135-B6EE-0DBCE92E0875}" type="slidenum">
              <a:rPr lang="en-ZA" altLang="en-US"/>
              <a:pPr/>
              <a:t>‹#›</a:t>
            </a:fld>
            <a:endParaRPr lang="en-ZA" altLang="en-US"/>
          </a:p>
        </p:txBody>
      </p:sp>
    </p:spTree>
    <p:extLst>
      <p:ext uri="{BB962C8B-B14F-4D97-AF65-F5344CB8AC3E}">
        <p14:creationId xmlns:p14="http://schemas.microsoft.com/office/powerpoint/2010/main" val="3264437438"/>
      </p:ext>
    </p:extLst>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9F8706AC-168F-4B75-831E-E83F32175FFC}"/>
              </a:ext>
            </a:extLst>
          </p:cNvPr>
          <p:cNvSpPr>
            <a:spLocks noGrp="1"/>
          </p:cNvSpPr>
          <p:nvPr>
            <p:ph type="dt" sz="half" idx="10"/>
          </p:nvPr>
        </p:nvSpPr>
        <p:spPr/>
        <p:txBody>
          <a:bodyPr/>
          <a:lstStyle>
            <a:lvl1pPr>
              <a:defRPr/>
            </a:lvl1pPr>
          </a:lstStyle>
          <a:p>
            <a:pPr>
              <a:defRPr/>
            </a:pPr>
            <a:fld id="{2B9D93B1-5A69-4F08-914F-4C993023550D}" type="datetime9">
              <a:rPr lang="en-US"/>
              <a:pPr>
                <a:defRPr/>
              </a:pPr>
              <a:t>3/6/2026 12:46:19 AM</a:t>
            </a:fld>
            <a:endParaRPr lang="en-ZA"/>
          </a:p>
        </p:txBody>
      </p:sp>
      <p:sp>
        <p:nvSpPr>
          <p:cNvPr id="4" name="Footer Placeholder 2">
            <a:extLst>
              <a:ext uri="{FF2B5EF4-FFF2-40B4-BE49-F238E27FC236}">
                <a16:creationId xmlns:a16="http://schemas.microsoft.com/office/drawing/2014/main" id="{D897286C-D7BF-4792-9B73-E99CE6960EB8}"/>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5" name="Slide Number Placeholder 22">
            <a:extLst>
              <a:ext uri="{FF2B5EF4-FFF2-40B4-BE49-F238E27FC236}">
                <a16:creationId xmlns:a16="http://schemas.microsoft.com/office/drawing/2014/main" id="{EDA3E8D7-C267-46B8-8C32-81FB1C118344}"/>
              </a:ext>
            </a:extLst>
          </p:cNvPr>
          <p:cNvSpPr>
            <a:spLocks noGrp="1"/>
          </p:cNvSpPr>
          <p:nvPr>
            <p:ph type="sldNum" sz="quarter" idx="12"/>
          </p:nvPr>
        </p:nvSpPr>
        <p:spPr/>
        <p:txBody>
          <a:bodyPr/>
          <a:lstStyle>
            <a:lvl1pPr>
              <a:defRPr/>
            </a:lvl1pPr>
          </a:lstStyle>
          <a:p>
            <a:fld id="{BA5518A0-0BE6-478C-9F58-3F9B420EB4E9}" type="slidenum">
              <a:rPr lang="en-ZA" altLang="en-US"/>
              <a:pPr/>
              <a:t>‹#›</a:t>
            </a:fld>
            <a:endParaRPr lang="en-ZA" altLang="en-US"/>
          </a:p>
        </p:txBody>
      </p:sp>
    </p:spTree>
    <p:extLst>
      <p:ext uri="{BB962C8B-B14F-4D97-AF65-F5344CB8AC3E}">
        <p14:creationId xmlns:p14="http://schemas.microsoft.com/office/powerpoint/2010/main" val="2785470833"/>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14D042-3CCB-4E58-9F16-646F581C6564}"/>
              </a:ext>
            </a:extLst>
          </p:cNvPr>
          <p:cNvSpPr>
            <a:spLocks noGrp="1"/>
          </p:cNvSpPr>
          <p:nvPr>
            <p:ph type="dt" sz="half" idx="10"/>
          </p:nvPr>
        </p:nvSpPr>
        <p:spPr/>
        <p:txBody>
          <a:bodyPr/>
          <a:lstStyle>
            <a:lvl1pPr>
              <a:defRPr/>
            </a:lvl1pPr>
          </a:lstStyle>
          <a:p>
            <a:pPr>
              <a:defRPr/>
            </a:pPr>
            <a:fld id="{A82931B5-E7AA-46B5-9BD0-5520CB5C30B7}" type="datetime9">
              <a:rPr lang="en-US"/>
              <a:pPr>
                <a:defRPr/>
              </a:pPr>
              <a:t>3/6/2026 12:46:19 AM</a:t>
            </a:fld>
            <a:endParaRPr lang="en-ZA"/>
          </a:p>
        </p:txBody>
      </p:sp>
      <p:sp>
        <p:nvSpPr>
          <p:cNvPr id="3" name="Footer Placeholder 2">
            <a:extLst>
              <a:ext uri="{FF2B5EF4-FFF2-40B4-BE49-F238E27FC236}">
                <a16:creationId xmlns:a16="http://schemas.microsoft.com/office/drawing/2014/main" id="{3092C2E4-2BC2-4D1C-B248-8EA97D1F7E9F}"/>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4" name="Slide Number Placeholder 22">
            <a:extLst>
              <a:ext uri="{FF2B5EF4-FFF2-40B4-BE49-F238E27FC236}">
                <a16:creationId xmlns:a16="http://schemas.microsoft.com/office/drawing/2014/main" id="{F7975D53-D0C0-441B-A1F8-424A3BF51972}"/>
              </a:ext>
            </a:extLst>
          </p:cNvPr>
          <p:cNvSpPr>
            <a:spLocks noGrp="1"/>
          </p:cNvSpPr>
          <p:nvPr>
            <p:ph type="sldNum" sz="quarter" idx="12"/>
          </p:nvPr>
        </p:nvSpPr>
        <p:spPr/>
        <p:txBody>
          <a:bodyPr/>
          <a:lstStyle>
            <a:lvl1pPr>
              <a:defRPr/>
            </a:lvl1pPr>
          </a:lstStyle>
          <a:p>
            <a:fld id="{FDC3E244-4792-48D7-AEAA-4ECF7E709324}" type="slidenum">
              <a:rPr lang="en-ZA" altLang="en-US"/>
              <a:pPr/>
              <a:t>‹#›</a:t>
            </a:fld>
            <a:endParaRPr lang="en-ZA" altLang="en-US"/>
          </a:p>
        </p:txBody>
      </p:sp>
    </p:spTree>
    <p:extLst>
      <p:ext uri="{BB962C8B-B14F-4D97-AF65-F5344CB8AC3E}">
        <p14:creationId xmlns:p14="http://schemas.microsoft.com/office/powerpoint/2010/main" val="3739143479"/>
      </p:ext>
    </p:extLst>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929B7CB-EEAB-4EBF-BFCE-9ADE8EB2FAB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10">
            <a:extLst>
              <a:ext uri="{FF2B5EF4-FFF2-40B4-BE49-F238E27FC236}">
                <a16:creationId xmlns:a16="http://schemas.microsoft.com/office/drawing/2014/main" id="{20857724-4F88-47B9-A44E-F899FD6E812E}"/>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6DCAB991-3740-4894-B6C9-A50ABCE8AF3F}"/>
              </a:ext>
            </a:extLst>
          </p:cNvPr>
          <p:cNvSpPr>
            <a:spLocks noGrp="1"/>
          </p:cNvSpPr>
          <p:nvPr>
            <p:ph type="dt" sz="half" idx="10"/>
          </p:nvPr>
        </p:nvSpPr>
        <p:spPr/>
        <p:txBody>
          <a:bodyPr/>
          <a:lstStyle>
            <a:lvl1pPr>
              <a:defRPr/>
            </a:lvl1pPr>
          </a:lstStyle>
          <a:p>
            <a:pPr>
              <a:defRPr/>
            </a:pPr>
            <a:fld id="{4358D965-F268-45B7-96F1-6646D340F1A7}" type="datetime9">
              <a:rPr lang="en-US"/>
              <a:pPr>
                <a:defRPr/>
              </a:pPr>
              <a:t>3/6/2026 12:46:19 AM</a:t>
            </a:fld>
            <a:endParaRPr lang="en-ZA"/>
          </a:p>
        </p:txBody>
      </p:sp>
      <p:sp>
        <p:nvSpPr>
          <p:cNvPr id="8" name="Footer Placeholder 5">
            <a:extLst>
              <a:ext uri="{FF2B5EF4-FFF2-40B4-BE49-F238E27FC236}">
                <a16:creationId xmlns:a16="http://schemas.microsoft.com/office/drawing/2014/main" id="{B3253105-1E40-4A00-9732-C5274D0D6512}"/>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6">
            <a:extLst>
              <a:ext uri="{FF2B5EF4-FFF2-40B4-BE49-F238E27FC236}">
                <a16:creationId xmlns:a16="http://schemas.microsoft.com/office/drawing/2014/main" id="{86322299-B021-4C40-BCFA-D9CBD8B469B4}"/>
              </a:ext>
            </a:extLst>
          </p:cNvPr>
          <p:cNvSpPr>
            <a:spLocks noGrp="1"/>
          </p:cNvSpPr>
          <p:nvPr>
            <p:ph type="sldNum" sz="quarter" idx="12"/>
          </p:nvPr>
        </p:nvSpPr>
        <p:spPr/>
        <p:txBody>
          <a:bodyPr/>
          <a:lstStyle>
            <a:lvl1pPr>
              <a:defRPr/>
            </a:lvl1pPr>
          </a:lstStyle>
          <a:p>
            <a:fld id="{0CBDF08B-A97F-4D01-A141-6D3735445754}" type="slidenum">
              <a:rPr lang="en-ZA" altLang="en-US"/>
              <a:pPr/>
              <a:t>‹#›</a:t>
            </a:fld>
            <a:endParaRPr lang="en-ZA" altLang="en-US"/>
          </a:p>
        </p:txBody>
      </p:sp>
    </p:spTree>
    <p:extLst>
      <p:ext uri="{BB962C8B-B14F-4D97-AF65-F5344CB8AC3E}">
        <p14:creationId xmlns:p14="http://schemas.microsoft.com/office/powerpoint/2010/main" val="319178725"/>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81AFB8-08E0-417F-B18B-3FB19840F200}"/>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53A98590-1D42-413A-8689-C02DB74A147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070D5E67-A422-426B-9390-E011D56F5E24}"/>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68C833F1-460A-49FE-9C25-A6B8359C8FB2}"/>
              </a:ext>
            </a:extLst>
          </p:cNvPr>
          <p:cNvSpPr>
            <a:spLocks noGrp="1"/>
          </p:cNvSpPr>
          <p:nvPr>
            <p:ph type="dt" sz="half" idx="10"/>
          </p:nvPr>
        </p:nvSpPr>
        <p:spPr/>
        <p:txBody>
          <a:bodyPr/>
          <a:lstStyle>
            <a:lvl1pPr>
              <a:defRPr/>
            </a:lvl1pPr>
          </a:lstStyle>
          <a:p>
            <a:pPr>
              <a:defRPr/>
            </a:pPr>
            <a:fld id="{3D5D1A2A-4D3D-4758-99FF-46986E54649F}" type="datetime9">
              <a:rPr lang="en-US"/>
              <a:pPr>
                <a:defRPr/>
              </a:pPr>
              <a:t>3/6/2026 12:46:19 AM</a:t>
            </a:fld>
            <a:endParaRPr lang="en-ZA"/>
          </a:p>
        </p:txBody>
      </p:sp>
      <p:sp>
        <p:nvSpPr>
          <p:cNvPr id="9" name="Footer Placeholder 5">
            <a:extLst>
              <a:ext uri="{FF2B5EF4-FFF2-40B4-BE49-F238E27FC236}">
                <a16:creationId xmlns:a16="http://schemas.microsoft.com/office/drawing/2014/main" id="{2038D594-313A-4F90-B415-0AD88FDC8AE9}"/>
              </a:ext>
            </a:extLst>
          </p:cNvPr>
          <p:cNvSpPr>
            <a:spLocks noGrp="1"/>
          </p:cNvSpPr>
          <p:nvPr>
            <p:ph type="ftr" sz="quarter" idx="11"/>
          </p:nvPr>
        </p:nvSpPr>
        <p:spPr>
          <a:xfrm>
            <a:off x="914400" y="6172200"/>
            <a:ext cx="3886200" cy="457200"/>
          </a:xfrm>
        </p:spPr>
        <p:txBody>
          <a:bodyPr/>
          <a:lstStyle>
            <a:lvl1pPr>
              <a:defRPr/>
            </a:lvl1pPr>
          </a:lstStyle>
          <a:p>
            <a:pPr>
              <a:defRPr/>
            </a:pPr>
            <a:r>
              <a:rPr lang="fr-FR" dirty="0"/>
              <a:t>Dr Jean de Dieu NIYONZIMA</a:t>
            </a:r>
            <a:endParaRPr lang="en-ZA" dirty="0"/>
          </a:p>
        </p:txBody>
      </p:sp>
      <p:sp>
        <p:nvSpPr>
          <p:cNvPr id="10" name="Slide Number Placeholder 6">
            <a:extLst>
              <a:ext uri="{FF2B5EF4-FFF2-40B4-BE49-F238E27FC236}">
                <a16:creationId xmlns:a16="http://schemas.microsoft.com/office/drawing/2014/main" id="{33E28CC1-9963-4E9B-9EB3-F4FF6380546B}"/>
              </a:ext>
            </a:extLst>
          </p:cNvPr>
          <p:cNvSpPr>
            <a:spLocks noGrp="1"/>
          </p:cNvSpPr>
          <p:nvPr>
            <p:ph type="sldNum" sz="quarter" idx="12"/>
          </p:nvPr>
        </p:nvSpPr>
        <p:spPr>
          <a:xfrm>
            <a:off x="146050" y="6208713"/>
            <a:ext cx="457200" cy="457200"/>
          </a:xfrm>
        </p:spPr>
        <p:txBody>
          <a:bodyPr/>
          <a:lstStyle>
            <a:lvl1pPr>
              <a:defRPr/>
            </a:lvl1pPr>
          </a:lstStyle>
          <a:p>
            <a:fld id="{3BD59E65-1B08-44C5-9A99-6878A75076A5}" type="slidenum">
              <a:rPr lang="en-ZA" altLang="en-US"/>
              <a:pPr/>
              <a:t>‹#›</a:t>
            </a:fld>
            <a:endParaRPr lang="en-ZA" altLang="en-US"/>
          </a:p>
        </p:txBody>
      </p:sp>
    </p:spTree>
    <p:extLst>
      <p:ext uri="{BB962C8B-B14F-4D97-AF65-F5344CB8AC3E}">
        <p14:creationId xmlns:p14="http://schemas.microsoft.com/office/powerpoint/2010/main" val="1666982455"/>
      </p:ext>
    </p:extLst>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14F6C16C-976B-4499-A9AE-77F1795C8A2C}"/>
              </a:ext>
            </a:extLst>
          </p:cNvPr>
          <p:cNvSpPr>
            <a:spLocks noGrp="1"/>
          </p:cNvSpPr>
          <p:nvPr>
            <p:ph type="dt" sz="half" idx="10"/>
          </p:nvPr>
        </p:nvSpPr>
        <p:spPr/>
        <p:txBody>
          <a:bodyPr/>
          <a:lstStyle>
            <a:lvl1pPr>
              <a:defRPr/>
            </a:lvl1pPr>
          </a:lstStyle>
          <a:p>
            <a:pPr>
              <a:defRPr/>
            </a:pPr>
            <a:fld id="{C1A7BD15-926A-46B1-93B4-47B1B2B361F8}" type="datetime9">
              <a:rPr lang="en-US"/>
              <a:pPr>
                <a:defRPr/>
              </a:pPr>
              <a:t>3/6/2026 12:46:19 AM</a:t>
            </a:fld>
            <a:endParaRPr lang="en-ZA"/>
          </a:p>
        </p:txBody>
      </p:sp>
      <p:sp>
        <p:nvSpPr>
          <p:cNvPr id="5" name="Footer Placeholder 2">
            <a:extLst>
              <a:ext uri="{FF2B5EF4-FFF2-40B4-BE49-F238E27FC236}">
                <a16:creationId xmlns:a16="http://schemas.microsoft.com/office/drawing/2014/main" id="{6B0AE095-FEA0-4FAC-A6F2-7320C715F242}"/>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408E8E6A-9EB9-4B82-9EB9-4F3B5F4EE876}"/>
              </a:ext>
            </a:extLst>
          </p:cNvPr>
          <p:cNvSpPr>
            <a:spLocks noGrp="1"/>
          </p:cNvSpPr>
          <p:nvPr>
            <p:ph type="sldNum" sz="quarter" idx="12"/>
          </p:nvPr>
        </p:nvSpPr>
        <p:spPr/>
        <p:txBody>
          <a:bodyPr/>
          <a:lstStyle>
            <a:lvl1pPr>
              <a:defRPr/>
            </a:lvl1pPr>
          </a:lstStyle>
          <a:p>
            <a:fld id="{8F8E85DE-0A4E-4F48-9D29-D8D3EE22208F}" type="slidenum">
              <a:rPr lang="en-ZA" altLang="en-US"/>
              <a:pPr/>
              <a:t>‹#›</a:t>
            </a:fld>
            <a:endParaRPr lang="en-ZA" altLang="en-US"/>
          </a:p>
        </p:txBody>
      </p:sp>
    </p:spTree>
    <p:extLst>
      <p:ext uri="{BB962C8B-B14F-4D97-AF65-F5344CB8AC3E}">
        <p14:creationId xmlns:p14="http://schemas.microsoft.com/office/powerpoint/2010/main" val="4282877789"/>
      </p:ext>
    </p:extLst>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0D2E7968-6A6F-4834-9F6A-8AEF8DED737A}"/>
              </a:ext>
            </a:extLst>
          </p:cNvPr>
          <p:cNvSpPr>
            <a:spLocks noGrp="1"/>
          </p:cNvSpPr>
          <p:nvPr>
            <p:ph type="dt" sz="half" idx="10"/>
          </p:nvPr>
        </p:nvSpPr>
        <p:spPr/>
        <p:txBody>
          <a:bodyPr/>
          <a:lstStyle>
            <a:lvl1pPr>
              <a:defRPr/>
            </a:lvl1pPr>
          </a:lstStyle>
          <a:p>
            <a:pPr>
              <a:defRPr/>
            </a:pPr>
            <a:fld id="{27B22B68-5010-4D46-A0F8-65597C1C3CF3}" type="datetime9">
              <a:rPr lang="en-US"/>
              <a:pPr>
                <a:defRPr/>
              </a:pPr>
              <a:t>3/6/2026 12:46:19 AM</a:t>
            </a:fld>
            <a:endParaRPr lang="en-ZA"/>
          </a:p>
        </p:txBody>
      </p:sp>
      <p:sp>
        <p:nvSpPr>
          <p:cNvPr id="5" name="Footer Placeholder 2">
            <a:extLst>
              <a:ext uri="{FF2B5EF4-FFF2-40B4-BE49-F238E27FC236}">
                <a16:creationId xmlns:a16="http://schemas.microsoft.com/office/drawing/2014/main" id="{872F8FBB-26BF-4F6D-82CA-60ADC1911932}"/>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54E85E50-2491-4D15-8255-E7B36CC2E47B}"/>
              </a:ext>
            </a:extLst>
          </p:cNvPr>
          <p:cNvSpPr>
            <a:spLocks noGrp="1"/>
          </p:cNvSpPr>
          <p:nvPr>
            <p:ph type="sldNum" sz="quarter" idx="12"/>
          </p:nvPr>
        </p:nvSpPr>
        <p:spPr/>
        <p:txBody>
          <a:bodyPr/>
          <a:lstStyle>
            <a:lvl1pPr>
              <a:defRPr/>
            </a:lvl1pPr>
          </a:lstStyle>
          <a:p>
            <a:fld id="{AB3D3024-9592-4DEB-A813-722057BC6688}" type="slidenum">
              <a:rPr lang="en-ZA" altLang="en-US"/>
              <a:pPr/>
              <a:t>‹#›</a:t>
            </a:fld>
            <a:endParaRPr lang="en-ZA" altLang="en-US"/>
          </a:p>
        </p:txBody>
      </p:sp>
    </p:spTree>
    <p:extLst>
      <p:ext uri="{BB962C8B-B14F-4D97-AF65-F5344CB8AC3E}">
        <p14:creationId xmlns:p14="http://schemas.microsoft.com/office/powerpoint/2010/main" val="1601233633"/>
      </p:ext>
    </p:extLst>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E86FFB-67F4-4FB7-80E1-FB29E75F978F}"/>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10">
            <a:extLst>
              <a:ext uri="{FF2B5EF4-FFF2-40B4-BE49-F238E27FC236}">
                <a16:creationId xmlns:a16="http://schemas.microsoft.com/office/drawing/2014/main" id="{0733058C-1862-4060-B005-B52C1FB6FB38}"/>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C9007B72-7D7E-482D-99CE-B42DAF360CBC}"/>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92A387AC-C41D-4287-ACB9-257908DEEF26}"/>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D6B8E5E1-1F0B-4710-8493-D68A3CA07DAE}"/>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a:extLst>
              <a:ext uri="{FF2B5EF4-FFF2-40B4-BE49-F238E27FC236}">
                <a16:creationId xmlns:a16="http://schemas.microsoft.com/office/drawing/2014/main" id="{E57FAC0A-D626-4A43-84A4-56D201C1AB56}"/>
              </a:ext>
            </a:extLst>
          </p:cNvPr>
          <p:cNvSpPr>
            <a:spLocks noGrp="1"/>
          </p:cNvSpPr>
          <p:nvPr>
            <p:ph type="dt" sz="half" idx="10"/>
          </p:nvPr>
        </p:nvSpPr>
        <p:spPr/>
        <p:txBody>
          <a:bodyPr/>
          <a:lstStyle>
            <a:lvl1pPr>
              <a:defRPr/>
            </a:lvl1pPr>
          </a:lstStyle>
          <a:p>
            <a:pPr>
              <a:defRPr/>
            </a:pPr>
            <a:fld id="{CFA488DC-B19A-4D8A-A8B1-4DCC7895CA4D}" type="datetime9">
              <a:rPr lang="en-US"/>
              <a:pPr>
                <a:defRPr/>
              </a:pPr>
              <a:t>3/6/2026 12:46:19 AM</a:t>
            </a:fld>
            <a:endParaRPr lang="en-ZA"/>
          </a:p>
        </p:txBody>
      </p:sp>
      <p:sp>
        <p:nvSpPr>
          <p:cNvPr id="12" name="Footer Placeholder 16">
            <a:extLst>
              <a:ext uri="{FF2B5EF4-FFF2-40B4-BE49-F238E27FC236}">
                <a16:creationId xmlns:a16="http://schemas.microsoft.com/office/drawing/2014/main" id="{84F74C9A-5D02-4BF5-834C-2F19B31B8446}"/>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13" name="Slide Number Placeholder 28">
            <a:extLst>
              <a:ext uri="{FF2B5EF4-FFF2-40B4-BE49-F238E27FC236}">
                <a16:creationId xmlns:a16="http://schemas.microsoft.com/office/drawing/2014/main" id="{CDE641D7-2793-4A1F-A1B8-21E5C937DF4F}"/>
              </a:ext>
            </a:extLst>
          </p:cNvPr>
          <p:cNvSpPr>
            <a:spLocks noGrp="1"/>
          </p:cNvSpPr>
          <p:nvPr>
            <p:ph type="sldNum" sz="quarter" idx="12"/>
          </p:nvPr>
        </p:nvSpPr>
        <p:spPr/>
        <p:txBody>
          <a:bodyPr/>
          <a:lstStyle>
            <a:lvl1pPr>
              <a:defRPr/>
            </a:lvl1pPr>
          </a:lstStyle>
          <a:p>
            <a:fld id="{7FE1567B-88E7-45C5-9817-EE9F88D8EDA4}" type="slidenum">
              <a:rPr lang="en-ZA" altLang="en-US"/>
              <a:pPr/>
              <a:t>‹#›</a:t>
            </a:fld>
            <a:endParaRPr lang="en-ZA" altLang="en-US"/>
          </a:p>
        </p:txBody>
      </p:sp>
    </p:spTree>
    <p:extLst>
      <p:ext uri="{BB962C8B-B14F-4D97-AF65-F5344CB8AC3E}">
        <p14:creationId xmlns:p14="http://schemas.microsoft.com/office/powerpoint/2010/main" val="3171764468"/>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B585F022-160E-4DB3-8CA9-AF0F1D1C6E18}"/>
              </a:ext>
            </a:extLst>
          </p:cNvPr>
          <p:cNvSpPr>
            <a:spLocks noGrp="1"/>
          </p:cNvSpPr>
          <p:nvPr>
            <p:ph type="dt" sz="half" idx="10"/>
          </p:nvPr>
        </p:nvSpPr>
        <p:spPr/>
        <p:txBody>
          <a:bodyPr/>
          <a:lstStyle>
            <a:lvl1pPr>
              <a:defRPr/>
            </a:lvl1pPr>
          </a:lstStyle>
          <a:p>
            <a:pPr>
              <a:defRPr/>
            </a:pPr>
            <a:fld id="{E06FD668-BDC6-4716-A81F-1F1583F58351}" type="datetime9">
              <a:rPr lang="en-US"/>
              <a:pPr>
                <a:defRPr/>
              </a:pPr>
              <a:t>3/6/2026 12:46:19 AM</a:t>
            </a:fld>
            <a:endParaRPr lang="en-ZA"/>
          </a:p>
        </p:txBody>
      </p:sp>
      <p:sp>
        <p:nvSpPr>
          <p:cNvPr id="5" name="Footer Placeholder 2">
            <a:extLst>
              <a:ext uri="{FF2B5EF4-FFF2-40B4-BE49-F238E27FC236}">
                <a16:creationId xmlns:a16="http://schemas.microsoft.com/office/drawing/2014/main" id="{7A8287F3-BD0B-4A79-83E0-85CFF0388976}"/>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D0E5E807-DA12-4CF4-8059-EE807B25B413}"/>
              </a:ext>
            </a:extLst>
          </p:cNvPr>
          <p:cNvSpPr>
            <a:spLocks noGrp="1"/>
          </p:cNvSpPr>
          <p:nvPr>
            <p:ph type="sldNum" sz="quarter" idx="12"/>
          </p:nvPr>
        </p:nvSpPr>
        <p:spPr/>
        <p:txBody>
          <a:bodyPr/>
          <a:lstStyle>
            <a:lvl1pPr>
              <a:defRPr/>
            </a:lvl1pPr>
          </a:lstStyle>
          <a:p>
            <a:fld id="{EB230D17-64BF-42DD-AAA3-6C2F60F676C6}" type="slidenum">
              <a:rPr lang="en-ZA" altLang="en-US"/>
              <a:pPr/>
              <a:t>‹#›</a:t>
            </a:fld>
            <a:endParaRPr lang="en-ZA" altLang="en-US"/>
          </a:p>
        </p:txBody>
      </p:sp>
    </p:spTree>
    <p:extLst>
      <p:ext uri="{BB962C8B-B14F-4D97-AF65-F5344CB8AC3E}">
        <p14:creationId xmlns:p14="http://schemas.microsoft.com/office/powerpoint/2010/main" val="2548399384"/>
      </p:ext>
    </p:extLst>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4FAAB3-08DA-4727-BFB9-A5A8B44CA351}"/>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5" name="Rounded Rectangle 10">
            <a:extLst>
              <a:ext uri="{FF2B5EF4-FFF2-40B4-BE49-F238E27FC236}">
                <a16:creationId xmlns:a16="http://schemas.microsoft.com/office/drawing/2014/main" id="{62F4D6DB-1C84-4290-9BD6-1995B0777128}"/>
              </a:ext>
            </a:extLst>
          </p:cNvPr>
          <p:cNvGrpSpPr>
            <a:grpSpLocks/>
          </p:cNvGrpSpPr>
          <p:nvPr/>
        </p:nvGrpSpPr>
        <p:grpSpPr bwMode="auto">
          <a:xfrm>
            <a:off x="63500" y="63500"/>
            <a:ext cx="9029700" cy="6705600"/>
            <a:chOff x="40" y="40"/>
            <a:chExt cx="5688" cy="4224"/>
          </a:xfrm>
        </p:grpSpPr>
        <p:pic>
          <p:nvPicPr>
            <p:cNvPr id="6" name="Rounded Rectangle 10">
              <a:extLst>
                <a:ext uri="{FF2B5EF4-FFF2-40B4-BE49-F238E27FC236}">
                  <a16:creationId xmlns:a16="http://schemas.microsoft.com/office/drawing/2014/main" id="{C76D61F3-9204-4924-A612-4B7443B96A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 y="40"/>
              <a:ext cx="5688" cy="422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a:extLst>
                <a:ext uri="{FF2B5EF4-FFF2-40B4-BE49-F238E27FC236}">
                  <a16:creationId xmlns:a16="http://schemas.microsoft.com/office/drawing/2014/main" id="{7579EC7E-B8C6-42A8-AAD6-B8CF065CB510}"/>
                </a:ext>
              </a:extLst>
            </p:cNvPr>
            <p:cNvSpPr txBox="1">
              <a:spLocks noChangeArrowheads="1"/>
            </p:cNvSpPr>
            <p:nvPr/>
          </p:nvSpPr>
          <p:spPr bwMode="auto">
            <a:xfrm>
              <a:off x="102" y="105"/>
              <a:ext cx="5556" cy="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endParaRPr lang="en-US" altLang="en-US">
                <a:solidFill>
                  <a:srgbClr val="FFFFFF"/>
                </a:solidFill>
                <a:latin typeface="Perpetua" panose="02020502060401020303" pitchFamily="18" charset="0"/>
              </a:endParaRPr>
            </a:p>
          </p:txBody>
        </p:sp>
      </p:grpSp>
      <p:sp>
        <p:nvSpPr>
          <p:cNvPr id="8" name="Rectangle 7">
            <a:extLst>
              <a:ext uri="{FF2B5EF4-FFF2-40B4-BE49-F238E27FC236}">
                <a16:creationId xmlns:a16="http://schemas.microsoft.com/office/drawing/2014/main" id="{5AF45104-2C0C-4430-A939-2EE7E393EE41}"/>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4535C389-D555-41F4-BB4F-26066E49A7AF}"/>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F85641CD-D960-4765-9BFB-6E96FF136C2B}"/>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11" name="Date Placeholder 3">
            <a:extLst>
              <a:ext uri="{FF2B5EF4-FFF2-40B4-BE49-F238E27FC236}">
                <a16:creationId xmlns:a16="http://schemas.microsoft.com/office/drawing/2014/main" id="{A8CCE888-1CEA-4D05-A125-97647198743E}"/>
              </a:ext>
            </a:extLst>
          </p:cNvPr>
          <p:cNvSpPr>
            <a:spLocks noGrp="1"/>
          </p:cNvSpPr>
          <p:nvPr>
            <p:ph type="dt" sz="half" idx="10"/>
          </p:nvPr>
        </p:nvSpPr>
        <p:spPr/>
        <p:txBody>
          <a:bodyPr/>
          <a:lstStyle>
            <a:lvl1pPr>
              <a:defRPr/>
            </a:lvl1pPr>
          </a:lstStyle>
          <a:p>
            <a:pPr>
              <a:defRPr/>
            </a:pPr>
            <a:fld id="{D8AA0E95-4096-4BD6-BABE-4FE8321D922D}" type="datetime9">
              <a:rPr lang="en-US"/>
              <a:pPr>
                <a:defRPr/>
              </a:pPr>
              <a:t>3/6/2026 12:46:19 AM</a:t>
            </a:fld>
            <a:endParaRPr lang="en-ZA"/>
          </a:p>
        </p:txBody>
      </p:sp>
      <p:sp>
        <p:nvSpPr>
          <p:cNvPr id="12" name="Footer Placeholder 4">
            <a:extLst>
              <a:ext uri="{FF2B5EF4-FFF2-40B4-BE49-F238E27FC236}">
                <a16:creationId xmlns:a16="http://schemas.microsoft.com/office/drawing/2014/main" id="{35532D14-AA2D-4D0E-8AF7-6E06C5F70B0B}"/>
              </a:ext>
            </a:extLst>
          </p:cNvPr>
          <p:cNvSpPr>
            <a:spLocks noGrp="1"/>
          </p:cNvSpPr>
          <p:nvPr>
            <p:ph type="ftr" sz="quarter" idx="11"/>
          </p:nvPr>
        </p:nvSpPr>
        <p:spPr>
          <a:xfrm>
            <a:off x="800100" y="6172200"/>
            <a:ext cx="4000500" cy="457200"/>
          </a:xfrm>
        </p:spPr>
        <p:txBody>
          <a:bodyPr/>
          <a:lstStyle>
            <a:lvl1pPr>
              <a:defRPr/>
            </a:lvl1pPr>
          </a:lstStyle>
          <a:p>
            <a:pPr>
              <a:defRPr/>
            </a:pPr>
            <a:r>
              <a:rPr lang="fr-FR" dirty="0"/>
              <a:t>Dr Jean de Dieu NIYONZIMA</a:t>
            </a:r>
            <a:endParaRPr lang="en-ZA" dirty="0"/>
          </a:p>
        </p:txBody>
      </p:sp>
      <p:sp>
        <p:nvSpPr>
          <p:cNvPr id="13" name="Slide Number Placeholder 5">
            <a:extLst>
              <a:ext uri="{FF2B5EF4-FFF2-40B4-BE49-F238E27FC236}">
                <a16:creationId xmlns:a16="http://schemas.microsoft.com/office/drawing/2014/main" id="{1E5E6E4A-7B1C-414E-AFD1-21BC496FDD76}"/>
              </a:ext>
            </a:extLst>
          </p:cNvPr>
          <p:cNvSpPr>
            <a:spLocks noGrp="1"/>
          </p:cNvSpPr>
          <p:nvPr>
            <p:ph type="sldNum" sz="quarter" idx="12"/>
          </p:nvPr>
        </p:nvSpPr>
        <p:spPr>
          <a:xfrm>
            <a:off x="146050" y="6208713"/>
            <a:ext cx="457200" cy="457200"/>
          </a:xfrm>
        </p:spPr>
        <p:txBody>
          <a:bodyPr/>
          <a:lstStyle>
            <a:lvl1pPr>
              <a:defRPr/>
            </a:lvl1pPr>
          </a:lstStyle>
          <a:p>
            <a:fld id="{01B45058-407B-44EB-BDD6-998CADECABBC}" type="slidenum">
              <a:rPr lang="en-ZA" altLang="en-US"/>
              <a:pPr/>
              <a:t>‹#›</a:t>
            </a:fld>
            <a:endParaRPr lang="en-ZA" altLang="en-US"/>
          </a:p>
        </p:txBody>
      </p:sp>
    </p:spTree>
    <p:extLst>
      <p:ext uri="{BB962C8B-B14F-4D97-AF65-F5344CB8AC3E}">
        <p14:creationId xmlns:p14="http://schemas.microsoft.com/office/powerpoint/2010/main" val="2080943148"/>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6A997A01-E22A-427E-BC23-8EBAF0933E59}"/>
              </a:ext>
            </a:extLst>
          </p:cNvPr>
          <p:cNvSpPr>
            <a:spLocks noGrp="1"/>
          </p:cNvSpPr>
          <p:nvPr>
            <p:ph type="dt" sz="half" idx="10"/>
          </p:nvPr>
        </p:nvSpPr>
        <p:spPr/>
        <p:txBody>
          <a:bodyPr/>
          <a:lstStyle>
            <a:lvl1pPr>
              <a:defRPr/>
            </a:lvl1pPr>
          </a:lstStyle>
          <a:p>
            <a:pPr>
              <a:defRPr/>
            </a:pPr>
            <a:fld id="{A91E3360-0CB4-4169-A6C1-73E1564F693A}" type="datetime9">
              <a:rPr lang="en-US"/>
              <a:pPr>
                <a:defRPr/>
              </a:pPr>
              <a:t>3/6/2026 12:46:19 AM</a:t>
            </a:fld>
            <a:endParaRPr lang="en-ZA"/>
          </a:p>
        </p:txBody>
      </p:sp>
      <p:sp>
        <p:nvSpPr>
          <p:cNvPr id="6" name="Footer Placeholder 2">
            <a:extLst>
              <a:ext uri="{FF2B5EF4-FFF2-40B4-BE49-F238E27FC236}">
                <a16:creationId xmlns:a16="http://schemas.microsoft.com/office/drawing/2014/main" id="{F63BB012-5585-436E-8398-08CE8353FFDA}"/>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7" name="Slide Number Placeholder 22">
            <a:extLst>
              <a:ext uri="{FF2B5EF4-FFF2-40B4-BE49-F238E27FC236}">
                <a16:creationId xmlns:a16="http://schemas.microsoft.com/office/drawing/2014/main" id="{244F4D4E-0656-4710-9CDB-492A28433654}"/>
              </a:ext>
            </a:extLst>
          </p:cNvPr>
          <p:cNvSpPr>
            <a:spLocks noGrp="1"/>
          </p:cNvSpPr>
          <p:nvPr>
            <p:ph type="sldNum" sz="quarter" idx="12"/>
          </p:nvPr>
        </p:nvSpPr>
        <p:spPr/>
        <p:txBody>
          <a:bodyPr/>
          <a:lstStyle>
            <a:lvl1pPr>
              <a:defRPr/>
            </a:lvl1pPr>
          </a:lstStyle>
          <a:p>
            <a:fld id="{3DB7C202-C843-47D8-B7AB-2F95E21CABB0}" type="slidenum">
              <a:rPr lang="en-ZA" altLang="en-US"/>
              <a:pPr/>
              <a:t>‹#›</a:t>
            </a:fld>
            <a:endParaRPr lang="en-ZA" altLang="en-US"/>
          </a:p>
        </p:txBody>
      </p:sp>
    </p:spTree>
    <p:extLst>
      <p:ext uri="{BB962C8B-B14F-4D97-AF65-F5344CB8AC3E}">
        <p14:creationId xmlns:p14="http://schemas.microsoft.com/office/powerpoint/2010/main" val="3672247187"/>
      </p:ext>
    </p:extLst>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50A30092-04F9-4893-B6B4-7B54B01D115B}"/>
              </a:ext>
            </a:extLst>
          </p:cNvPr>
          <p:cNvSpPr>
            <a:spLocks noGrp="1"/>
          </p:cNvSpPr>
          <p:nvPr>
            <p:ph type="dt" sz="half" idx="10"/>
          </p:nvPr>
        </p:nvSpPr>
        <p:spPr/>
        <p:txBody>
          <a:bodyPr/>
          <a:lstStyle>
            <a:lvl1pPr>
              <a:defRPr/>
            </a:lvl1pPr>
          </a:lstStyle>
          <a:p>
            <a:pPr>
              <a:defRPr/>
            </a:pPr>
            <a:fld id="{15E5966B-C2F3-49DE-ACA1-65DAD76B05E7}" type="datetime9">
              <a:rPr lang="en-US"/>
              <a:pPr>
                <a:defRPr/>
              </a:pPr>
              <a:t>3/6/2026 12:46:19 AM</a:t>
            </a:fld>
            <a:endParaRPr lang="en-ZA"/>
          </a:p>
        </p:txBody>
      </p:sp>
      <p:sp>
        <p:nvSpPr>
          <p:cNvPr id="8" name="Footer Placeholder 2">
            <a:extLst>
              <a:ext uri="{FF2B5EF4-FFF2-40B4-BE49-F238E27FC236}">
                <a16:creationId xmlns:a16="http://schemas.microsoft.com/office/drawing/2014/main" id="{6DCD62FC-9410-4898-BDB3-48275C14676F}"/>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22">
            <a:extLst>
              <a:ext uri="{FF2B5EF4-FFF2-40B4-BE49-F238E27FC236}">
                <a16:creationId xmlns:a16="http://schemas.microsoft.com/office/drawing/2014/main" id="{A0A7A4C7-BDE4-4AD5-8E86-A48935A77BBB}"/>
              </a:ext>
            </a:extLst>
          </p:cNvPr>
          <p:cNvSpPr>
            <a:spLocks noGrp="1"/>
          </p:cNvSpPr>
          <p:nvPr>
            <p:ph type="sldNum" sz="quarter" idx="12"/>
          </p:nvPr>
        </p:nvSpPr>
        <p:spPr/>
        <p:txBody>
          <a:bodyPr/>
          <a:lstStyle>
            <a:lvl1pPr>
              <a:defRPr/>
            </a:lvl1pPr>
          </a:lstStyle>
          <a:p>
            <a:fld id="{55979B5D-C38E-4F37-ADB3-809E23E0B09E}" type="slidenum">
              <a:rPr lang="en-ZA" altLang="en-US"/>
              <a:pPr/>
              <a:t>‹#›</a:t>
            </a:fld>
            <a:endParaRPr lang="en-ZA" altLang="en-US"/>
          </a:p>
        </p:txBody>
      </p:sp>
    </p:spTree>
    <p:extLst>
      <p:ext uri="{BB962C8B-B14F-4D97-AF65-F5344CB8AC3E}">
        <p14:creationId xmlns:p14="http://schemas.microsoft.com/office/powerpoint/2010/main" val="1676801889"/>
      </p:ext>
    </p:extLst>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20E50788-BCF5-4C88-A981-E866F7379355}"/>
              </a:ext>
            </a:extLst>
          </p:cNvPr>
          <p:cNvSpPr>
            <a:spLocks noGrp="1"/>
          </p:cNvSpPr>
          <p:nvPr>
            <p:ph type="dt" sz="half" idx="10"/>
          </p:nvPr>
        </p:nvSpPr>
        <p:spPr/>
        <p:txBody>
          <a:bodyPr/>
          <a:lstStyle>
            <a:lvl1pPr>
              <a:defRPr/>
            </a:lvl1pPr>
          </a:lstStyle>
          <a:p>
            <a:pPr>
              <a:defRPr/>
            </a:pPr>
            <a:fld id="{25A48926-D947-4223-B181-9C7331A9205C}" type="datetime9">
              <a:rPr lang="en-US"/>
              <a:pPr>
                <a:defRPr/>
              </a:pPr>
              <a:t>3/6/2026 12:46:19 AM</a:t>
            </a:fld>
            <a:endParaRPr lang="en-ZA"/>
          </a:p>
        </p:txBody>
      </p:sp>
      <p:sp>
        <p:nvSpPr>
          <p:cNvPr id="4" name="Footer Placeholder 2">
            <a:extLst>
              <a:ext uri="{FF2B5EF4-FFF2-40B4-BE49-F238E27FC236}">
                <a16:creationId xmlns:a16="http://schemas.microsoft.com/office/drawing/2014/main" id="{45442FEA-D019-4C5E-A976-BC7D19895357}"/>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5" name="Slide Number Placeholder 22">
            <a:extLst>
              <a:ext uri="{FF2B5EF4-FFF2-40B4-BE49-F238E27FC236}">
                <a16:creationId xmlns:a16="http://schemas.microsoft.com/office/drawing/2014/main" id="{63090582-C6DD-46FE-BB6F-5A472E96E07C}"/>
              </a:ext>
            </a:extLst>
          </p:cNvPr>
          <p:cNvSpPr>
            <a:spLocks noGrp="1"/>
          </p:cNvSpPr>
          <p:nvPr>
            <p:ph type="sldNum" sz="quarter" idx="12"/>
          </p:nvPr>
        </p:nvSpPr>
        <p:spPr/>
        <p:txBody>
          <a:bodyPr/>
          <a:lstStyle>
            <a:lvl1pPr>
              <a:defRPr/>
            </a:lvl1pPr>
          </a:lstStyle>
          <a:p>
            <a:fld id="{ECF29F82-4FA8-440E-8A1E-D2BE016F11C3}" type="slidenum">
              <a:rPr lang="en-ZA" altLang="en-US"/>
              <a:pPr/>
              <a:t>‹#›</a:t>
            </a:fld>
            <a:endParaRPr lang="en-ZA" altLang="en-US"/>
          </a:p>
        </p:txBody>
      </p:sp>
    </p:spTree>
    <p:extLst>
      <p:ext uri="{BB962C8B-B14F-4D97-AF65-F5344CB8AC3E}">
        <p14:creationId xmlns:p14="http://schemas.microsoft.com/office/powerpoint/2010/main" val="3573924296"/>
      </p:ext>
    </p:extLst>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5DB429FF-254F-4EE2-8BD3-77F90914AFD7}"/>
              </a:ext>
            </a:extLst>
          </p:cNvPr>
          <p:cNvSpPr>
            <a:spLocks noGrp="1"/>
          </p:cNvSpPr>
          <p:nvPr>
            <p:ph type="dt" sz="half" idx="10"/>
          </p:nvPr>
        </p:nvSpPr>
        <p:spPr/>
        <p:txBody>
          <a:bodyPr/>
          <a:lstStyle>
            <a:lvl1pPr>
              <a:defRPr/>
            </a:lvl1pPr>
          </a:lstStyle>
          <a:p>
            <a:pPr>
              <a:defRPr/>
            </a:pPr>
            <a:fld id="{354D0A46-3F84-46EC-96EC-FB987951A5FC}" type="datetime9">
              <a:rPr lang="en-US"/>
              <a:pPr>
                <a:defRPr/>
              </a:pPr>
              <a:t>3/6/2026 12:46:19 AM</a:t>
            </a:fld>
            <a:endParaRPr lang="en-ZA"/>
          </a:p>
        </p:txBody>
      </p:sp>
      <p:sp>
        <p:nvSpPr>
          <p:cNvPr id="3" name="Footer Placeholder 2">
            <a:extLst>
              <a:ext uri="{FF2B5EF4-FFF2-40B4-BE49-F238E27FC236}">
                <a16:creationId xmlns:a16="http://schemas.microsoft.com/office/drawing/2014/main" id="{8E1468B0-3B97-45E2-A206-FE4EEC26F246}"/>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4" name="Slide Number Placeholder 22">
            <a:extLst>
              <a:ext uri="{FF2B5EF4-FFF2-40B4-BE49-F238E27FC236}">
                <a16:creationId xmlns:a16="http://schemas.microsoft.com/office/drawing/2014/main" id="{3BD41BFD-EBBF-4810-85C3-4339958A9876}"/>
              </a:ext>
            </a:extLst>
          </p:cNvPr>
          <p:cNvSpPr>
            <a:spLocks noGrp="1"/>
          </p:cNvSpPr>
          <p:nvPr>
            <p:ph type="sldNum" sz="quarter" idx="12"/>
          </p:nvPr>
        </p:nvSpPr>
        <p:spPr/>
        <p:txBody>
          <a:bodyPr/>
          <a:lstStyle>
            <a:lvl1pPr>
              <a:defRPr/>
            </a:lvl1pPr>
          </a:lstStyle>
          <a:p>
            <a:fld id="{4E78149F-888D-4CD4-A023-BD17A862CDBE}" type="slidenum">
              <a:rPr lang="en-ZA" altLang="en-US"/>
              <a:pPr/>
              <a:t>‹#›</a:t>
            </a:fld>
            <a:endParaRPr lang="en-ZA" altLang="en-US"/>
          </a:p>
        </p:txBody>
      </p:sp>
    </p:spTree>
    <p:extLst>
      <p:ext uri="{BB962C8B-B14F-4D97-AF65-F5344CB8AC3E}">
        <p14:creationId xmlns:p14="http://schemas.microsoft.com/office/powerpoint/2010/main" val="3523637674"/>
      </p:ext>
    </p:extLst>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F85D430-CCD3-4681-824E-6AFA6B4C7A75}"/>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10">
            <a:extLst>
              <a:ext uri="{FF2B5EF4-FFF2-40B4-BE49-F238E27FC236}">
                <a16:creationId xmlns:a16="http://schemas.microsoft.com/office/drawing/2014/main" id="{840F2DA5-FA6B-4186-98F2-E3B0EC3A97B7}"/>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7D2564CD-B578-4F08-A3F0-A4F3A41EB5B5}"/>
              </a:ext>
            </a:extLst>
          </p:cNvPr>
          <p:cNvSpPr>
            <a:spLocks noGrp="1"/>
          </p:cNvSpPr>
          <p:nvPr>
            <p:ph type="dt" sz="half" idx="10"/>
          </p:nvPr>
        </p:nvSpPr>
        <p:spPr/>
        <p:txBody>
          <a:bodyPr/>
          <a:lstStyle>
            <a:lvl1pPr>
              <a:defRPr/>
            </a:lvl1pPr>
          </a:lstStyle>
          <a:p>
            <a:pPr>
              <a:defRPr/>
            </a:pPr>
            <a:fld id="{45DC407E-48F9-4DB5-B508-634682AE334D}" type="datetime9">
              <a:rPr lang="en-US"/>
              <a:pPr>
                <a:defRPr/>
              </a:pPr>
              <a:t>3/6/2026 12:46:19 AM</a:t>
            </a:fld>
            <a:endParaRPr lang="en-ZA"/>
          </a:p>
        </p:txBody>
      </p:sp>
      <p:sp>
        <p:nvSpPr>
          <p:cNvPr id="8" name="Footer Placeholder 5">
            <a:extLst>
              <a:ext uri="{FF2B5EF4-FFF2-40B4-BE49-F238E27FC236}">
                <a16:creationId xmlns:a16="http://schemas.microsoft.com/office/drawing/2014/main" id="{13144FAA-2E0B-4ECC-BD61-B55045151563}"/>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6">
            <a:extLst>
              <a:ext uri="{FF2B5EF4-FFF2-40B4-BE49-F238E27FC236}">
                <a16:creationId xmlns:a16="http://schemas.microsoft.com/office/drawing/2014/main" id="{3B2FD114-06C3-4723-A483-15068BE28433}"/>
              </a:ext>
            </a:extLst>
          </p:cNvPr>
          <p:cNvSpPr>
            <a:spLocks noGrp="1"/>
          </p:cNvSpPr>
          <p:nvPr>
            <p:ph type="sldNum" sz="quarter" idx="12"/>
          </p:nvPr>
        </p:nvSpPr>
        <p:spPr/>
        <p:txBody>
          <a:bodyPr/>
          <a:lstStyle>
            <a:lvl1pPr>
              <a:defRPr/>
            </a:lvl1pPr>
          </a:lstStyle>
          <a:p>
            <a:fld id="{F09A9C39-F6C8-435D-A491-154CB0FECA03}" type="slidenum">
              <a:rPr lang="en-ZA" altLang="en-US"/>
              <a:pPr/>
              <a:t>‹#›</a:t>
            </a:fld>
            <a:endParaRPr lang="en-ZA" altLang="en-US"/>
          </a:p>
        </p:txBody>
      </p:sp>
    </p:spTree>
    <p:extLst>
      <p:ext uri="{BB962C8B-B14F-4D97-AF65-F5344CB8AC3E}">
        <p14:creationId xmlns:p14="http://schemas.microsoft.com/office/powerpoint/2010/main" val="32934366"/>
      </p:ext>
    </p:extLst>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A5EC7F0-1BF5-40B9-9802-CA571FDEB1E8}"/>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6E617E97-BE83-4FA6-9006-598279C400CE}"/>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6D3A7280-6832-40B9-873D-35772F8A476A}"/>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AFE3E44B-48A5-44F3-80ED-6CB22E7DE135}"/>
              </a:ext>
            </a:extLst>
          </p:cNvPr>
          <p:cNvSpPr>
            <a:spLocks noGrp="1"/>
          </p:cNvSpPr>
          <p:nvPr>
            <p:ph type="dt" sz="half" idx="10"/>
          </p:nvPr>
        </p:nvSpPr>
        <p:spPr/>
        <p:txBody>
          <a:bodyPr/>
          <a:lstStyle>
            <a:lvl1pPr>
              <a:defRPr/>
            </a:lvl1pPr>
          </a:lstStyle>
          <a:p>
            <a:pPr>
              <a:defRPr/>
            </a:pPr>
            <a:fld id="{3F1D12CC-E198-44E9-BCA9-28806068EC2C}" type="datetime9">
              <a:rPr lang="en-US"/>
              <a:pPr>
                <a:defRPr/>
              </a:pPr>
              <a:t>3/6/2026 12:46:19 AM</a:t>
            </a:fld>
            <a:endParaRPr lang="en-ZA"/>
          </a:p>
        </p:txBody>
      </p:sp>
      <p:sp>
        <p:nvSpPr>
          <p:cNvPr id="9" name="Footer Placeholder 5">
            <a:extLst>
              <a:ext uri="{FF2B5EF4-FFF2-40B4-BE49-F238E27FC236}">
                <a16:creationId xmlns:a16="http://schemas.microsoft.com/office/drawing/2014/main" id="{EA9488CD-2BA6-4327-BFBC-84E8F1D358CF}"/>
              </a:ext>
            </a:extLst>
          </p:cNvPr>
          <p:cNvSpPr>
            <a:spLocks noGrp="1"/>
          </p:cNvSpPr>
          <p:nvPr>
            <p:ph type="ftr" sz="quarter" idx="11"/>
          </p:nvPr>
        </p:nvSpPr>
        <p:spPr>
          <a:xfrm>
            <a:off x="914400" y="6172200"/>
            <a:ext cx="3886200" cy="457200"/>
          </a:xfrm>
        </p:spPr>
        <p:txBody>
          <a:bodyPr/>
          <a:lstStyle>
            <a:lvl1pPr>
              <a:defRPr/>
            </a:lvl1pPr>
          </a:lstStyle>
          <a:p>
            <a:pPr>
              <a:defRPr/>
            </a:pPr>
            <a:r>
              <a:rPr lang="fr-FR" dirty="0"/>
              <a:t>Dr Jean de Dieu NIYONZIMA</a:t>
            </a:r>
            <a:endParaRPr lang="en-ZA" dirty="0"/>
          </a:p>
        </p:txBody>
      </p:sp>
      <p:sp>
        <p:nvSpPr>
          <p:cNvPr id="10" name="Slide Number Placeholder 6">
            <a:extLst>
              <a:ext uri="{FF2B5EF4-FFF2-40B4-BE49-F238E27FC236}">
                <a16:creationId xmlns:a16="http://schemas.microsoft.com/office/drawing/2014/main" id="{E6E463A1-C743-4AB2-AF73-CAF292D1E016}"/>
              </a:ext>
            </a:extLst>
          </p:cNvPr>
          <p:cNvSpPr>
            <a:spLocks noGrp="1"/>
          </p:cNvSpPr>
          <p:nvPr>
            <p:ph type="sldNum" sz="quarter" idx="12"/>
          </p:nvPr>
        </p:nvSpPr>
        <p:spPr>
          <a:xfrm>
            <a:off x="146050" y="6208713"/>
            <a:ext cx="457200" cy="457200"/>
          </a:xfrm>
        </p:spPr>
        <p:txBody>
          <a:bodyPr/>
          <a:lstStyle>
            <a:lvl1pPr>
              <a:defRPr/>
            </a:lvl1pPr>
          </a:lstStyle>
          <a:p>
            <a:fld id="{B143FDF4-04AA-41BD-AFEB-6A4A14566EB6}" type="slidenum">
              <a:rPr lang="en-ZA" altLang="en-US"/>
              <a:pPr/>
              <a:t>‹#›</a:t>
            </a:fld>
            <a:endParaRPr lang="en-ZA" altLang="en-US"/>
          </a:p>
        </p:txBody>
      </p:sp>
    </p:spTree>
    <p:extLst>
      <p:ext uri="{BB962C8B-B14F-4D97-AF65-F5344CB8AC3E}">
        <p14:creationId xmlns:p14="http://schemas.microsoft.com/office/powerpoint/2010/main" val="1421123482"/>
      </p:ext>
    </p:extLst>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3CF64E04-E15A-4E45-8CCE-A0B6BC24D8ED}"/>
              </a:ext>
            </a:extLst>
          </p:cNvPr>
          <p:cNvSpPr>
            <a:spLocks noGrp="1"/>
          </p:cNvSpPr>
          <p:nvPr>
            <p:ph type="dt" sz="half" idx="10"/>
          </p:nvPr>
        </p:nvSpPr>
        <p:spPr/>
        <p:txBody>
          <a:bodyPr/>
          <a:lstStyle>
            <a:lvl1pPr>
              <a:defRPr/>
            </a:lvl1pPr>
          </a:lstStyle>
          <a:p>
            <a:pPr>
              <a:defRPr/>
            </a:pPr>
            <a:fld id="{4B5428A3-6219-4C08-B6A1-B198665066A7}" type="datetime9">
              <a:rPr lang="en-US"/>
              <a:pPr>
                <a:defRPr/>
              </a:pPr>
              <a:t>3/6/2026 12:46:19 AM</a:t>
            </a:fld>
            <a:endParaRPr lang="en-ZA"/>
          </a:p>
        </p:txBody>
      </p:sp>
      <p:sp>
        <p:nvSpPr>
          <p:cNvPr id="5" name="Footer Placeholder 2">
            <a:extLst>
              <a:ext uri="{FF2B5EF4-FFF2-40B4-BE49-F238E27FC236}">
                <a16:creationId xmlns:a16="http://schemas.microsoft.com/office/drawing/2014/main" id="{166828C3-6A9A-4D0C-91DC-8C8D6F0928FF}"/>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F77E685B-B0DC-46D8-BB5B-F6C8E422A0BC}"/>
              </a:ext>
            </a:extLst>
          </p:cNvPr>
          <p:cNvSpPr>
            <a:spLocks noGrp="1"/>
          </p:cNvSpPr>
          <p:nvPr>
            <p:ph type="sldNum" sz="quarter" idx="12"/>
          </p:nvPr>
        </p:nvSpPr>
        <p:spPr/>
        <p:txBody>
          <a:bodyPr/>
          <a:lstStyle>
            <a:lvl1pPr>
              <a:defRPr/>
            </a:lvl1pPr>
          </a:lstStyle>
          <a:p>
            <a:fld id="{A32B0B81-220F-4988-B027-1C2047F0D5D3}" type="slidenum">
              <a:rPr lang="en-ZA" altLang="en-US"/>
              <a:pPr/>
              <a:t>‹#›</a:t>
            </a:fld>
            <a:endParaRPr lang="en-ZA" altLang="en-US"/>
          </a:p>
        </p:txBody>
      </p:sp>
    </p:spTree>
    <p:extLst>
      <p:ext uri="{BB962C8B-B14F-4D97-AF65-F5344CB8AC3E}">
        <p14:creationId xmlns:p14="http://schemas.microsoft.com/office/powerpoint/2010/main" val="896597399"/>
      </p:ext>
    </p:extLst>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9B702354-F380-4390-BFF2-F9952BC9CBFE}"/>
              </a:ext>
            </a:extLst>
          </p:cNvPr>
          <p:cNvSpPr>
            <a:spLocks noGrp="1"/>
          </p:cNvSpPr>
          <p:nvPr>
            <p:ph type="dt" sz="half" idx="10"/>
          </p:nvPr>
        </p:nvSpPr>
        <p:spPr/>
        <p:txBody>
          <a:bodyPr/>
          <a:lstStyle>
            <a:lvl1pPr>
              <a:defRPr/>
            </a:lvl1pPr>
          </a:lstStyle>
          <a:p>
            <a:pPr>
              <a:defRPr/>
            </a:pPr>
            <a:fld id="{8088B6E0-BBEE-4C05-A80A-7EBA0935FD5D}" type="datetime9">
              <a:rPr lang="en-US"/>
              <a:pPr>
                <a:defRPr/>
              </a:pPr>
              <a:t>3/6/2026 12:46:19 AM</a:t>
            </a:fld>
            <a:endParaRPr lang="en-ZA"/>
          </a:p>
        </p:txBody>
      </p:sp>
      <p:sp>
        <p:nvSpPr>
          <p:cNvPr id="5" name="Footer Placeholder 2">
            <a:extLst>
              <a:ext uri="{FF2B5EF4-FFF2-40B4-BE49-F238E27FC236}">
                <a16:creationId xmlns:a16="http://schemas.microsoft.com/office/drawing/2014/main" id="{2F7FECDD-E752-4944-915A-FDF57C565730}"/>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2B1A9D22-54E0-4F6A-8682-3EFC6662BC6E}"/>
              </a:ext>
            </a:extLst>
          </p:cNvPr>
          <p:cNvSpPr>
            <a:spLocks noGrp="1"/>
          </p:cNvSpPr>
          <p:nvPr>
            <p:ph type="sldNum" sz="quarter" idx="12"/>
          </p:nvPr>
        </p:nvSpPr>
        <p:spPr/>
        <p:txBody>
          <a:bodyPr/>
          <a:lstStyle>
            <a:lvl1pPr>
              <a:defRPr/>
            </a:lvl1pPr>
          </a:lstStyle>
          <a:p>
            <a:fld id="{AEF5CFBC-D796-4B7D-B0E2-AE63DF36BCC7}" type="slidenum">
              <a:rPr lang="en-ZA" altLang="en-US"/>
              <a:pPr/>
              <a:t>‹#›</a:t>
            </a:fld>
            <a:endParaRPr lang="en-ZA" altLang="en-US"/>
          </a:p>
        </p:txBody>
      </p:sp>
    </p:spTree>
    <p:extLst>
      <p:ext uri="{BB962C8B-B14F-4D97-AF65-F5344CB8AC3E}">
        <p14:creationId xmlns:p14="http://schemas.microsoft.com/office/powerpoint/2010/main" val="1682196683"/>
      </p:ext>
    </p:extLst>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E69958-C20D-4BA2-8B23-1354BDBBB7E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10">
            <a:extLst>
              <a:ext uri="{FF2B5EF4-FFF2-40B4-BE49-F238E27FC236}">
                <a16:creationId xmlns:a16="http://schemas.microsoft.com/office/drawing/2014/main" id="{2F2E72C0-EDAA-4B79-B3FD-E2413944ECDE}"/>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21C89066-BF50-48B7-A077-1B4F95701C94}"/>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F10EA595-3C67-4A70-8671-7AA2E26CD954}"/>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2DD7CB55-44B7-4957-B5DA-2CDFF5450E73}"/>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a:extLst>
              <a:ext uri="{FF2B5EF4-FFF2-40B4-BE49-F238E27FC236}">
                <a16:creationId xmlns:a16="http://schemas.microsoft.com/office/drawing/2014/main" id="{CD777612-612E-4971-A8ED-141989CBCF37}"/>
              </a:ext>
            </a:extLst>
          </p:cNvPr>
          <p:cNvSpPr>
            <a:spLocks noGrp="1"/>
          </p:cNvSpPr>
          <p:nvPr>
            <p:ph type="dt" sz="half" idx="10"/>
          </p:nvPr>
        </p:nvSpPr>
        <p:spPr/>
        <p:txBody>
          <a:bodyPr/>
          <a:lstStyle>
            <a:lvl1pPr>
              <a:defRPr/>
            </a:lvl1pPr>
          </a:lstStyle>
          <a:p>
            <a:pPr>
              <a:defRPr/>
            </a:pPr>
            <a:fld id="{7665A72F-DBB8-456F-A664-5A024AEC2D2C}" type="datetime9">
              <a:rPr lang="en-US"/>
              <a:pPr>
                <a:defRPr/>
              </a:pPr>
              <a:t>3/6/2026 12:46:19 AM</a:t>
            </a:fld>
            <a:endParaRPr lang="en-ZA"/>
          </a:p>
        </p:txBody>
      </p:sp>
      <p:sp>
        <p:nvSpPr>
          <p:cNvPr id="12" name="Footer Placeholder 16">
            <a:extLst>
              <a:ext uri="{FF2B5EF4-FFF2-40B4-BE49-F238E27FC236}">
                <a16:creationId xmlns:a16="http://schemas.microsoft.com/office/drawing/2014/main" id="{410F2127-1AC6-4911-97B3-507552625845}"/>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13" name="Slide Number Placeholder 28">
            <a:extLst>
              <a:ext uri="{FF2B5EF4-FFF2-40B4-BE49-F238E27FC236}">
                <a16:creationId xmlns:a16="http://schemas.microsoft.com/office/drawing/2014/main" id="{664C1358-4B6F-4294-8F41-33EFA21042FD}"/>
              </a:ext>
            </a:extLst>
          </p:cNvPr>
          <p:cNvSpPr>
            <a:spLocks noGrp="1"/>
          </p:cNvSpPr>
          <p:nvPr>
            <p:ph type="sldNum" sz="quarter" idx="12"/>
          </p:nvPr>
        </p:nvSpPr>
        <p:spPr/>
        <p:txBody>
          <a:bodyPr/>
          <a:lstStyle>
            <a:lvl1pPr>
              <a:defRPr/>
            </a:lvl1pPr>
          </a:lstStyle>
          <a:p>
            <a:fld id="{C729918A-34E3-483E-886F-5149479853C8}" type="slidenum">
              <a:rPr lang="en-ZA" altLang="en-US"/>
              <a:pPr/>
              <a:t>‹#›</a:t>
            </a:fld>
            <a:endParaRPr lang="en-ZA" altLang="en-US"/>
          </a:p>
        </p:txBody>
      </p:sp>
    </p:spTree>
    <p:extLst>
      <p:ext uri="{BB962C8B-B14F-4D97-AF65-F5344CB8AC3E}">
        <p14:creationId xmlns:p14="http://schemas.microsoft.com/office/powerpoint/2010/main" val="3593545213"/>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F36F8071-9817-4572-A163-2676A5FBA644}"/>
              </a:ext>
            </a:extLst>
          </p:cNvPr>
          <p:cNvSpPr>
            <a:spLocks noGrp="1"/>
          </p:cNvSpPr>
          <p:nvPr>
            <p:ph type="dt" sz="half" idx="10"/>
          </p:nvPr>
        </p:nvSpPr>
        <p:spPr/>
        <p:txBody>
          <a:bodyPr/>
          <a:lstStyle>
            <a:lvl1pPr>
              <a:defRPr/>
            </a:lvl1pPr>
          </a:lstStyle>
          <a:p>
            <a:pPr>
              <a:defRPr/>
            </a:pPr>
            <a:fld id="{CBC3744E-560B-48AC-B98B-91EA0E375165}" type="datetime9">
              <a:rPr lang="en-US"/>
              <a:pPr>
                <a:defRPr/>
              </a:pPr>
              <a:t>3/6/2026 12:46:19 AM</a:t>
            </a:fld>
            <a:endParaRPr lang="en-ZA"/>
          </a:p>
        </p:txBody>
      </p:sp>
      <p:sp>
        <p:nvSpPr>
          <p:cNvPr id="5" name="Footer Placeholder 2">
            <a:extLst>
              <a:ext uri="{FF2B5EF4-FFF2-40B4-BE49-F238E27FC236}">
                <a16:creationId xmlns:a16="http://schemas.microsoft.com/office/drawing/2014/main" id="{B9B1FE94-0EBB-400A-890E-40933D1AF744}"/>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729944FA-1A92-4504-9BDF-F972CD0D2E79}"/>
              </a:ext>
            </a:extLst>
          </p:cNvPr>
          <p:cNvSpPr>
            <a:spLocks noGrp="1"/>
          </p:cNvSpPr>
          <p:nvPr>
            <p:ph type="sldNum" sz="quarter" idx="12"/>
          </p:nvPr>
        </p:nvSpPr>
        <p:spPr/>
        <p:txBody>
          <a:bodyPr/>
          <a:lstStyle>
            <a:lvl1pPr>
              <a:defRPr/>
            </a:lvl1pPr>
          </a:lstStyle>
          <a:p>
            <a:fld id="{16A3F900-2EB6-4692-8993-D5555D0BDA6E}" type="slidenum">
              <a:rPr lang="en-ZA" altLang="en-US"/>
              <a:pPr/>
              <a:t>‹#›</a:t>
            </a:fld>
            <a:endParaRPr lang="en-ZA" altLang="en-US"/>
          </a:p>
        </p:txBody>
      </p:sp>
    </p:spTree>
    <p:extLst>
      <p:ext uri="{BB962C8B-B14F-4D97-AF65-F5344CB8AC3E}">
        <p14:creationId xmlns:p14="http://schemas.microsoft.com/office/powerpoint/2010/main" val="1714320068"/>
      </p:ext>
    </p:extLst>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147A08-0B08-4591-9473-969F4AC9BDF0}"/>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5" name="Rounded Rectangle 10">
            <a:extLst>
              <a:ext uri="{FF2B5EF4-FFF2-40B4-BE49-F238E27FC236}">
                <a16:creationId xmlns:a16="http://schemas.microsoft.com/office/drawing/2014/main" id="{F373265E-55A1-4A13-99C5-44852E0F7AFF}"/>
              </a:ext>
            </a:extLst>
          </p:cNvPr>
          <p:cNvGrpSpPr>
            <a:grpSpLocks/>
          </p:cNvGrpSpPr>
          <p:nvPr/>
        </p:nvGrpSpPr>
        <p:grpSpPr bwMode="auto">
          <a:xfrm>
            <a:off x="63500" y="63500"/>
            <a:ext cx="9029700" cy="6705600"/>
            <a:chOff x="40" y="40"/>
            <a:chExt cx="5688" cy="4224"/>
          </a:xfrm>
        </p:grpSpPr>
        <p:pic>
          <p:nvPicPr>
            <p:cNvPr id="6" name="Rounded Rectangle 10">
              <a:extLst>
                <a:ext uri="{FF2B5EF4-FFF2-40B4-BE49-F238E27FC236}">
                  <a16:creationId xmlns:a16="http://schemas.microsoft.com/office/drawing/2014/main" id="{49B153F3-8906-40E9-B7BD-702674062DB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 y="40"/>
              <a:ext cx="5688" cy="422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a:extLst>
                <a:ext uri="{FF2B5EF4-FFF2-40B4-BE49-F238E27FC236}">
                  <a16:creationId xmlns:a16="http://schemas.microsoft.com/office/drawing/2014/main" id="{9E034607-BB9B-4FA1-B676-91D4D55E9284}"/>
                </a:ext>
              </a:extLst>
            </p:cNvPr>
            <p:cNvSpPr txBox="1">
              <a:spLocks noChangeArrowheads="1"/>
            </p:cNvSpPr>
            <p:nvPr/>
          </p:nvSpPr>
          <p:spPr bwMode="auto">
            <a:xfrm>
              <a:off x="102" y="105"/>
              <a:ext cx="5556" cy="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endParaRPr lang="en-US" altLang="en-US">
                <a:solidFill>
                  <a:srgbClr val="FFFFFF"/>
                </a:solidFill>
                <a:latin typeface="Perpetua" panose="02020502060401020303" pitchFamily="18" charset="0"/>
              </a:endParaRPr>
            </a:p>
          </p:txBody>
        </p:sp>
      </p:grpSp>
      <p:sp>
        <p:nvSpPr>
          <p:cNvPr id="8" name="Rectangle 7">
            <a:extLst>
              <a:ext uri="{FF2B5EF4-FFF2-40B4-BE49-F238E27FC236}">
                <a16:creationId xmlns:a16="http://schemas.microsoft.com/office/drawing/2014/main" id="{61B2FA1C-DD23-4C07-A665-9AE540265D68}"/>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E6B38A6A-9289-473B-B1AE-C22A9DB8BCC7}"/>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B8C351A2-28E2-4E8B-BFC0-D659F71D95E3}"/>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11" name="Date Placeholder 3">
            <a:extLst>
              <a:ext uri="{FF2B5EF4-FFF2-40B4-BE49-F238E27FC236}">
                <a16:creationId xmlns:a16="http://schemas.microsoft.com/office/drawing/2014/main" id="{653ED786-380A-4994-933A-EC0D2890CD17}"/>
              </a:ext>
            </a:extLst>
          </p:cNvPr>
          <p:cNvSpPr>
            <a:spLocks noGrp="1"/>
          </p:cNvSpPr>
          <p:nvPr>
            <p:ph type="dt" sz="half" idx="10"/>
          </p:nvPr>
        </p:nvSpPr>
        <p:spPr/>
        <p:txBody>
          <a:bodyPr/>
          <a:lstStyle>
            <a:lvl1pPr>
              <a:defRPr/>
            </a:lvl1pPr>
          </a:lstStyle>
          <a:p>
            <a:pPr>
              <a:defRPr/>
            </a:pPr>
            <a:fld id="{334E89F1-0D69-4E2C-8A7D-EAC7E2541F12}" type="datetime9">
              <a:rPr lang="en-US"/>
              <a:pPr>
                <a:defRPr/>
              </a:pPr>
              <a:t>3/6/2026 12:46:19 AM</a:t>
            </a:fld>
            <a:endParaRPr lang="en-ZA"/>
          </a:p>
        </p:txBody>
      </p:sp>
      <p:sp>
        <p:nvSpPr>
          <p:cNvPr id="12" name="Footer Placeholder 4">
            <a:extLst>
              <a:ext uri="{FF2B5EF4-FFF2-40B4-BE49-F238E27FC236}">
                <a16:creationId xmlns:a16="http://schemas.microsoft.com/office/drawing/2014/main" id="{A9D2729A-8536-4191-86F2-DDE16A89D692}"/>
              </a:ext>
            </a:extLst>
          </p:cNvPr>
          <p:cNvSpPr>
            <a:spLocks noGrp="1"/>
          </p:cNvSpPr>
          <p:nvPr>
            <p:ph type="ftr" sz="quarter" idx="11"/>
          </p:nvPr>
        </p:nvSpPr>
        <p:spPr>
          <a:xfrm>
            <a:off x="800100" y="6172200"/>
            <a:ext cx="4000500" cy="457200"/>
          </a:xfrm>
        </p:spPr>
        <p:txBody>
          <a:bodyPr/>
          <a:lstStyle>
            <a:lvl1pPr>
              <a:defRPr/>
            </a:lvl1pPr>
          </a:lstStyle>
          <a:p>
            <a:pPr>
              <a:defRPr/>
            </a:pPr>
            <a:r>
              <a:rPr lang="fr-FR" dirty="0"/>
              <a:t>Dr Jean de Dieu NIYONZIMA</a:t>
            </a:r>
            <a:endParaRPr lang="en-ZA" dirty="0"/>
          </a:p>
        </p:txBody>
      </p:sp>
      <p:sp>
        <p:nvSpPr>
          <p:cNvPr id="13" name="Slide Number Placeholder 5">
            <a:extLst>
              <a:ext uri="{FF2B5EF4-FFF2-40B4-BE49-F238E27FC236}">
                <a16:creationId xmlns:a16="http://schemas.microsoft.com/office/drawing/2014/main" id="{012E3479-FC63-41EA-B7E6-49B7880B88B4}"/>
              </a:ext>
            </a:extLst>
          </p:cNvPr>
          <p:cNvSpPr>
            <a:spLocks noGrp="1"/>
          </p:cNvSpPr>
          <p:nvPr>
            <p:ph type="sldNum" sz="quarter" idx="12"/>
          </p:nvPr>
        </p:nvSpPr>
        <p:spPr>
          <a:xfrm>
            <a:off x="146050" y="6208713"/>
            <a:ext cx="457200" cy="457200"/>
          </a:xfrm>
        </p:spPr>
        <p:txBody>
          <a:bodyPr/>
          <a:lstStyle>
            <a:lvl1pPr>
              <a:defRPr/>
            </a:lvl1pPr>
          </a:lstStyle>
          <a:p>
            <a:fld id="{EC941946-013B-4B1A-8A4C-B3DB5A314933}" type="slidenum">
              <a:rPr lang="en-ZA" altLang="en-US"/>
              <a:pPr/>
              <a:t>‹#›</a:t>
            </a:fld>
            <a:endParaRPr lang="en-ZA" altLang="en-US"/>
          </a:p>
        </p:txBody>
      </p:sp>
    </p:spTree>
    <p:extLst>
      <p:ext uri="{BB962C8B-B14F-4D97-AF65-F5344CB8AC3E}">
        <p14:creationId xmlns:p14="http://schemas.microsoft.com/office/powerpoint/2010/main" val="3388130365"/>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3BFC1934-681D-4344-B184-135C0E955F05}"/>
              </a:ext>
            </a:extLst>
          </p:cNvPr>
          <p:cNvSpPr>
            <a:spLocks noGrp="1"/>
          </p:cNvSpPr>
          <p:nvPr>
            <p:ph type="dt" sz="half" idx="10"/>
          </p:nvPr>
        </p:nvSpPr>
        <p:spPr/>
        <p:txBody>
          <a:bodyPr/>
          <a:lstStyle>
            <a:lvl1pPr>
              <a:defRPr/>
            </a:lvl1pPr>
          </a:lstStyle>
          <a:p>
            <a:pPr>
              <a:defRPr/>
            </a:pPr>
            <a:fld id="{433A1D9F-EAC9-45C1-9DBA-863581F30449}" type="datetime9">
              <a:rPr lang="en-US"/>
              <a:pPr>
                <a:defRPr/>
              </a:pPr>
              <a:t>3/6/2026 12:46:19 AM</a:t>
            </a:fld>
            <a:endParaRPr lang="en-ZA"/>
          </a:p>
        </p:txBody>
      </p:sp>
      <p:sp>
        <p:nvSpPr>
          <p:cNvPr id="6" name="Footer Placeholder 2">
            <a:extLst>
              <a:ext uri="{FF2B5EF4-FFF2-40B4-BE49-F238E27FC236}">
                <a16:creationId xmlns:a16="http://schemas.microsoft.com/office/drawing/2014/main" id="{88108C2C-06E0-440C-89E1-76C9825CCBC7}"/>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7" name="Slide Number Placeholder 22">
            <a:extLst>
              <a:ext uri="{FF2B5EF4-FFF2-40B4-BE49-F238E27FC236}">
                <a16:creationId xmlns:a16="http://schemas.microsoft.com/office/drawing/2014/main" id="{8B22330B-CF7E-4EC7-9926-4E6B8A538144}"/>
              </a:ext>
            </a:extLst>
          </p:cNvPr>
          <p:cNvSpPr>
            <a:spLocks noGrp="1"/>
          </p:cNvSpPr>
          <p:nvPr>
            <p:ph type="sldNum" sz="quarter" idx="12"/>
          </p:nvPr>
        </p:nvSpPr>
        <p:spPr/>
        <p:txBody>
          <a:bodyPr/>
          <a:lstStyle>
            <a:lvl1pPr>
              <a:defRPr/>
            </a:lvl1pPr>
          </a:lstStyle>
          <a:p>
            <a:fld id="{FE1345D1-3246-446D-A555-9FC5D5A9814C}" type="slidenum">
              <a:rPr lang="en-ZA" altLang="en-US"/>
              <a:pPr/>
              <a:t>‹#›</a:t>
            </a:fld>
            <a:endParaRPr lang="en-ZA" altLang="en-US"/>
          </a:p>
        </p:txBody>
      </p:sp>
    </p:spTree>
    <p:extLst>
      <p:ext uri="{BB962C8B-B14F-4D97-AF65-F5344CB8AC3E}">
        <p14:creationId xmlns:p14="http://schemas.microsoft.com/office/powerpoint/2010/main" val="36470898"/>
      </p:ext>
    </p:extLst>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2151BDBF-5189-4204-8145-09A42D7C98DD}"/>
              </a:ext>
            </a:extLst>
          </p:cNvPr>
          <p:cNvSpPr>
            <a:spLocks noGrp="1"/>
          </p:cNvSpPr>
          <p:nvPr>
            <p:ph type="dt" sz="half" idx="10"/>
          </p:nvPr>
        </p:nvSpPr>
        <p:spPr/>
        <p:txBody>
          <a:bodyPr/>
          <a:lstStyle>
            <a:lvl1pPr>
              <a:defRPr/>
            </a:lvl1pPr>
          </a:lstStyle>
          <a:p>
            <a:pPr>
              <a:defRPr/>
            </a:pPr>
            <a:fld id="{F0076366-7E58-45A6-B534-4FAEEF2AF095}" type="datetime9">
              <a:rPr lang="en-US"/>
              <a:pPr>
                <a:defRPr/>
              </a:pPr>
              <a:t>3/6/2026 12:46:19 AM</a:t>
            </a:fld>
            <a:endParaRPr lang="en-ZA"/>
          </a:p>
        </p:txBody>
      </p:sp>
      <p:sp>
        <p:nvSpPr>
          <p:cNvPr id="8" name="Footer Placeholder 2">
            <a:extLst>
              <a:ext uri="{FF2B5EF4-FFF2-40B4-BE49-F238E27FC236}">
                <a16:creationId xmlns:a16="http://schemas.microsoft.com/office/drawing/2014/main" id="{C4E4C81B-347C-48C9-BEF4-BA5E86E2A53B}"/>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22">
            <a:extLst>
              <a:ext uri="{FF2B5EF4-FFF2-40B4-BE49-F238E27FC236}">
                <a16:creationId xmlns:a16="http://schemas.microsoft.com/office/drawing/2014/main" id="{B2712770-A4F3-4A4E-A894-9A358175E691}"/>
              </a:ext>
            </a:extLst>
          </p:cNvPr>
          <p:cNvSpPr>
            <a:spLocks noGrp="1"/>
          </p:cNvSpPr>
          <p:nvPr>
            <p:ph type="sldNum" sz="quarter" idx="12"/>
          </p:nvPr>
        </p:nvSpPr>
        <p:spPr/>
        <p:txBody>
          <a:bodyPr/>
          <a:lstStyle>
            <a:lvl1pPr>
              <a:defRPr/>
            </a:lvl1pPr>
          </a:lstStyle>
          <a:p>
            <a:fld id="{83176284-71A9-47EF-90A4-C1BB835A2C8B}" type="slidenum">
              <a:rPr lang="en-ZA" altLang="en-US"/>
              <a:pPr/>
              <a:t>‹#›</a:t>
            </a:fld>
            <a:endParaRPr lang="en-ZA" altLang="en-US"/>
          </a:p>
        </p:txBody>
      </p:sp>
    </p:spTree>
    <p:extLst>
      <p:ext uri="{BB962C8B-B14F-4D97-AF65-F5344CB8AC3E}">
        <p14:creationId xmlns:p14="http://schemas.microsoft.com/office/powerpoint/2010/main" val="1348667959"/>
      </p:ext>
    </p:extLst>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8D6D198A-2767-4222-87CE-2289B76390BD}"/>
              </a:ext>
            </a:extLst>
          </p:cNvPr>
          <p:cNvSpPr>
            <a:spLocks noGrp="1"/>
          </p:cNvSpPr>
          <p:nvPr>
            <p:ph type="dt" sz="half" idx="10"/>
          </p:nvPr>
        </p:nvSpPr>
        <p:spPr/>
        <p:txBody>
          <a:bodyPr/>
          <a:lstStyle>
            <a:lvl1pPr>
              <a:defRPr/>
            </a:lvl1pPr>
          </a:lstStyle>
          <a:p>
            <a:pPr>
              <a:defRPr/>
            </a:pPr>
            <a:fld id="{EB70EDA0-1C61-4497-9C54-A42311D8DE0E}" type="datetime9">
              <a:rPr lang="en-US"/>
              <a:pPr>
                <a:defRPr/>
              </a:pPr>
              <a:t>3/6/2026 12:46:19 AM</a:t>
            </a:fld>
            <a:endParaRPr lang="en-ZA"/>
          </a:p>
        </p:txBody>
      </p:sp>
      <p:sp>
        <p:nvSpPr>
          <p:cNvPr id="4" name="Footer Placeholder 2">
            <a:extLst>
              <a:ext uri="{FF2B5EF4-FFF2-40B4-BE49-F238E27FC236}">
                <a16:creationId xmlns:a16="http://schemas.microsoft.com/office/drawing/2014/main" id="{12D25B70-153C-4C76-9CE4-CA6496031563}"/>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5" name="Slide Number Placeholder 22">
            <a:extLst>
              <a:ext uri="{FF2B5EF4-FFF2-40B4-BE49-F238E27FC236}">
                <a16:creationId xmlns:a16="http://schemas.microsoft.com/office/drawing/2014/main" id="{6E12D8D6-2468-47EA-BB7D-E2FF978E544F}"/>
              </a:ext>
            </a:extLst>
          </p:cNvPr>
          <p:cNvSpPr>
            <a:spLocks noGrp="1"/>
          </p:cNvSpPr>
          <p:nvPr>
            <p:ph type="sldNum" sz="quarter" idx="12"/>
          </p:nvPr>
        </p:nvSpPr>
        <p:spPr/>
        <p:txBody>
          <a:bodyPr/>
          <a:lstStyle>
            <a:lvl1pPr>
              <a:defRPr/>
            </a:lvl1pPr>
          </a:lstStyle>
          <a:p>
            <a:fld id="{2D3FF9E4-DE97-46BF-8229-980A54294346}" type="slidenum">
              <a:rPr lang="en-ZA" altLang="en-US"/>
              <a:pPr/>
              <a:t>‹#›</a:t>
            </a:fld>
            <a:endParaRPr lang="en-ZA" altLang="en-US"/>
          </a:p>
        </p:txBody>
      </p:sp>
    </p:spTree>
    <p:extLst>
      <p:ext uri="{BB962C8B-B14F-4D97-AF65-F5344CB8AC3E}">
        <p14:creationId xmlns:p14="http://schemas.microsoft.com/office/powerpoint/2010/main" val="256312875"/>
      </p:ext>
    </p:extLst>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DE4D4D46-CEA1-4487-9768-421A43FB1AC5}"/>
              </a:ext>
            </a:extLst>
          </p:cNvPr>
          <p:cNvSpPr>
            <a:spLocks noGrp="1"/>
          </p:cNvSpPr>
          <p:nvPr>
            <p:ph type="dt" sz="half" idx="10"/>
          </p:nvPr>
        </p:nvSpPr>
        <p:spPr/>
        <p:txBody>
          <a:bodyPr/>
          <a:lstStyle>
            <a:lvl1pPr>
              <a:defRPr/>
            </a:lvl1pPr>
          </a:lstStyle>
          <a:p>
            <a:pPr>
              <a:defRPr/>
            </a:pPr>
            <a:fld id="{81094EC9-6115-4F6A-BAB9-3A7DE154953E}" type="datetime9">
              <a:rPr lang="en-US"/>
              <a:pPr>
                <a:defRPr/>
              </a:pPr>
              <a:t>3/6/2026 12:46:19 AM</a:t>
            </a:fld>
            <a:endParaRPr lang="en-ZA"/>
          </a:p>
        </p:txBody>
      </p:sp>
      <p:sp>
        <p:nvSpPr>
          <p:cNvPr id="3" name="Footer Placeholder 2">
            <a:extLst>
              <a:ext uri="{FF2B5EF4-FFF2-40B4-BE49-F238E27FC236}">
                <a16:creationId xmlns:a16="http://schemas.microsoft.com/office/drawing/2014/main" id="{C2E5ECEF-D512-48DC-89C7-62CC340C7A19}"/>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4" name="Slide Number Placeholder 22">
            <a:extLst>
              <a:ext uri="{FF2B5EF4-FFF2-40B4-BE49-F238E27FC236}">
                <a16:creationId xmlns:a16="http://schemas.microsoft.com/office/drawing/2014/main" id="{B530BDB6-FE7E-4393-82F5-41F67F401F20}"/>
              </a:ext>
            </a:extLst>
          </p:cNvPr>
          <p:cNvSpPr>
            <a:spLocks noGrp="1"/>
          </p:cNvSpPr>
          <p:nvPr>
            <p:ph type="sldNum" sz="quarter" idx="12"/>
          </p:nvPr>
        </p:nvSpPr>
        <p:spPr/>
        <p:txBody>
          <a:bodyPr/>
          <a:lstStyle>
            <a:lvl1pPr>
              <a:defRPr/>
            </a:lvl1pPr>
          </a:lstStyle>
          <a:p>
            <a:fld id="{7CBAF214-7C78-4325-82A9-07D118C54FA5}" type="slidenum">
              <a:rPr lang="en-ZA" altLang="en-US"/>
              <a:pPr/>
              <a:t>‹#›</a:t>
            </a:fld>
            <a:endParaRPr lang="en-ZA" altLang="en-US"/>
          </a:p>
        </p:txBody>
      </p:sp>
    </p:spTree>
    <p:extLst>
      <p:ext uri="{BB962C8B-B14F-4D97-AF65-F5344CB8AC3E}">
        <p14:creationId xmlns:p14="http://schemas.microsoft.com/office/powerpoint/2010/main" val="4114227043"/>
      </p:ext>
    </p:extLst>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603D9D-0076-4599-B236-EF083D860DBD}"/>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10">
            <a:extLst>
              <a:ext uri="{FF2B5EF4-FFF2-40B4-BE49-F238E27FC236}">
                <a16:creationId xmlns:a16="http://schemas.microsoft.com/office/drawing/2014/main" id="{82CFC2D8-DFA6-41AA-8E80-3866B00FEF82}"/>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FB781654-F01C-449E-BA86-A7DA1EB447DB}"/>
              </a:ext>
            </a:extLst>
          </p:cNvPr>
          <p:cNvSpPr>
            <a:spLocks noGrp="1"/>
          </p:cNvSpPr>
          <p:nvPr>
            <p:ph type="dt" sz="half" idx="10"/>
          </p:nvPr>
        </p:nvSpPr>
        <p:spPr/>
        <p:txBody>
          <a:bodyPr/>
          <a:lstStyle>
            <a:lvl1pPr>
              <a:defRPr/>
            </a:lvl1pPr>
          </a:lstStyle>
          <a:p>
            <a:pPr>
              <a:defRPr/>
            </a:pPr>
            <a:fld id="{A6211D7F-4DAE-4B48-9A40-2E68A0DACA5F}" type="datetime9">
              <a:rPr lang="en-US"/>
              <a:pPr>
                <a:defRPr/>
              </a:pPr>
              <a:t>3/6/2026 12:46:19 AM</a:t>
            </a:fld>
            <a:endParaRPr lang="en-ZA"/>
          </a:p>
        </p:txBody>
      </p:sp>
      <p:sp>
        <p:nvSpPr>
          <p:cNvPr id="8" name="Footer Placeholder 5">
            <a:extLst>
              <a:ext uri="{FF2B5EF4-FFF2-40B4-BE49-F238E27FC236}">
                <a16:creationId xmlns:a16="http://schemas.microsoft.com/office/drawing/2014/main" id="{5C51109B-B01E-4B31-A1FC-5859F4DD7EAA}"/>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6">
            <a:extLst>
              <a:ext uri="{FF2B5EF4-FFF2-40B4-BE49-F238E27FC236}">
                <a16:creationId xmlns:a16="http://schemas.microsoft.com/office/drawing/2014/main" id="{8E0D502B-D072-4EF6-B22B-786E6F5DE436}"/>
              </a:ext>
            </a:extLst>
          </p:cNvPr>
          <p:cNvSpPr>
            <a:spLocks noGrp="1"/>
          </p:cNvSpPr>
          <p:nvPr>
            <p:ph type="sldNum" sz="quarter" idx="12"/>
          </p:nvPr>
        </p:nvSpPr>
        <p:spPr/>
        <p:txBody>
          <a:bodyPr/>
          <a:lstStyle>
            <a:lvl1pPr>
              <a:defRPr/>
            </a:lvl1pPr>
          </a:lstStyle>
          <a:p>
            <a:fld id="{55491DF5-F125-45BC-BB78-0D252B6E094A}" type="slidenum">
              <a:rPr lang="en-ZA" altLang="en-US"/>
              <a:pPr/>
              <a:t>‹#›</a:t>
            </a:fld>
            <a:endParaRPr lang="en-ZA" altLang="en-US"/>
          </a:p>
        </p:txBody>
      </p:sp>
    </p:spTree>
    <p:extLst>
      <p:ext uri="{BB962C8B-B14F-4D97-AF65-F5344CB8AC3E}">
        <p14:creationId xmlns:p14="http://schemas.microsoft.com/office/powerpoint/2010/main" val="1863437319"/>
      </p:ext>
    </p:extLst>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762870A-F46C-4914-906C-1945CE1207EB}"/>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618CF01D-DAA9-4403-8425-E1848B48EB32}"/>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03B85FFF-06D8-4C2A-87BB-6558870D3EE4}"/>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235F55CE-0A00-4E09-A100-F05018EAD958}"/>
              </a:ext>
            </a:extLst>
          </p:cNvPr>
          <p:cNvSpPr>
            <a:spLocks noGrp="1"/>
          </p:cNvSpPr>
          <p:nvPr>
            <p:ph type="dt" sz="half" idx="10"/>
          </p:nvPr>
        </p:nvSpPr>
        <p:spPr/>
        <p:txBody>
          <a:bodyPr/>
          <a:lstStyle>
            <a:lvl1pPr>
              <a:defRPr/>
            </a:lvl1pPr>
          </a:lstStyle>
          <a:p>
            <a:pPr>
              <a:defRPr/>
            </a:pPr>
            <a:fld id="{9BC81053-C6ED-4A50-948D-22E7FB62F85D}" type="datetime9">
              <a:rPr lang="en-US"/>
              <a:pPr>
                <a:defRPr/>
              </a:pPr>
              <a:t>3/6/2026 12:46:19 AM</a:t>
            </a:fld>
            <a:endParaRPr lang="en-ZA"/>
          </a:p>
        </p:txBody>
      </p:sp>
      <p:sp>
        <p:nvSpPr>
          <p:cNvPr id="9" name="Footer Placeholder 5">
            <a:extLst>
              <a:ext uri="{FF2B5EF4-FFF2-40B4-BE49-F238E27FC236}">
                <a16:creationId xmlns:a16="http://schemas.microsoft.com/office/drawing/2014/main" id="{C616C2BF-CF5E-4AF0-A3FF-55F72BEDBD82}"/>
              </a:ext>
            </a:extLst>
          </p:cNvPr>
          <p:cNvSpPr>
            <a:spLocks noGrp="1"/>
          </p:cNvSpPr>
          <p:nvPr>
            <p:ph type="ftr" sz="quarter" idx="11"/>
          </p:nvPr>
        </p:nvSpPr>
        <p:spPr>
          <a:xfrm>
            <a:off x="914400" y="6172200"/>
            <a:ext cx="3886200" cy="457200"/>
          </a:xfrm>
        </p:spPr>
        <p:txBody>
          <a:bodyPr/>
          <a:lstStyle>
            <a:lvl1pPr>
              <a:defRPr/>
            </a:lvl1pPr>
          </a:lstStyle>
          <a:p>
            <a:pPr>
              <a:defRPr/>
            </a:pPr>
            <a:r>
              <a:rPr lang="fr-FR" dirty="0"/>
              <a:t>Dr Jean de Dieu NIYONZIMA</a:t>
            </a:r>
            <a:endParaRPr lang="en-ZA" dirty="0"/>
          </a:p>
        </p:txBody>
      </p:sp>
      <p:sp>
        <p:nvSpPr>
          <p:cNvPr id="10" name="Slide Number Placeholder 6">
            <a:extLst>
              <a:ext uri="{FF2B5EF4-FFF2-40B4-BE49-F238E27FC236}">
                <a16:creationId xmlns:a16="http://schemas.microsoft.com/office/drawing/2014/main" id="{C4985232-EB3C-40B9-8047-BE523FA0E052}"/>
              </a:ext>
            </a:extLst>
          </p:cNvPr>
          <p:cNvSpPr>
            <a:spLocks noGrp="1"/>
          </p:cNvSpPr>
          <p:nvPr>
            <p:ph type="sldNum" sz="quarter" idx="12"/>
          </p:nvPr>
        </p:nvSpPr>
        <p:spPr>
          <a:xfrm>
            <a:off x="146050" y="6208713"/>
            <a:ext cx="457200" cy="457200"/>
          </a:xfrm>
        </p:spPr>
        <p:txBody>
          <a:bodyPr/>
          <a:lstStyle>
            <a:lvl1pPr>
              <a:defRPr/>
            </a:lvl1pPr>
          </a:lstStyle>
          <a:p>
            <a:fld id="{E6F0981C-C7AB-4C71-8A07-4D6C313FBA4C}" type="slidenum">
              <a:rPr lang="en-ZA" altLang="en-US"/>
              <a:pPr/>
              <a:t>‹#›</a:t>
            </a:fld>
            <a:endParaRPr lang="en-ZA" altLang="en-US"/>
          </a:p>
        </p:txBody>
      </p:sp>
    </p:spTree>
    <p:extLst>
      <p:ext uri="{BB962C8B-B14F-4D97-AF65-F5344CB8AC3E}">
        <p14:creationId xmlns:p14="http://schemas.microsoft.com/office/powerpoint/2010/main" val="2554341963"/>
      </p:ext>
    </p:extLst>
  </p:cSld>
  <p:clrMapOvr>
    <a:masterClrMapping/>
  </p:clrMapOvr>
  <p:transition spd="med">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718DD07A-81D4-4A77-A3F3-C52A8A3E4E0E}"/>
              </a:ext>
            </a:extLst>
          </p:cNvPr>
          <p:cNvSpPr>
            <a:spLocks noGrp="1"/>
          </p:cNvSpPr>
          <p:nvPr>
            <p:ph type="dt" sz="half" idx="10"/>
          </p:nvPr>
        </p:nvSpPr>
        <p:spPr/>
        <p:txBody>
          <a:bodyPr/>
          <a:lstStyle>
            <a:lvl1pPr>
              <a:defRPr/>
            </a:lvl1pPr>
          </a:lstStyle>
          <a:p>
            <a:pPr>
              <a:defRPr/>
            </a:pPr>
            <a:fld id="{BDA6701B-F8A7-4FFE-A8E5-A757CA792584}" type="datetime9">
              <a:rPr lang="en-US"/>
              <a:pPr>
                <a:defRPr/>
              </a:pPr>
              <a:t>3/6/2026 12:46:19 AM</a:t>
            </a:fld>
            <a:endParaRPr lang="en-ZA"/>
          </a:p>
        </p:txBody>
      </p:sp>
      <p:sp>
        <p:nvSpPr>
          <p:cNvPr id="5" name="Footer Placeholder 2">
            <a:extLst>
              <a:ext uri="{FF2B5EF4-FFF2-40B4-BE49-F238E27FC236}">
                <a16:creationId xmlns:a16="http://schemas.microsoft.com/office/drawing/2014/main" id="{7EBC0920-95F4-431D-9674-6668BE16827D}"/>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A2680967-06D5-411A-88FF-27659614F24C}"/>
              </a:ext>
            </a:extLst>
          </p:cNvPr>
          <p:cNvSpPr>
            <a:spLocks noGrp="1"/>
          </p:cNvSpPr>
          <p:nvPr>
            <p:ph type="sldNum" sz="quarter" idx="12"/>
          </p:nvPr>
        </p:nvSpPr>
        <p:spPr/>
        <p:txBody>
          <a:bodyPr/>
          <a:lstStyle>
            <a:lvl1pPr>
              <a:defRPr/>
            </a:lvl1pPr>
          </a:lstStyle>
          <a:p>
            <a:fld id="{8E3B930F-EDEA-45EC-9A11-B7601106C377}" type="slidenum">
              <a:rPr lang="en-ZA" altLang="en-US"/>
              <a:pPr/>
              <a:t>‹#›</a:t>
            </a:fld>
            <a:endParaRPr lang="en-ZA" altLang="en-US"/>
          </a:p>
        </p:txBody>
      </p:sp>
    </p:spTree>
    <p:extLst>
      <p:ext uri="{BB962C8B-B14F-4D97-AF65-F5344CB8AC3E}">
        <p14:creationId xmlns:p14="http://schemas.microsoft.com/office/powerpoint/2010/main" val="3856144540"/>
      </p:ext>
    </p:extLst>
  </p:cSld>
  <p:clrMapOvr>
    <a:masterClrMapping/>
  </p:clrMapOvr>
  <p:transition spd="med">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5517D728-157A-4D72-967E-6842122E135E}"/>
              </a:ext>
            </a:extLst>
          </p:cNvPr>
          <p:cNvSpPr>
            <a:spLocks noGrp="1"/>
          </p:cNvSpPr>
          <p:nvPr>
            <p:ph type="dt" sz="half" idx="10"/>
          </p:nvPr>
        </p:nvSpPr>
        <p:spPr/>
        <p:txBody>
          <a:bodyPr/>
          <a:lstStyle>
            <a:lvl1pPr>
              <a:defRPr/>
            </a:lvl1pPr>
          </a:lstStyle>
          <a:p>
            <a:pPr>
              <a:defRPr/>
            </a:pPr>
            <a:fld id="{F935DED4-6E40-415A-99A8-E93DC1DFEF0C}" type="datetime9">
              <a:rPr lang="en-US"/>
              <a:pPr>
                <a:defRPr/>
              </a:pPr>
              <a:t>3/6/2026 12:46:19 AM</a:t>
            </a:fld>
            <a:endParaRPr lang="en-ZA"/>
          </a:p>
        </p:txBody>
      </p:sp>
      <p:sp>
        <p:nvSpPr>
          <p:cNvPr id="5" name="Footer Placeholder 2">
            <a:extLst>
              <a:ext uri="{FF2B5EF4-FFF2-40B4-BE49-F238E27FC236}">
                <a16:creationId xmlns:a16="http://schemas.microsoft.com/office/drawing/2014/main" id="{2528C49D-A822-4D57-A72A-D466A030B19D}"/>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4B0B4E7B-62E9-4B39-8D31-728D8C82C356}"/>
              </a:ext>
            </a:extLst>
          </p:cNvPr>
          <p:cNvSpPr>
            <a:spLocks noGrp="1"/>
          </p:cNvSpPr>
          <p:nvPr>
            <p:ph type="sldNum" sz="quarter" idx="12"/>
          </p:nvPr>
        </p:nvSpPr>
        <p:spPr/>
        <p:txBody>
          <a:bodyPr/>
          <a:lstStyle>
            <a:lvl1pPr>
              <a:defRPr/>
            </a:lvl1pPr>
          </a:lstStyle>
          <a:p>
            <a:fld id="{5A3F65E2-D19E-46F2-B9C6-0BFD16A26523}" type="slidenum">
              <a:rPr lang="en-ZA" altLang="en-US"/>
              <a:pPr/>
              <a:t>‹#›</a:t>
            </a:fld>
            <a:endParaRPr lang="en-ZA" altLang="en-US"/>
          </a:p>
        </p:txBody>
      </p:sp>
    </p:spTree>
    <p:extLst>
      <p:ext uri="{BB962C8B-B14F-4D97-AF65-F5344CB8AC3E}">
        <p14:creationId xmlns:p14="http://schemas.microsoft.com/office/powerpoint/2010/main" val="3176079421"/>
      </p:ext>
    </p:extLst>
  </p:cSld>
  <p:clrMapOvr>
    <a:masterClrMapping/>
  </p:clrMapOvr>
  <p:transition spd="med">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23C9A5-C2A0-47E7-BE5B-8434423C883A}"/>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10">
            <a:extLst>
              <a:ext uri="{FF2B5EF4-FFF2-40B4-BE49-F238E27FC236}">
                <a16:creationId xmlns:a16="http://schemas.microsoft.com/office/drawing/2014/main" id="{F3481A8B-01A2-4C37-96AA-49A0014D2847}"/>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E100BBF1-331C-4800-9768-2DB7A0FDF915}"/>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D48B3DD5-586F-4083-99C8-F39ABD45C39E}"/>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2DAB8BD4-DBB2-4258-974E-44DA4216AF96}"/>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a:extLst>
              <a:ext uri="{FF2B5EF4-FFF2-40B4-BE49-F238E27FC236}">
                <a16:creationId xmlns:a16="http://schemas.microsoft.com/office/drawing/2014/main" id="{7397896A-960A-4D0B-9887-C1C2BD99A3DF}"/>
              </a:ext>
            </a:extLst>
          </p:cNvPr>
          <p:cNvSpPr>
            <a:spLocks noGrp="1"/>
          </p:cNvSpPr>
          <p:nvPr>
            <p:ph type="dt" sz="half" idx="10"/>
          </p:nvPr>
        </p:nvSpPr>
        <p:spPr/>
        <p:txBody>
          <a:bodyPr/>
          <a:lstStyle>
            <a:lvl1pPr>
              <a:defRPr/>
            </a:lvl1pPr>
          </a:lstStyle>
          <a:p>
            <a:pPr>
              <a:defRPr/>
            </a:pPr>
            <a:fld id="{43A30FEE-91C8-40B1-AB36-AD30A06C1D46}" type="datetime9">
              <a:rPr lang="en-US"/>
              <a:pPr>
                <a:defRPr/>
              </a:pPr>
              <a:t>3/6/2026 12:46:19 AM</a:t>
            </a:fld>
            <a:endParaRPr lang="en-ZA"/>
          </a:p>
        </p:txBody>
      </p:sp>
      <p:sp>
        <p:nvSpPr>
          <p:cNvPr id="12" name="Footer Placeholder 16">
            <a:extLst>
              <a:ext uri="{FF2B5EF4-FFF2-40B4-BE49-F238E27FC236}">
                <a16:creationId xmlns:a16="http://schemas.microsoft.com/office/drawing/2014/main" id="{D279209D-DFDA-4920-8556-981ED8B299F4}"/>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13" name="Slide Number Placeholder 28">
            <a:extLst>
              <a:ext uri="{FF2B5EF4-FFF2-40B4-BE49-F238E27FC236}">
                <a16:creationId xmlns:a16="http://schemas.microsoft.com/office/drawing/2014/main" id="{7630D962-57FD-46D9-9AFA-75DA825209A4}"/>
              </a:ext>
            </a:extLst>
          </p:cNvPr>
          <p:cNvSpPr>
            <a:spLocks noGrp="1"/>
          </p:cNvSpPr>
          <p:nvPr>
            <p:ph type="sldNum" sz="quarter" idx="12"/>
          </p:nvPr>
        </p:nvSpPr>
        <p:spPr/>
        <p:txBody>
          <a:bodyPr/>
          <a:lstStyle>
            <a:lvl1pPr>
              <a:defRPr/>
            </a:lvl1pPr>
          </a:lstStyle>
          <a:p>
            <a:fld id="{E182E50D-FC36-4E6B-840A-ED618F83C11E}" type="slidenum">
              <a:rPr lang="en-ZA" altLang="en-US"/>
              <a:pPr/>
              <a:t>‹#›</a:t>
            </a:fld>
            <a:endParaRPr lang="en-ZA" altLang="en-US"/>
          </a:p>
        </p:txBody>
      </p:sp>
    </p:spTree>
    <p:extLst>
      <p:ext uri="{BB962C8B-B14F-4D97-AF65-F5344CB8AC3E}">
        <p14:creationId xmlns:p14="http://schemas.microsoft.com/office/powerpoint/2010/main" val="15997761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6C2AEBFB-2782-468C-B434-470F3AF41482}"/>
              </a:ext>
            </a:extLst>
          </p:cNvPr>
          <p:cNvSpPr>
            <a:spLocks noGrp="1"/>
          </p:cNvSpPr>
          <p:nvPr>
            <p:ph type="dt" sz="half" idx="10"/>
          </p:nvPr>
        </p:nvSpPr>
        <p:spPr/>
        <p:txBody>
          <a:bodyPr/>
          <a:lstStyle>
            <a:lvl1pPr>
              <a:defRPr/>
            </a:lvl1pPr>
          </a:lstStyle>
          <a:p>
            <a:pPr>
              <a:defRPr/>
            </a:pPr>
            <a:fld id="{5A24C4F2-F76D-4FEC-BE04-21E96067518D}" type="datetime9">
              <a:rPr lang="en-US"/>
              <a:pPr>
                <a:defRPr/>
              </a:pPr>
              <a:t>3/6/2026 12:46:19 AM</a:t>
            </a:fld>
            <a:endParaRPr lang="en-ZA"/>
          </a:p>
        </p:txBody>
      </p:sp>
      <p:sp>
        <p:nvSpPr>
          <p:cNvPr id="5" name="Footer Placeholder 2">
            <a:extLst>
              <a:ext uri="{FF2B5EF4-FFF2-40B4-BE49-F238E27FC236}">
                <a16:creationId xmlns:a16="http://schemas.microsoft.com/office/drawing/2014/main" id="{B74F4098-BEF3-44C5-9B73-076063DAA4E2}"/>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4D3BB87F-FA60-448F-B2B2-A2A92804A4BE}"/>
              </a:ext>
            </a:extLst>
          </p:cNvPr>
          <p:cNvSpPr>
            <a:spLocks noGrp="1"/>
          </p:cNvSpPr>
          <p:nvPr>
            <p:ph type="sldNum" sz="quarter" idx="12"/>
          </p:nvPr>
        </p:nvSpPr>
        <p:spPr/>
        <p:txBody>
          <a:bodyPr/>
          <a:lstStyle>
            <a:lvl1pPr>
              <a:defRPr/>
            </a:lvl1pPr>
          </a:lstStyle>
          <a:p>
            <a:fld id="{7C8A0AB8-4BFC-4AA7-8C8D-3DAF27CF6037}" type="slidenum">
              <a:rPr lang="en-ZA" altLang="en-US"/>
              <a:pPr/>
              <a:t>‹#›</a:t>
            </a:fld>
            <a:endParaRPr lang="en-ZA" altLang="en-US"/>
          </a:p>
        </p:txBody>
      </p:sp>
    </p:spTree>
    <p:extLst>
      <p:ext uri="{BB962C8B-B14F-4D97-AF65-F5344CB8AC3E}">
        <p14:creationId xmlns:p14="http://schemas.microsoft.com/office/powerpoint/2010/main" val="2632032274"/>
      </p:ext>
    </p:extLst>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9EC6B9-B874-4301-B90B-17D409CD1B95}"/>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5" name="Rounded Rectangle 10">
            <a:extLst>
              <a:ext uri="{FF2B5EF4-FFF2-40B4-BE49-F238E27FC236}">
                <a16:creationId xmlns:a16="http://schemas.microsoft.com/office/drawing/2014/main" id="{F2542126-E488-48CF-9F61-32B92B53861D}"/>
              </a:ext>
            </a:extLst>
          </p:cNvPr>
          <p:cNvGrpSpPr>
            <a:grpSpLocks/>
          </p:cNvGrpSpPr>
          <p:nvPr/>
        </p:nvGrpSpPr>
        <p:grpSpPr bwMode="auto">
          <a:xfrm>
            <a:off x="63500" y="63500"/>
            <a:ext cx="9029700" cy="6705600"/>
            <a:chOff x="40" y="40"/>
            <a:chExt cx="5688" cy="4224"/>
          </a:xfrm>
        </p:grpSpPr>
        <p:pic>
          <p:nvPicPr>
            <p:cNvPr id="6" name="Rounded Rectangle 10">
              <a:extLst>
                <a:ext uri="{FF2B5EF4-FFF2-40B4-BE49-F238E27FC236}">
                  <a16:creationId xmlns:a16="http://schemas.microsoft.com/office/drawing/2014/main" id="{8549F666-EBB3-4B82-8BBD-DFD1A4AC9D8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 y="40"/>
              <a:ext cx="5688" cy="422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a:extLst>
                <a:ext uri="{FF2B5EF4-FFF2-40B4-BE49-F238E27FC236}">
                  <a16:creationId xmlns:a16="http://schemas.microsoft.com/office/drawing/2014/main" id="{E0CD3C83-6037-42E6-9AAB-EC17AB300D8F}"/>
                </a:ext>
              </a:extLst>
            </p:cNvPr>
            <p:cNvSpPr txBox="1">
              <a:spLocks noChangeArrowheads="1"/>
            </p:cNvSpPr>
            <p:nvPr/>
          </p:nvSpPr>
          <p:spPr bwMode="auto">
            <a:xfrm>
              <a:off x="102" y="105"/>
              <a:ext cx="5556" cy="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endParaRPr lang="en-US" altLang="en-US">
                <a:solidFill>
                  <a:srgbClr val="FFFFFF"/>
                </a:solidFill>
                <a:latin typeface="Perpetua" panose="02020502060401020303" pitchFamily="18" charset="0"/>
              </a:endParaRPr>
            </a:p>
          </p:txBody>
        </p:sp>
      </p:grpSp>
      <p:sp>
        <p:nvSpPr>
          <p:cNvPr id="8" name="Rectangle 7">
            <a:extLst>
              <a:ext uri="{FF2B5EF4-FFF2-40B4-BE49-F238E27FC236}">
                <a16:creationId xmlns:a16="http://schemas.microsoft.com/office/drawing/2014/main" id="{DA621563-C494-42CF-B757-E1222B58CC12}"/>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7A348997-FDEF-4488-92BD-AAFB1AB408F5}"/>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03A039AD-3548-455B-9FF5-91DE3C529EAB}"/>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11" name="Date Placeholder 3">
            <a:extLst>
              <a:ext uri="{FF2B5EF4-FFF2-40B4-BE49-F238E27FC236}">
                <a16:creationId xmlns:a16="http://schemas.microsoft.com/office/drawing/2014/main" id="{1B49FFBF-4B07-4F2F-8723-7BB6D225ECD9}"/>
              </a:ext>
            </a:extLst>
          </p:cNvPr>
          <p:cNvSpPr>
            <a:spLocks noGrp="1"/>
          </p:cNvSpPr>
          <p:nvPr>
            <p:ph type="dt" sz="half" idx="10"/>
          </p:nvPr>
        </p:nvSpPr>
        <p:spPr/>
        <p:txBody>
          <a:bodyPr/>
          <a:lstStyle>
            <a:lvl1pPr>
              <a:defRPr/>
            </a:lvl1pPr>
          </a:lstStyle>
          <a:p>
            <a:pPr>
              <a:defRPr/>
            </a:pPr>
            <a:fld id="{1B82CBB6-7311-40D6-AAA7-EF1E86AB48BA}" type="datetime9">
              <a:rPr lang="en-US"/>
              <a:pPr>
                <a:defRPr/>
              </a:pPr>
              <a:t>3/6/2026 12:46:19 AM</a:t>
            </a:fld>
            <a:endParaRPr lang="en-ZA"/>
          </a:p>
        </p:txBody>
      </p:sp>
      <p:sp>
        <p:nvSpPr>
          <p:cNvPr id="12" name="Footer Placeholder 4">
            <a:extLst>
              <a:ext uri="{FF2B5EF4-FFF2-40B4-BE49-F238E27FC236}">
                <a16:creationId xmlns:a16="http://schemas.microsoft.com/office/drawing/2014/main" id="{EF438A13-E452-4339-93F3-54299CD244A9}"/>
              </a:ext>
            </a:extLst>
          </p:cNvPr>
          <p:cNvSpPr>
            <a:spLocks noGrp="1"/>
          </p:cNvSpPr>
          <p:nvPr>
            <p:ph type="ftr" sz="quarter" idx="11"/>
          </p:nvPr>
        </p:nvSpPr>
        <p:spPr>
          <a:xfrm>
            <a:off x="800100" y="6172200"/>
            <a:ext cx="4000500" cy="457200"/>
          </a:xfrm>
        </p:spPr>
        <p:txBody>
          <a:bodyPr/>
          <a:lstStyle>
            <a:lvl1pPr>
              <a:defRPr/>
            </a:lvl1pPr>
          </a:lstStyle>
          <a:p>
            <a:pPr>
              <a:defRPr/>
            </a:pPr>
            <a:r>
              <a:rPr lang="fr-FR" dirty="0"/>
              <a:t>Dr Jean de Dieu NIYONZIMA</a:t>
            </a:r>
            <a:endParaRPr lang="en-ZA" dirty="0"/>
          </a:p>
        </p:txBody>
      </p:sp>
      <p:sp>
        <p:nvSpPr>
          <p:cNvPr id="13" name="Slide Number Placeholder 5">
            <a:extLst>
              <a:ext uri="{FF2B5EF4-FFF2-40B4-BE49-F238E27FC236}">
                <a16:creationId xmlns:a16="http://schemas.microsoft.com/office/drawing/2014/main" id="{CEB0DE76-5CFD-45FC-BBC6-55769112EDA6}"/>
              </a:ext>
            </a:extLst>
          </p:cNvPr>
          <p:cNvSpPr>
            <a:spLocks noGrp="1"/>
          </p:cNvSpPr>
          <p:nvPr>
            <p:ph type="sldNum" sz="quarter" idx="12"/>
          </p:nvPr>
        </p:nvSpPr>
        <p:spPr>
          <a:xfrm>
            <a:off x="146050" y="6208713"/>
            <a:ext cx="457200" cy="457200"/>
          </a:xfrm>
        </p:spPr>
        <p:txBody>
          <a:bodyPr/>
          <a:lstStyle>
            <a:lvl1pPr>
              <a:defRPr/>
            </a:lvl1pPr>
          </a:lstStyle>
          <a:p>
            <a:fld id="{04051F22-70DB-4F94-88B7-53760603D10D}" type="slidenum">
              <a:rPr lang="en-ZA" altLang="en-US"/>
              <a:pPr/>
              <a:t>‹#›</a:t>
            </a:fld>
            <a:endParaRPr lang="en-ZA" altLang="en-US"/>
          </a:p>
        </p:txBody>
      </p:sp>
    </p:spTree>
    <p:extLst>
      <p:ext uri="{BB962C8B-B14F-4D97-AF65-F5344CB8AC3E}">
        <p14:creationId xmlns:p14="http://schemas.microsoft.com/office/powerpoint/2010/main" val="1917353429"/>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AC0A4DE7-8EBD-4B47-A96E-2737D4817C8F}"/>
              </a:ext>
            </a:extLst>
          </p:cNvPr>
          <p:cNvSpPr>
            <a:spLocks noGrp="1"/>
          </p:cNvSpPr>
          <p:nvPr>
            <p:ph type="dt" sz="half" idx="10"/>
          </p:nvPr>
        </p:nvSpPr>
        <p:spPr/>
        <p:txBody>
          <a:bodyPr/>
          <a:lstStyle>
            <a:lvl1pPr>
              <a:defRPr/>
            </a:lvl1pPr>
          </a:lstStyle>
          <a:p>
            <a:pPr>
              <a:defRPr/>
            </a:pPr>
            <a:fld id="{3306DB12-F017-48B5-BCBD-F528227C7816}" type="datetime9">
              <a:rPr lang="en-US"/>
              <a:pPr>
                <a:defRPr/>
              </a:pPr>
              <a:t>3/6/2026 12:46:19 AM</a:t>
            </a:fld>
            <a:endParaRPr lang="en-ZA"/>
          </a:p>
        </p:txBody>
      </p:sp>
      <p:sp>
        <p:nvSpPr>
          <p:cNvPr id="6" name="Footer Placeholder 2">
            <a:extLst>
              <a:ext uri="{FF2B5EF4-FFF2-40B4-BE49-F238E27FC236}">
                <a16:creationId xmlns:a16="http://schemas.microsoft.com/office/drawing/2014/main" id="{8A9396F3-569B-4414-A2FD-5B97C3B67EDC}"/>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7" name="Slide Number Placeholder 22">
            <a:extLst>
              <a:ext uri="{FF2B5EF4-FFF2-40B4-BE49-F238E27FC236}">
                <a16:creationId xmlns:a16="http://schemas.microsoft.com/office/drawing/2014/main" id="{F2DF2A18-C4F0-4D7A-AA28-9503DD3D078C}"/>
              </a:ext>
            </a:extLst>
          </p:cNvPr>
          <p:cNvSpPr>
            <a:spLocks noGrp="1"/>
          </p:cNvSpPr>
          <p:nvPr>
            <p:ph type="sldNum" sz="quarter" idx="12"/>
          </p:nvPr>
        </p:nvSpPr>
        <p:spPr/>
        <p:txBody>
          <a:bodyPr/>
          <a:lstStyle>
            <a:lvl1pPr>
              <a:defRPr/>
            </a:lvl1pPr>
          </a:lstStyle>
          <a:p>
            <a:fld id="{D70FFB1F-A71E-4DE6-A37B-5635FC2A631B}" type="slidenum">
              <a:rPr lang="en-ZA" altLang="en-US"/>
              <a:pPr/>
              <a:t>‹#›</a:t>
            </a:fld>
            <a:endParaRPr lang="en-ZA" altLang="en-US"/>
          </a:p>
        </p:txBody>
      </p:sp>
    </p:spTree>
    <p:extLst>
      <p:ext uri="{BB962C8B-B14F-4D97-AF65-F5344CB8AC3E}">
        <p14:creationId xmlns:p14="http://schemas.microsoft.com/office/powerpoint/2010/main" val="4229235736"/>
      </p:ext>
    </p:extLst>
  </p:cSld>
  <p:clrMapOvr>
    <a:masterClrMapping/>
  </p:clrMapOvr>
  <p:transition spd="med">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C6CF279D-F42F-4BCA-8A44-DB961A53C4AC}"/>
              </a:ext>
            </a:extLst>
          </p:cNvPr>
          <p:cNvSpPr>
            <a:spLocks noGrp="1"/>
          </p:cNvSpPr>
          <p:nvPr>
            <p:ph type="dt" sz="half" idx="10"/>
          </p:nvPr>
        </p:nvSpPr>
        <p:spPr/>
        <p:txBody>
          <a:bodyPr/>
          <a:lstStyle>
            <a:lvl1pPr>
              <a:defRPr/>
            </a:lvl1pPr>
          </a:lstStyle>
          <a:p>
            <a:pPr>
              <a:defRPr/>
            </a:pPr>
            <a:fld id="{3B47C7D3-EBBC-4092-9A29-11F75DFD0468}" type="datetime9">
              <a:rPr lang="en-US"/>
              <a:pPr>
                <a:defRPr/>
              </a:pPr>
              <a:t>3/6/2026 12:46:19 AM</a:t>
            </a:fld>
            <a:endParaRPr lang="en-ZA"/>
          </a:p>
        </p:txBody>
      </p:sp>
      <p:sp>
        <p:nvSpPr>
          <p:cNvPr id="8" name="Footer Placeholder 2">
            <a:extLst>
              <a:ext uri="{FF2B5EF4-FFF2-40B4-BE49-F238E27FC236}">
                <a16:creationId xmlns:a16="http://schemas.microsoft.com/office/drawing/2014/main" id="{65F9CF01-3C5D-4E47-9C2A-D11AAE89F344}"/>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22">
            <a:extLst>
              <a:ext uri="{FF2B5EF4-FFF2-40B4-BE49-F238E27FC236}">
                <a16:creationId xmlns:a16="http://schemas.microsoft.com/office/drawing/2014/main" id="{DB400069-FBA0-4C73-A3D1-8A76D8688EB3}"/>
              </a:ext>
            </a:extLst>
          </p:cNvPr>
          <p:cNvSpPr>
            <a:spLocks noGrp="1"/>
          </p:cNvSpPr>
          <p:nvPr>
            <p:ph type="sldNum" sz="quarter" idx="12"/>
          </p:nvPr>
        </p:nvSpPr>
        <p:spPr/>
        <p:txBody>
          <a:bodyPr/>
          <a:lstStyle>
            <a:lvl1pPr>
              <a:defRPr/>
            </a:lvl1pPr>
          </a:lstStyle>
          <a:p>
            <a:fld id="{B1C47CE8-620B-4F88-9783-7103F616D4F3}" type="slidenum">
              <a:rPr lang="en-ZA" altLang="en-US"/>
              <a:pPr/>
              <a:t>‹#›</a:t>
            </a:fld>
            <a:endParaRPr lang="en-ZA" altLang="en-US"/>
          </a:p>
        </p:txBody>
      </p:sp>
    </p:spTree>
    <p:extLst>
      <p:ext uri="{BB962C8B-B14F-4D97-AF65-F5344CB8AC3E}">
        <p14:creationId xmlns:p14="http://schemas.microsoft.com/office/powerpoint/2010/main" val="1772346863"/>
      </p:ext>
    </p:extLst>
  </p:cSld>
  <p:clrMapOvr>
    <a:masterClrMapping/>
  </p:clrMapOvr>
  <p:transition spd="med">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DEF1E9BB-DE3A-4C2A-81E5-9FF87AB797C7}"/>
              </a:ext>
            </a:extLst>
          </p:cNvPr>
          <p:cNvSpPr>
            <a:spLocks noGrp="1"/>
          </p:cNvSpPr>
          <p:nvPr>
            <p:ph type="dt" sz="half" idx="10"/>
          </p:nvPr>
        </p:nvSpPr>
        <p:spPr/>
        <p:txBody>
          <a:bodyPr/>
          <a:lstStyle>
            <a:lvl1pPr>
              <a:defRPr/>
            </a:lvl1pPr>
          </a:lstStyle>
          <a:p>
            <a:pPr>
              <a:defRPr/>
            </a:pPr>
            <a:fld id="{6A9DD1B0-BA03-4406-AB8B-216721F4446D}" type="datetime9">
              <a:rPr lang="en-US"/>
              <a:pPr>
                <a:defRPr/>
              </a:pPr>
              <a:t>3/6/2026 12:46:19 AM</a:t>
            </a:fld>
            <a:endParaRPr lang="en-ZA"/>
          </a:p>
        </p:txBody>
      </p:sp>
      <p:sp>
        <p:nvSpPr>
          <p:cNvPr id="4" name="Footer Placeholder 2">
            <a:extLst>
              <a:ext uri="{FF2B5EF4-FFF2-40B4-BE49-F238E27FC236}">
                <a16:creationId xmlns:a16="http://schemas.microsoft.com/office/drawing/2014/main" id="{ABF878C7-281E-42EC-B6A9-FE7BE15C0901}"/>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5" name="Slide Number Placeholder 22">
            <a:extLst>
              <a:ext uri="{FF2B5EF4-FFF2-40B4-BE49-F238E27FC236}">
                <a16:creationId xmlns:a16="http://schemas.microsoft.com/office/drawing/2014/main" id="{FF96CEDE-2645-4882-98FD-EA8C839007EB}"/>
              </a:ext>
            </a:extLst>
          </p:cNvPr>
          <p:cNvSpPr>
            <a:spLocks noGrp="1"/>
          </p:cNvSpPr>
          <p:nvPr>
            <p:ph type="sldNum" sz="quarter" idx="12"/>
          </p:nvPr>
        </p:nvSpPr>
        <p:spPr/>
        <p:txBody>
          <a:bodyPr/>
          <a:lstStyle>
            <a:lvl1pPr>
              <a:defRPr/>
            </a:lvl1pPr>
          </a:lstStyle>
          <a:p>
            <a:fld id="{4CBA1C76-D8AD-4668-BCFB-995F9AFF5669}" type="slidenum">
              <a:rPr lang="en-ZA" altLang="en-US"/>
              <a:pPr/>
              <a:t>‹#›</a:t>
            </a:fld>
            <a:endParaRPr lang="en-ZA" altLang="en-US"/>
          </a:p>
        </p:txBody>
      </p:sp>
    </p:spTree>
    <p:extLst>
      <p:ext uri="{BB962C8B-B14F-4D97-AF65-F5344CB8AC3E}">
        <p14:creationId xmlns:p14="http://schemas.microsoft.com/office/powerpoint/2010/main" val="2470925478"/>
      </p:ext>
    </p:extLst>
  </p:cSld>
  <p:clrMapOvr>
    <a:masterClrMapping/>
  </p:clrMapOvr>
  <p:transition spd="med">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D8D94CED-34D2-43A4-B6D4-7C7D5C7DE39D}"/>
              </a:ext>
            </a:extLst>
          </p:cNvPr>
          <p:cNvSpPr>
            <a:spLocks noGrp="1"/>
          </p:cNvSpPr>
          <p:nvPr>
            <p:ph type="dt" sz="half" idx="10"/>
          </p:nvPr>
        </p:nvSpPr>
        <p:spPr/>
        <p:txBody>
          <a:bodyPr/>
          <a:lstStyle>
            <a:lvl1pPr>
              <a:defRPr/>
            </a:lvl1pPr>
          </a:lstStyle>
          <a:p>
            <a:pPr>
              <a:defRPr/>
            </a:pPr>
            <a:fld id="{3068DA6B-C110-4B17-801D-52CB0E840A1E}" type="datetime9">
              <a:rPr lang="en-US"/>
              <a:pPr>
                <a:defRPr/>
              </a:pPr>
              <a:t>3/6/2026 12:46:19 AM</a:t>
            </a:fld>
            <a:endParaRPr lang="en-ZA"/>
          </a:p>
        </p:txBody>
      </p:sp>
      <p:sp>
        <p:nvSpPr>
          <p:cNvPr id="3" name="Footer Placeholder 2">
            <a:extLst>
              <a:ext uri="{FF2B5EF4-FFF2-40B4-BE49-F238E27FC236}">
                <a16:creationId xmlns:a16="http://schemas.microsoft.com/office/drawing/2014/main" id="{A3412D8B-A47D-4EC6-9CE1-F4328FD1E657}"/>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4" name="Slide Number Placeholder 22">
            <a:extLst>
              <a:ext uri="{FF2B5EF4-FFF2-40B4-BE49-F238E27FC236}">
                <a16:creationId xmlns:a16="http://schemas.microsoft.com/office/drawing/2014/main" id="{89E17571-B1A7-48B8-A838-512E35EC6D68}"/>
              </a:ext>
            </a:extLst>
          </p:cNvPr>
          <p:cNvSpPr>
            <a:spLocks noGrp="1"/>
          </p:cNvSpPr>
          <p:nvPr>
            <p:ph type="sldNum" sz="quarter" idx="12"/>
          </p:nvPr>
        </p:nvSpPr>
        <p:spPr/>
        <p:txBody>
          <a:bodyPr/>
          <a:lstStyle>
            <a:lvl1pPr>
              <a:defRPr/>
            </a:lvl1pPr>
          </a:lstStyle>
          <a:p>
            <a:fld id="{FB26492E-2A15-4DAF-94C9-05894502BBD0}" type="slidenum">
              <a:rPr lang="en-ZA" altLang="en-US"/>
              <a:pPr/>
              <a:t>‹#›</a:t>
            </a:fld>
            <a:endParaRPr lang="en-ZA" altLang="en-US"/>
          </a:p>
        </p:txBody>
      </p:sp>
    </p:spTree>
    <p:extLst>
      <p:ext uri="{BB962C8B-B14F-4D97-AF65-F5344CB8AC3E}">
        <p14:creationId xmlns:p14="http://schemas.microsoft.com/office/powerpoint/2010/main" val="187752793"/>
      </p:ext>
    </p:extLst>
  </p:cSld>
  <p:clrMapOvr>
    <a:masterClrMapping/>
  </p:clrMapOvr>
  <p:transition spd="med">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58C2AB6-B010-4080-AAE4-0CC68AA8F303}"/>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10">
            <a:extLst>
              <a:ext uri="{FF2B5EF4-FFF2-40B4-BE49-F238E27FC236}">
                <a16:creationId xmlns:a16="http://schemas.microsoft.com/office/drawing/2014/main" id="{077FEE79-F290-46FD-8CD9-1CAFE4CD67A7}"/>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A62B4261-5030-4AD8-8EAB-4DFE9836BF46}"/>
              </a:ext>
            </a:extLst>
          </p:cNvPr>
          <p:cNvSpPr>
            <a:spLocks noGrp="1"/>
          </p:cNvSpPr>
          <p:nvPr>
            <p:ph type="dt" sz="half" idx="10"/>
          </p:nvPr>
        </p:nvSpPr>
        <p:spPr/>
        <p:txBody>
          <a:bodyPr/>
          <a:lstStyle>
            <a:lvl1pPr>
              <a:defRPr/>
            </a:lvl1pPr>
          </a:lstStyle>
          <a:p>
            <a:pPr>
              <a:defRPr/>
            </a:pPr>
            <a:fld id="{813E346A-1A4C-4577-AA95-4B7C596F88C1}" type="datetime9">
              <a:rPr lang="en-US"/>
              <a:pPr>
                <a:defRPr/>
              </a:pPr>
              <a:t>3/6/2026 12:46:19 AM</a:t>
            </a:fld>
            <a:endParaRPr lang="en-ZA"/>
          </a:p>
        </p:txBody>
      </p:sp>
      <p:sp>
        <p:nvSpPr>
          <p:cNvPr id="8" name="Footer Placeholder 5">
            <a:extLst>
              <a:ext uri="{FF2B5EF4-FFF2-40B4-BE49-F238E27FC236}">
                <a16:creationId xmlns:a16="http://schemas.microsoft.com/office/drawing/2014/main" id="{062C3C18-B527-4C10-9A9A-FB38574F5872}"/>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9" name="Slide Number Placeholder 6">
            <a:extLst>
              <a:ext uri="{FF2B5EF4-FFF2-40B4-BE49-F238E27FC236}">
                <a16:creationId xmlns:a16="http://schemas.microsoft.com/office/drawing/2014/main" id="{11361F7A-F5E1-458C-860E-61EBDC823FEF}"/>
              </a:ext>
            </a:extLst>
          </p:cNvPr>
          <p:cNvSpPr>
            <a:spLocks noGrp="1"/>
          </p:cNvSpPr>
          <p:nvPr>
            <p:ph type="sldNum" sz="quarter" idx="12"/>
          </p:nvPr>
        </p:nvSpPr>
        <p:spPr/>
        <p:txBody>
          <a:bodyPr/>
          <a:lstStyle>
            <a:lvl1pPr>
              <a:defRPr/>
            </a:lvl1pPr>
          </a:lstStyle>
          <a:p>
            <a:fld id="{E0947C58-D21A-4FD6-B1CF-E7F5CD765257}" type="slidenum">
              <a:rPr lang="en-ZA" altLang="en-US"/>
              <a:pPr/>
              <a:t>‹#›</a:t>
            </a:fld>
            <a:endParaRPr lang="en-ZA" altLang="en-US"/>
          </a:p>
        </p:txBody>
      </p:sp>
    </p:spTree>
    <p:extLst>
      <p:ext uri="{BB962C8B-B14F-4D97-AF65-F5344CB8AC3E}">
        <p14:creationId xmlns:p14="http://schemas.microsoft.com/office/powerpoint/2010/main" val="894519693"/>
      </p:ext>
    </p:extLst>
  </p:cSld>
  <p:clrMapOvr>
    <a:masterClrMapping/>
  </p:clrMapOvr>
  <p:transition spd="med">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8C96A0-67CB-46AC-BD07-BA3A95E56B5A}"/>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53BE0A85-D61D-4060-BD10-F5AB82B78C12}"/>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403BAA43-0B61-436E-B347-5C2C47472EE3}"/>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A5C827CD-0ADC-4FD5-8107-B27F033C5067}"/>
              </a:ext>
            </a:extLst>
          </p:cNvPr>
          <p:cNvSpPr>
            <a:spLocks noGrp="1"/>
          </p:cNvSpPr>
          <p:nvPr>
            <p:ph type="dt" sz="half" idx="10"/>
          </p:nvPr>
        </p:nvSpPr>
        <p:spPr/>
        <p:txBody>
          <a:bodyPr/>
          <a:lstStyle>
            <a:lvl1pPr>
              <a:defRPr/>
            </a:lvl1pPr>
          </a:lstStyle>
          <a:p>
            <a:pPr>
              <a:defRPr/>
            </a:pPr>
            <a:fld id="{0304E224-2C2B-4F12-A37D-26707FF15C8E}" type="datetime9">
              <a:rPr lang="en-US"/>
              <a:pPr>
                <a:defRPr/>
              </a:pPr>
              <a:t>3/6/2026 12:46:19 AM</a:t>
            </a:fld>
            <a:endParaRPr lang="en-ZA"/>
          </a:p>
        </p:txBody>
      </p:sp>
      <p:sp>
        <p:nvSpPr>
          <p:cNvPr id="9" name="Footer Placeholder 5">
            <a:extLst>
              <a:ext uri="{FF2B5EF4-FFF2-40B4-BE49-F238E27FC236}">
                <a16:creationId xmlns:a16="http://schemas.microsoft.com/office/drawing/2014/main" id="{43AFCA57-42AD-4F61-9451-496B55AC1CE9}"/>
              </a:ext>
            </a:extLst>
          </p:cNvPr>
          <p:cNvSpPr>
            <a:spLocks noGrp="1"/>
          </p:cNvSpPr>
          <p:nvPr>
            <p:ph type="ftr" sz="quarter" idx="11"/>
          </p:nvPr>
        </p:nvSpPr>
        <p:spPr>
          <a:xfrm>
            <a:off x="914400" y="6172200"/>
            <a:ext cx="3886200" cy="457200"/>
          </a:xfrm>
        </p:spPr>
        <p:txBody>
          <a:bodyPr/>
          <a:lstStyle>
            <a:lvl1pPr>
              <a:defRPr/>
            </a:lvl1pPr>
          </a:lstStyle>
          <a:p>
            <a:pPr>
              <a:defRPr/>
            </a:pPr>
            <a:r>
              <a:rPr lang="fr-FR" dirty="0"/>
              <a:t>Dr Jean de Dieu NIYONZIMA</a:t>
            </a:r>
            <a:endParaRPr lang="en-ZA" dirty="0"/>
          </a:p>
        </p:txBody>
      </p:sp>
      <p:sp>
        <p:nvSpPr>
          <p:cNvPr id="10" name="Slide Number Placeholder 6">
            <a:extLst>
              <a:ext uri="{FF2B5EF4-FFF2-40B4-BE49-F238E27FC236}">
                <a16:creationId xmlns:a16="http://schemas.microsoft.com/office/drawing/2014/main" id="{F5D41598-1A5A-4E15-8F81-12C16CA62EDA}"/>
              </a:ext>
            </a:extLst>
          </p:cNvPr>
          <p:cNvSpPr>
            <a:spLocks noGrp="1"/>
          </p:cNvSpPr>
          <p:nvPr>
            <p:ph type="sldNum" sz="quarter" idx="12"/>
          </p:nvPr>
        </p:nvSpPr>
        <p:spPr>
          <a:xfrm>
            <a:off x="146050" y="6208713"/>
            <a:ext cx="457200" cy="457200"/>
          </a:xfrm>
        </p:spPr>
        <p:txBody>
          <a:bodyPr/>
          <a:lstStyle>
            <a:lvl1pPr>
              <a:defRPr/>
            </a:lvl1pPr>
          </a:lstStyle>
          <a:p>
            <a:fld id="{E1A9F1D6-FF15-4FF7-8679-783C95F4ECA8}" type="slidenum">
              <a:rPr lang="en-ZA" altLang="en-US"/>
              <a:pPr/>
              <a:t>‹#›</a:t>
            </a:fld>
            <a:endParaRPr lang="en-ZA" altLang="en-US"/>
          </a:p>
        </p:txBody>
      </p:sp>
    </p:spTree>
    <p:extLst>
      <p:ext uri="{BB962C8B-B14F-4D97-AF65-F5344CB8AC3E}">
        <p14:creationId xmlns:p14="http://schemas.microsoft.com/office/powerpoint/2010/main" val="3168412868"/>
      </p:ext>
    </p:extLst>
  </p:cSld>
  <p:clrMapOvr>
    <a:masterClrMapping/>
  </p:clrMapOvr>
  <p:transition spd="med">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3C539CA4-BD06-4053-872D-7FDEC3FE4619}"/>
              </a:ext>
            </a:extLst>
          </p:cNvPr>
          <p:cNvSpPr>
            <a:spLocks noGrp="1"/>
          </p:cNvSpPr>
          <p:nvPr>
            <p:ph type="dt" sz="half" idx="10"/>
          </p:nvPr>
        </p:nvSpPr>
        <p:spPr/>
        <p:txBody>
          <a:bodyPr/>
          <a:lstStyle>
            <a:lvl1pPr>
              <a:defRPr/>
            </a:lvl1pPr>
          </a:lstStyle>
          <a:p>
            <a:pPr>
              <a:defRPr/>
            </a:pPr>
            <a:fld id="{6C085924-1BC3-48C7-8834-356DFBF25CC5}" type="datetime9">
              <a:rPr lang="en-US"/>
              <a:pPr>
                <a:defRPr/>
              </a:pPr>
              <a:t>3/6/2026 12:46:19 AM</a:t>
            </a:fld>
            <a:endParaRPr lang="en-ZA"/>
          </a:p>
        </p:txBody>
      </p:sp>
      <p:sp>
        <p:nvSpPr>
          <p:cNvPr id="5" name="Footer Placeholder 2">
            <a:extLst>
              <a:ext uri="{FF2B5EF4-FFF2-40B4-BE49-F238E27FC236}">
                <a16:creationId xmlns:a16="http://schemas.microsoft.com/office/drawing/2014/main" id="{D0866506-3934-49D3-AA8A-AD92D9A52333}"/>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46ECAC37-61D6-4CD4-9FCE-705312B0BE1E}"/>
              </a:ext>
            </a:extLst>
          </p:cNvPr>
          <p:cNvSpPr>
            <a:spLocks noGrp="1"/>
          </p:cNvSpPr>
          <p:nvPr>
            <p:ph type="sldNum" sz="quarter" idx="12"/>
          </p:nvPr>
        </p:nvSpPr>
        <p:spPr/>
        <p:txBody>
          <a:bodyPr/>
          <a:lstStyle>
            <a:lvl1pPr>
              <a:defRPr/>
            </a:lvl1pPr>
          </a:lstStyle>
          <a:p>
            <a:fld id="{0DBE87A4-68E5-412F-8772-6C1C06237BCD}" type="slidenum">
              <a:rPr lang="en-ZA" altLang="en-US"/>
              <a:pPr/>
              <a:t>‹#›</a:t>
            </a:fld>
            <a:endParaRPr lang="en-ZA" altLang="en-US"/>
          </a:p>
        </p:txBody>
      </p:sp>
    </p:spTree>
    <p:extLst>
      <p:ext uri="{BB962C8B-B14F-4D97-AF65-F5344CB8AC3E}">
        <p14:creationId xmlns:p14="http://schemas.microsoft.com/office/powerpoint/2010/main" val="1427313394"/>
      </p:ext>
    </p:extLst>
  </p:cSld>
  <p:clrMapOvr>
    <a:masterClrMapping/>
  </p:clrMapOvr>
  <p:transition spd="med">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804D2FE2-87D2-4AD8-A656-0EE017FE9BEC}"/>
              </a:ext>
            </a:extLst>
          </p:cNvPr>
          <p:cNvSpPr>
            <a:spLocks noGrp="1"/>
          </p:cNvSpPr>
          <p:nvPr>
            <p:ph type="dt" sz="half" idx="10"/>
          </p:nvPr>
        </p:nvSpPr>
        <p:spPr/>
        <p:txBody>
          <a:bodyPr/>
          <a:lstStyle>
            <a:lvl1pPr>
              <a:defRPr/>
            </a:lvl1pPr>
          </a:lstStyle>
          <a:p>
            <a:pPr>
              <a:defRPr/>
            </a:pPr>
            <a:fld id="{A0943539-C7FE-47FB-8DD4-DC49F15CEDC9}" type="datetime9">
              <a:rPr lang="en-US"/>
              <a:pPr>
                <a:defRPr/>
              </a:pPr>
              <a:t>3/6/2026 12:46:19 AM</a:t>
            </a:fld>
            <a:endParaRPr lang="en-ZA"/>
          </a:p>
        </p:txBody>
      </p:sp>
      <p:sp>
        <p:nvSpPr>
          <p:cNvPr id="5" name="Footer Placeholder 2">
            <a:extLst>
              <a:ext uri="{FF2B5EF4-FFF2-40B4-BE49-F238E27FC236}">
                <a16:creationId xmlns:a16="http://schemas.microsoft.com/office/drawing/2014/main" id="{20B9D358-6218-4F2A-9FCC-2641FBD53EF3}"/>
              </a:ext>
            </a:extLst>
          </p:cNvPr>
          <p:cNvSpPr>
            <a:spLocks noGrp="1"/>
          </p:cNvSpPr>
          <p:nvPr>
            <p:ph type="ftr" sz="quarter" idx="11"/>
          </p:nvPr>
        </p:nvSpPr>
        <p:spPr/>
        <p:txBody>
          <a:bodyPr/>
          <a:lstStyle>
            <a:lvl1pPr>
              <a:defRPr/>
            </a:lvl1pPr>
          </a:lstStyle>
          <a:p>
            <a:pPr>
              <a:defRPr/>
            </a:pPr>
            <a:r>
              <a:rPr lang="fr-FR" dirty="0"/>
              <a:t>Dr Jean de Dieu NIYONZIMA</a:t>
            </a:r>
            <a:endParaRPr lang="en-ZA" dirty="0"/>
          </a:p>
        </p:txBody>
      </p:sp>
      <p:sp>
        <p:nvSpPr>
          <p:cNvPr id="6" name="Slide Number Placeholder 22">
            <a:extLst>
              <a:ext uri="{FF2B5EF4-FFF2-40B4-BE49-F238E27FC236}">
                <a16:creationId xmlns:a16="http://schemas.microsoft.com/office/drawing/2014/main" id="{E6348AB3-A944-4336-8627-DDC45FAB83EE}"/>
              </a:ext>
            </a:extLst>
          </p:cNvPr>
          <p:cNvSpPr>
            <a:spLocks noGrp="1"/>
          </p:cNvSpPr>
          <p:nvPr>
            <p:ph type="sldNum" sz="quarter" idx="12"/>
          </p:nvPr>
        </p:nvSpPr>
        <p:spPr/>
        <p:txBody>
          <a:bodyPr/>
          <a:lstStyle>
            <a:lvl1pPr>
              <a:defRPr/>
            </a:lvl1pPr>
          </a:lstStyle>
          <a:p>
            <a:fld id="{DC824435-AF5C-4D37-AAE6-21D265728EE7}" type="slidenum">
              <a:rPr lang="en-ZA" altLang="en-US"/>
              <a:pPr/>
              <a:t>‹#›</a:t>
            </a:fld>
            <a:endParaRPr lang="en-ZA" altLang="en-US"/>
          </a:p>
        </p:txBody>
      </p:sp>
    </p:spTree>
    <p:extLst>
      <p:ext uri="{BB962C8B-B14F-4D97-AF65-F5344CB8AC3E}">
        <p14:creationId xmlns:p14="http://schemas.microsoft.com/office/powerpoint/2010/main" val="4098256777"/>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C601ADD-3B78-4B50-9F60-B44BED7A63F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154527F2-94EE-4D84-9B85-200B5746F577}"/>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A8D24A3-4D78-4434-8304-AD6F12D69759}"/>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B717BB54-1E96-45E3-8CAB-DD016AE7CC59}" type="datetime9">
              <a:rPr lang="en-US"/>
              <a:pPr>
                <a:defRPr/>
              </a:pPr>
              <a:t>3/6/2026 12:46:19 AM</a:t>
            </a:fld>
            <a:endParaRPr lang="en-ZA"/>
          </a:p>
        </p:txBody>
      </p:sp>
      <p:sp>
        <p:nvSpPr>
          <p:cNvPr id="5" name="Footer Placeholder 4">
            <a:extLst>
              <a:ext uri="{FF2B5EF4-FFF2-40B4-BE49-F238E27FC236}">
                <a16:creationId xmlns:a16="http://schemas.microsoft.com/office/drawing/2014/main" id="{779943B3-9223-474B-8B3F-93670C88856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fr-FR" dirty="0"/>
              <a:t>Dr Jean de Dieu NIYONZIMA</a:t>
            </a:r>
            <a:endParaRPr lang="en-ZA" dirty="0"/>
          </a:p>
        </p:txBody>
      </p:sp>
      <p:sp>
        <p:nvSpPr>
          <p:cNvPr id="6" name="Slide Number Placeholder 5">
            <a:extLst>
              <a:ext uri="{FF2B5EF4-FFF2-40B4-BE49-F238E27FC236}">
                <a16:creationId xmlns:a16="http://schemas.microsoft.com/office/drawing/2014/main" id="{5FA55D09-5905-4DF7-86FC-76D800830C9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7C1A7C58-B60C-41D0-878D-4187AC9E7DFC}" type="slidenum">
              <a:rPr lang="en-ZA" altLang="en-US"/>
              <a:pPr/>
              <a:t>‹#›</a:t>
            </a:fld>
            <a:endParaRPr lang="en-ZA" altLang="en-US"/>
          </a:p>
        </p:txBody>
      </p:sp>
    </p:spTree>
  </p:cSld>
  <p:clrMap bg1="lt1" tx1="dk1" bg2="lt2" tx2="dk2" accent1="accent1" accent2="accent2" accent3="accent3" accent4="accent4" accent5="accent5" accent6="accent6" hlink="hlink" folHlink="folHlink"/>
  <p:sldLayoutIdLst>
    <p:sldLayoutId id="2147484255" r:id="rId1"/>
    <p:sldLayoutId id="2147484256" r:id="rId2"/>
    <p:sldLayoutId id="2147484257" r:id="rId3"/>
    <p:sldLayoutId id="2147484258" r:id="rId4"/>
    <p:sldLayoutId id="2147484259" r:id="rId5"/>
    <p:sldLayoutId id="2147484260" r:id="rId6"/>
    <p:sldLayoutId id="2147484261" r:id="rId7"/>
    <p:sldLayoutId id="2147484262" r:id="rId8"/>
    <p:sldLayoutId id="2147484263" r:id="rId9"/>
    <p:sldLayoutId id="2147484264" r:id="rId10"/>
    <p:sldLayoutId id="2147484265" r:id="rId11"/>
  </p:sldLayoutIdLst>
  <p:transition spd="med">
    <p:fade/>
  </p:transition>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C03CFD8-D040-44E6-BD48-D60659002576}"/>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a:extLst>
              <a:ext uri="{FF2B5EF4-FFF2-40B4-BE49-F238E27FC236}">
                <a16:creationId xmlns:a16="http://schemas.microsoft.com/office/drawing/2014/main" id="{B0E84D26-4405-45BE-874E-671B873100DB}"/>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13316" name="Title Placeholder 21">
            <a:extLst>
              <a:ext uri="{FF2B5EF4-FFF2-40B4-BE49-F238E27FC236}">
                <a16:creationId xmlns:a16="http://schemas.microsoft.com/office/drawing/2014/main" id="{882D64EB-49B7-4B7F-8E73-45CC08EC1909}"/>
              </a:ext>
            </a:extLst>
          </p:cNvPr>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3317" name="Text Placeholder 12">
            <a:extLst>
              <a:ext uri="{FF2B5EF4-FFF2-40B4-BE49-F238E27FC236}">
                <a16:creationId xmlns:a16="http://schemas.microsoft.com/office/drawing/2014/main" id="{DCDC8AD8-E14A-42A3-B979-E164B3F48D88}"/>
              </a:ext>
            </a:extLst>
          </p:cNvPr>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B4CDB6EE-23B3-4A57-8C83-9C1769D222A4}"/>
              </a:ext>
            </a:extLst>
          </p:cNvPr>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cs typeface="Arial" charset="0"/>
              </a:defRPr>
            </a:lvl1pPr>
          </a:lstStyle>
          <a:p>
            <a:pPr>
              <a:defRPr/>
            </a:pPr>
            <a:fld id="{23F2A6D7-BB7F-4342-87D0-8F500B192EC0}" type="datetime9">
              <a:rPr lang="en-US"/>
              <a:pPr>
                <a:defRPr/>
              </a:pPr>
              <a:t>3/6/2026 12:46:19 AM</a:t>
            </a:fld>
            <a:endParaRPr lang="en-ZA"/>
          </a:p>
        </p:txBody>
      </p:sp>
      <p:sp>
        <p:nvSpPr>
          <p:cNvPr id="3" name="Footer Placeholder 2">
            <a:extLst>
              <a:ext uri="{FF2B5EF4-FFF2-40B4-BE49-F238E27FC236}">
                <a16:creationId xmlns:a16="http://schemas.microsoft.com/office/drawing/2014/main" id="{0F081F9A-402A-41F3-856B-8CCD34334FC8}"/>
              </a:ext>
            </a:extLst>
          </p:cNvPr>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cs typeface="Arial" charset="0"/>
              </a:defRPr>
            </a:lvl1pPr>
          </a:lstStyle>
          <a:p>
            <a:pPr>
              <a:defRPr/>
            </a:pPr>
            <a:r>
              <a:rPr lang="fr-FR" dirty="0"/>
              <a:t>Dr Jean de Dieu NIYONZIMA</a:t>
            </a:r>
            <a:endParaRPr lang="en-ZA" dirty="0"/>
          </a:p>
        </p:txBody>
      </p:sp>
      <p:sp>
        <p:nvSpPr>
          <p:cNvPr id="23" name="Slide Number Placeholder 22">
            <a:extLst>
              <a:ext uri="{FF2B5EF4-FFF2-40B4-BE49-F238E27FC236}">
                <a16:creationId xmlns:a16="http://schemas.microsoft.com/office/drawing/2014/main" id="{7B96E26F-2C9A-4071-9FB3-E5A0CCFAD945}"/>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anose="020B0503020102020204" pitchFamily="34" charset="0"/>
              </a:defRPr>
            </a:lvl1pPr>
          </a:lstStyle>
          <a:p>
            <a:fld id="{95B360E6-7C67-45C3-9281-D49368358936}" type="slidenum">
              <a:rPr lang="en-ZA" altLang="en-US"/>
              <a:pPr/>
              <a:t>‹#›</a:t>
            </a:fld>
            <a:endParaRPr lang="en-ZA" altLang="en-US"/>
          </a:p>
        </p:txBody>
      </p:sp>
    </p:spTree>
  </p:cSld>
  <p:clrMap bg1="lt1" tx1="dk1" bg2="lt2" tx2="dk2" accent1="accent1" accent2="accent2" accent3="accent3" accent4="accent4" accent5="accent5" accent6="accent6" hlink="hlink" folHlink="folHlink"/>
  <p:sldLayoutIdLst>
    <p:sldLayoutId id="2147484301" r:id="rId1"/>
    <p:sldLayoutId id="2147484266" r:id="rId2"/>
    <p:sldLayoutId id="2147484302" r:id="rId3"/>
    <p:sldLayoutId id="2147484267" r:id="rId4"/>
    <p:sldLayoutId id="2147484268" r:id="rId5"/>
    <p:sldLayoutId id="2147484269" r:id="rId6"/>
    <p:sldLayoutId id="2147484270" r:id="rId7"/>
    <p:sldLayoutId id="2147484303" r:id="rId8"/>
    <p:sldLayoutId id="2147484304" r:id="rId9"/>
    <p:sldLayoutId id="2147484271" r:id="rId10"/>
    <p:sldLayoutId id="2147484272" r:id="rId11"/>
  </p:sldLayoutIdLst>
  <p:transition spd="med">
    <p:fade/>
  </p:transition>
  <p:hf hd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2BB9244-F7CA-41F1-87E9-90EBE8F3A209}"/>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a:extLst>
              <a:ext uri="{FF2B5EF4-FFF2-40B4-BE49-F238E27FC236}">
                <a16:creationId xmlns:a16="http://schemas.microsoft.com/office/drawing/2014/main" id="{EB7742DE-6E42-4012-9744-6F67BD0C436D}"/>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5604" name="Title Placeholder 21">
            <a:extLst>
              <a:ext uri="{FF2B5EF4-FFF2-40B4-BE49-F238E27FC236}">
                <a16:creationId xmlns:a16="http://schemas.microsoft.com/office/drawing/2014/main" id="{1FFAC3C4-763D-490D-A508-B12D006C00CD}"/>
              </a:ext>
            </a:extLst>
          </p:cNvPr>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25605" name="Text Placeholder 12">
            <a:extLst>
              <a:ext uri="{FF2B5EF4-FFF2-40B4-BE49-F238E27FC236}">
                <a16:creationId xmlns:a16="http://schemas.microsoft.com/office/drawing/2014/main" id="{4F6B47D2-AE35-4CCA-A676-3907C528071C}"/>
              </a:ext>
            </a:extLst>
          </p:cNvPr>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06252C2D-DC51-4358-A3DF-6254D7164C8D}"/>
              </a:ext>
            </a:extLst>
          </p:cNvPr>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cs typeface="Arial" charset="0"/>
              </a:defRPr>
            </a:lvl1pPr>
          </a:lstStyle>
          <a:p>
            <a:pPr>
              <a:defRPr/>
            </a:pPr>
            <a:fld id="{0A83285D-BB32-469C-B13B-D5222D42AE8D}" type="datetime9">
              <a:rPr lang="en-US"/>
              <a:pPr>
                <a:defRPr/>
              </a:pPr>
              <a:t>3/6/2026 12:46:19 AM</a:t>
            </a:fld>
            <a:endParaRPr lang="en-ZA"/>
          </a:p>
        </p:txBody>
      </p:sp>
      <p:sp>
        <p:nvSpPr>
          <p:cNvPr id="3" name="Footer Placeholder 2">
            <a:extLst>
              <a:ext uri="{FF2B5EF4-FFF2-40B4-BE49-F238E27FC236}">
                <a16:creationId xmlns:a16="http://schemas.microsoft.com/office/drawing/2014/main" id="{91CB0D1F-6402-4539-862A-5C84513D2A82}"/>
              </a:ext>
            </a:extLst>
          </p:cNvPr>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cs typeface="Arial" charset="0"/>
              </a:defRPr>
            </a:lvl1pPr>
          </a:lstStyle>
          <a:p>
            <a:pPr>
              <a:defRPr/>
            </a:pPr>
            <a:r>
              <a:rPr lang="fr-FR" dirty="0"/>
              <a:t>Dr Jean de Dieu NIYONZIMA</a:t>
            </a:r>
            <a:endParaRPr lang="en-ZA" dirty="0"/>
          </a:p>
        </p:txBody>
      </p:sp>
      <p:sp>
        <p:nvSpPr>
          <p:cNvPr id="23" name="Slide Number Placeholder 22">
            <a:extLst>
              <a:ext uri="{FF2B5EF4-FFF2-40B4-BE49-F238E27FC236}">
                <a16:creationId xmlns:a16="http://schemas.microsoft.com/office/drawing/2014/main" id="{DCBD141D-F87A-47E2-8EA8-0678208FC545}"/>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anose="020B0503020102020204" pitchFamily="34" charset="0"/>
              </a:defRPr>
            </a:lvl1pPr>
          </a:lstStyle>
          <a:p>
            <a:fld id="{BA174611-A553-414F-B845-5D2AE0359724}" type="slidenum">
              <a:rPr lang="en-ZA" altLang="en-US"/>
              <a:pPr/>
              <a:t>‹#›</a:t>
            </a:fld>
            <a:endParaRPr lang="en-ZA" altLang="en-US"/>
          </a:p>
        </p:txBody>
      </p:sp>
    </p:spTree>
  </p:cSld>
  <p:clrMap bg1="lt1" tx1="dk1" bg2="lt2" tx2="dk2" accent1="accent1" accent2="accent2" accent3="accent3" accent4="accent4" accent5="accent5" accent6="accent6" hlink="hlink" folHlink="folHlink"/>
  <p:sldLayoutIdLst>
    <p:sldLayoutId id="2147484305" r:id="rId1"/>
    <p:sldLayoutId id="2147484273" r:id="rId2"/>
    <p:sldLayoutId id="2147484306" r:id="rId3"/>
    <p:sldLayoutId id="2147484274" r:id="rId4"/>
    <p:sldLayoutId id="2147484275" r:id="rId5"/>
    <p:sldLayoutId id="2147484276" r:id="rId6"/>
    <p:sldLayoutId id="2147484277" r:id="rId7"/>
    <p:sldLayoutId id="2147484307" r:id="rId8"/>
    <p:sldLayoutId id="2147484308" r:id="rId9"/>
    <p:sldLayoutId id="2147484278" r:id="rId10"/>
    <p:sldLayoutId id="2147484279" r:id="rId11"/>
  </p:sldLayoutIdLst>
  <p:transition spd="med">
    <p:fade/>
  </p:transition>
  <p:hf hd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50A7481-00A4-4C29-8988-1FB1F53704EE}"/>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a:extLst>
              <a:ext uri="{FF2B5EF4-FFF2-40B4-BE49-F238E27FC236}">
                <a16:creationId xmlns:a16="http://schemas.microsoft.com/office/drawing/2014/main" id="{A1E9E210-3CEA-4E75-8F60-61D2B3A65A0E}"/>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37892" name="Title Placeholder 21">
            <a:extLst>
              <a:ext uri="{FF2B5EF4-FFF2-40B4-BE49-F238E27FC236}">
                <a16:creationId xmlns:a16="http://schemas.microsoft.com/office/drawing/2014/main" id="{E3D117B7-3FA0-489D-AA29-BF38BA1945F8}"/>
              </a:ext>
            </a:extLst>
          </p:cNvPr>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7893" name="Text Placeholder 12">
            <a:extLst>
              <a:ext uri="{FF2B5EF4-FFF2-40B4-BE49-F238E27FC236}">
                <a16:creationId xmlns:a16="http://schemas.microsoft.com/office/drawing/2014/main" id="{B145EA98-56A0-482E-AF18-3E542F9C2737}"/>
              </a:ext>
            </a:extLst>
          </p:cNvPr>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A9742E17-645C-4651-9707-AD82B02F81AA}"/>
              </a:ext>
            </a:extLst>
          </p:cNvPr>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cs typeface="Arial" charset="0"/>
              </a:defRPr>
            </a:lvl1pPr>
          </a:lstStyle>
          <a:p>
            <a:pPr>
              <a:defRPr/>
            </a:pPr>
            <a:fld id="{83788C72-2B84-434B-AD30-8F7DC212275E}" type="datetime9">
              <a:rPr lang="en-US"/>
              <a:pPr>
                <a:defRPr/>
              </a:pPr>
              <a:t>3/6/2026 12:46:19 AM</a:t>
            </a:fld>
            <a:endParaRPr lang="en-ZA"/>
          </a:p>
        </p:txBody>
      </p:sp>
      <p:sp>
        <p:nvSpPr>
          <p:cNvPr id="3" name="Footer Placeholder 2">
            <a:extLst>
              <a:ext uri="{FF2B5EF4-FFF2-40B4-BE49-F238E27FC236}">
                <a16:creationId xmlns:a16="http://schemas.microsoft.com/office/drawing/2014/main" id="{08053AE3-3864-4623-AF6A-389D05F97579}"/>
              </a:ext>
            </a:extLst>
          </p:cNvPr>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cs typeface="Arial" charset="0"/>
              </a:defRPr>
            </a:lvl1pPr>
          </a:lstStyle>
          <a:p>
            <a:pPr>
              <a:defRPr/>
            </a:pPr>
            <a:r>
              <a:rPr lang="fr-FR" dirty="0"/>
              <a:t>Dr Jean de Dieu NIYONZIMA</a:t>
            </a:r>
            <a:endParaRPr lang="en-ZA" dirty="0"/>
          </a:p>
        </p:txBody>
      </p:sp>
      <p:sp>
        <p:nvSpPr>
          <p:cNvPr id="23" name="Slide Number Placeholder 22">
            <a:extLst>
              <a:ext uri="{FF2B5EF4-FFF2-40B4-BE49-F238E27FC236}">
                <a16:creationId xmlns:a16="http://schemas.microsoft.com/office/drawing/2014/main" id="{2D20F945-BD61-4AA7-A1BB-559855B6F22D}"/>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anose="020B0503020102020204" pitchFamily="34" charset="0"/>
              </a:defRPr>
            </a:lvl1pPr>
          </a:lstStyle>
          <a:p>
            <a:fld id="{5BB9559F-46A4-4642-8798-8CB65FA4206A}" type="slidenum">
              <a:rPr lang="en-ZA" altLang="en-US"/>
              <a:pPr/>
              <a:t>‹#›</a:t>
            </a:fld>
            <a:endParaRPr lang="en-ZA" altLang="en-US"/>
          </a:p>
        </p:txBody>
      </p:sp>
    </p:spTree>
  </p:cSld>
  <p:clrMap bg1="lt1" tx1="dk1" bg2="lt2" tx2="dk2" accent1="accent1" accent2="accent2" accent3="accent3" accent4="accent4" accent5="accent5" accent6="accent6" hlink="hlink" folHlink="folHlink"/>
  <p:sldLayoutIdLst>
    <p:sldLayoutId id="2147484309" r:id="rId1"/>
    <p:sldLayoutId id="2147484280" r:id="rId2"/>
    <p:sldLayoutId id="2147484310" r:id="rId3"/>
    <p:sldLayoutId id="2147484281" r:id="rId4"/>
    <p:sldLayoutId id="2147484282" r:id="rId5"/>
    <p:sldLayoutId id="2147484283" r:id="rId6"/>
    <p:sldLayoutId id="2147484284" r:id="rId7"/>
    <p:sldLayoutId id="2147484311" r:id="rId8"/>
    <p:sldLayoutId id="2147484312" r:id="rId9"/>
    <p:sldLayoutId id="2147484285" r:id="rId10"/>
    <p:sldLayoutId id="2147484286" r:id="rId11"/>
  </p:sldLayoutIdLst>
  <p:transition spd="med">
    <p:fade/>
  </p:transition>
  <p:hf hd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30B654-56E3-461D-8CFA-1017D90C040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a:extLst>
              <a:ext uri="{FF2B5EF4-FFF2-40B4-BE49-F238E27FC236}">
                <a16:creationId xmlns:a16="http://schemas.microsoft.com/office/drawing/2014/main" id="{1B8E85AB-5755-43E2-865A-9454D62AC1AE}"/>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50180" name="Title Placeholder 21">
            <a:extLst>
              <a:ext uri="{FF2B5EF4-FFF2-40B4-BE49-F238E27FC236}">
                <a16:creationId xmlns:a16="http://schemas.microsoft.com/office/drawing/2014/main" id="{E7F81708-498E-4DDE-B2E7-4E7E17040B54}"/>
              </a:ext>
            </a:extLst>
          </p:cNvPr>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50181" name="Text Placeholder 12">
            <a:extLst>
              <a:ext uri="{FF2B5EF4-FFF2-40B4-BE49-F238E27FC236}">
                <a16:creationId xmlns:a16="http://schemas.microsoft.com/office/drawing/2014/main" id="{93C1AF77-D97E-4080-8B7F-7CBCD0F68165}"/>
              </a:ext>
            </a:extLst>
          </p:cNvPr>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0AC8E17B-AE2B-4973-B2E1-FF289EB815BB}"/>
              </a:ext>
            </a:extLst>
          </p:cNvPr>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cs typeface="Arial" charset="0"/>
              </a:defRPr>
            </a:lvl1pPr>
          </a:lstStyle>
          <a:p>
            <a:pPr>
              <a:defRPr/>
            </a:pPr>
            <a:fld id="{BD49F0ED-3D99-4BB4-873E-BF41A1E09401}" type="datetime9">
              <a:rPr lang="en-US"/>
              <a:pPr>
                <a:defRPr/>
              </a:pPr>
              <a:t>3/6/2026 12:46:19 AM</a:t>
            </a:fld>
            <a:endParaRPr lang="en-ZA"/>
          </a:p>
        </p:txBody>
      </p:sp>
      <p:sp>
        <p:nvSpPr>
          <p:cNvPr id="3" name="Footer Placeholder 2">
            <a:extLst>
              <a:ext uri="{FF2B5EF4-FFF2-40B4-BE49-F238E27FC236}">
                <a16:creationId xmlns:a16="http://schemas.microsoft.com/office/drawing/2014/main" id="{891EC01E-4A3D-4CA2-92F5-5B0B23F4554D}"/>
              </a:ext>
            </a:extLst>
          </p:cNvPr>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cs typeface="Arial" charset="0"/>
              </a:defRPr>
            </a:lvl1pPr>
          </a:lstStyle>
          <a:p>
            <a:pPr>
              <a:defRPr/>
            </a:pPr>
            <a:r>
              <a:rPr lang="fr-FR" dirty="0"/>
              <a:t>Dr Jean de Dieu NIYONZIMA</a:t>
            </a:r>
            <a:endParaRPr lang="en-ZA" dirty="0"/>
          </a:p>
        </p:txBody>
      </p:sp>
      <p:sp>
        <p:nvSpPr>
          <p:cNvPr id="23" name="Slide Number Placeholder 22">
            <a:extLst>
              <a:ext uri="{FF2B5EF4-FFF2-40B4-BE49-F238E27FC236}">
                <a16:creationId xmlns:a16="http://schemas.microsoft.com/office/drawing/2014/main" id="{56395911-7AE6-44BC-A064-D90507D9872B}"/>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anose="020B0503020102020204" pitchFamily="34" charset="0"/>
              </a:defRPr>
            </a:lvl1pPr>
          </a:lstStyle>
          <a:p>
            <a:fld id="{1BD8C4A9-9F9B-411D-A8C5-99F1E6C8AB26}" type="slidenum">
              <a:rPr lang="en-ZA" altLang="en-US"/>
              <a:pPr/>
              <a:t>‹#›</a:t>
            </a:fld>
            <a:endParaRPr lang="en-ZA" altLang="en-US"/>
          </a:p>
        </p:txBody>
      </p:sp>
    </p:spTree>
  </p:cSld>
  <p:clrMap bg1="lt1" tx1="dk1" bg2="lt2" tx2="dk2" accent1="accent1" accent2="accent2" accent3="accent3" accent4="accent4" accent5="accent5" accent6="accent6" hlink="hlink" folHlink="folHlink"/>
  <p:sldLayoutIdLst>
    <p:sldLayoutId id="2147484313" r:id="rId1"/>
    <p:sldLayoutId id="2147484287" r:id="rId2"/>
    <p:sldLayoutId id="2147484314" r:id="rId3"/>
    <p:sldLayoutId id="2147484288" r:id="rId4"/>
    <p:sldLayoutId id="2147484289" r:id="rId5"/>
    <p:sldLayoutId id="2147484290" r:id="rId6"/>
    <p:sldLayoutId id="2147484291" r:id="rId7"/>
    <p:sldLayoutId id="2147484315" r:id="rId8"/>
    <p:sldLayoutId id="2147484316" r:id="rId9"/>
    <p:sldLayoutId id="2147484292" r:id="rId10"/>
    <p:sldLayoutId id="2147484293" r:id="rId11"/>
  </p:sldLayoutIdLst>
  <p:transition spd="med">
    <p:fade/>
  </p:transition>
  <p:hf hd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5BDB36-D0DD-4B63-BBCE-6467D2690046}"/>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a:extLst>
              <a:ext uri="{FF2B5EF4-FFF2-40B4-BE49-F238E27FC236}">
                <a16:creationId xmlns:a16="http://schemas.microsoft.com/office/drawing/2014/main" id="{C4BEFF24-3B99-4401-9405-5D50E1E0A88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2468" name="Title Placeholder 21">
            <a:extLst>
              <a:ext uri="{FF2B5EF4-FFF2-40B4-BE49-F238E27FC236}">
                <a16:creationId xmlns:a16="http://schemas.microsoft.com/office/drawing/2014/main" id="{10123C4E-7CFA-447A-989D-DB6C9BF0412F}"/>
              </a:ext>
            </a:extLst>
          </p:cNvPr>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62469" name="Text Placeholder 12">
            <a:extLst>
              <a:ext uri="{FF2B5EF4-FFF2-40B4-BE49-F238E27FC236}">
                <a16:creationId xmlns:a16="http://schemas.microsoft.com/office/drawing/2014/main" id="{14D30FA9-5AF6-4E82-A4B0-F87529FC9B35}"/>
              </a:ext>
            </a:extLst>
          </p:cNvPr>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395351DD-9270-4D7A-904C-C87EF20566F8}"/>
              </a:ext>
            </a:extLst>
          </p:cNvPr>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cs typeface="Arial" charset="0"/>
              </a:defRPr>
            </a:lvl1pPr>
          </a:lstStyle>
          <a:p>
            <a:pPr>
              <a:defRPr/>
            </a:pPr>
            <a:fld id="{828384A3-6504-495A-BB6A-969C93F02815}" type="datetime9">
              <a:rPr lang="en-US"/>
              <a:pPr>
                <a:defRPr/>
              </a:pPr>
              <a:t>3/6/2026 12:46:19 AM</a:t>
            </a:fld>
            <a:endParaRPr lang="en-ZA"/>
          </a:p>
        </p:txBody>
      </p:sp>
      <p:sp>
        <p:nvSpPr>
          <p:cNvPr id="3" name="Footer Placeholder 2">
            <a:extLst>
              <a:ext uri="{FF2B5EF4-FFF2-40B4-BE49-F238E27FC236}">
                <a16:creationId xmlns:a16="http://schemas.microsoft.com/office/drawing/2014/main" id="{2520BCA7-98A9-414A-BAD3-7DE6A1EB76EF}"/>
              </a:ext>
            </a:extLst>
          </p:cNvPr>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cs typeface="Arial" charset="0"/>
              </a:defRPr>
            </a:lvl1pPr>
          </a:lstStyle>
          <a:p>
            <a:pPr>
              <a:defRPr/>
            </a:pPr>
            <a:r>
              <a:rPr lang="fr-FR" dirty="0"/>
              <a:t>Dr Jean de Dieu NIYONZIMA</a:t>
            </a:r>
            <a:endParaRPr lang="en-ZA" dirty="0"/>
          </a:p>
        </p:txBody>
      </p:sp>
      <p:sp>
        <p:nvSpPr>
          <p:cNvPr id="23" name="Slide Number Placeholder 22">
            <a:extLst>
              <a:ext uri="{FF2B5EF4-FFF2-40B4-BE49-F238E27FC236}">
                <a16:creationId xmlns:a16="http://schemas.microsoft.com/office/drawing/2014/main" id="{E952E07E-2B19-4136-B448-86D0A2D0F7F5}"/>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anose="020B0503020102020204" pitchFamily="34" charset="0"/>
              </a:defRPr>
            </a:lvl1pPr>
          </a:lstStyle>
          <a:p>
            <a:fld id="{8CDC72F2-2FBE-4B54-A466-25B5669810B6}" type="slidenum">
              <a:rPr lang="en-ZA" altLang="en-US"/>
              <a:pPr/>
              <a:t>‹#›</a:t>
            </a:fld>
            <a:endParaRPr lang="en-ZA" altLang="en-US"/>
          </a:p>
        </p:txBody>
      </p:sp>
    </p:spTree>
  </p:cSld>
  <p:clrMap bg1="lt1" tx1="dk1" bg2="lt2" tx2="dk2" accent1="accent1" accent2="accent2" accent3="accent3" accent4="accent4" accent5="accent5" accent6="accent6" hlink="hlink" folHlink="folHlink"/>
  <p:sldLayoutIdLst>
    <p:sldLayoutId id="2147484317" r:id="rId1"/>
    <p:sldLayoutId id="2147484294" r:id="rId2"/>
    <p:sldLayoutId id="2147484318" r:id="rId3"/>
    <p:sldLayoutId id="2147484295" r:id="rId4"/>
    <p:sldLayoutId id="2147484296" r:id="rId5"/>
    <p:sldLayoutId id="2147484297" r:id="rId6"/>
    <p:sldLayoutId id="2147484298" r:id="rId7"/>
    <p:sldLayoutId id="2147484319" r:id="rId8"/>
    <p:sldLayoutId id="2147484320" r:id="rId9"/>
    <p:sldLayoutId id="2147484299" r:id="rId10"/>
    <p:sldLayoutId id="2147484300" r:id="rId11"/>
  </p:sldLayoutIdLst>
  <p:transition spd="med">
    <p:fade/>
  </p:transition>
  <p:hf hd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5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9.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7.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7.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7.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7.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7.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7.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7.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9.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9.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4.png"/><Relationship Id="rId1" Type="http://schemas.openxmlformats.org/officeDocument/2006/relationships/slideLayout" Target="../slideLayouts/slideLayout59.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5.png"/><Relationship Id="rId1" Type="http://schemas.openxmlformats.org/officeDocument/2006/relationships/slideLayout" Target="../slideLayouts/slideLayout59.xml"/><Relationship Id="rId5" Type="http://schemas.openxmlformats.org/officeDocument/2006/relationships/image" Target="../media/image43.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7.xml"/><Relationship Id="rId5" Type="http://schemas.openxmlformats.org/officeDocument/2006/relationships/image" Target="../media/image49.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6.xml"/><Relationship Id="rId5" Type="http://schemas.openxmlformats.org/officeDocument/2006/relationships/image" Target="../media/image53.pn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6.xml"/><Relationship Id="rId4" Type="http://schemas.openxmlformats.org/officeDocument/2006/relationships/image" Target="../media/image56.jpeg"/></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6.xml"/><Relationship Id="rId4" Type="http://schemas.openxmlformats.org/officeDocument/2006/relationships/image" Target="../media/image56.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5.xml"/><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7.png"/><Relationship Id="rId1" Type="http://schemas.openxmlformats.org/officeDocument/2006/relationships/slideLayout" Target="../slideLayouts/slideLayout15.xml"/><Relationship Id="rId6" Type="http://schemas.openxmlformats.org/officeDocument/2006/relationships/image" Target="../media/image61.png"/><Relationship Id="rId5" Type="http://schemas.openxmlformats.org/officeDocument/2006/relationships/image" Target="../media/image59.png"/><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5.xml"/><Relationship Id="rId4" Type="http://schemas.openxmlformats.org/officeDocument/2006/relationships/image" Target="../media/image64.png"/></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5.xml"/><Relationship Id="rId5" Type="http://schemas.openxmlformats.org/officeDocument/2006/relationships/image" Target="../media/image65.png"/><Relationship Id="rId4" Type="http://schemas.openxmlformats.org/officeDocument/2006/relationships/image" Target="../media/image64.png"/></Relationships>
</file>

<file path=ppt/slides/_rels/slide5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5.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5.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9.xml"/></Relationships>
</file>

<file path=ppt/slides/_rels/slide5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9.xml"/></Relationships>
</file>

<file path=ppt/slides/_rels/slide5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9.xml"/><Relationship Id="rId4" Type="http://schemas.openxmlformats.org/officeDocument/2006/relationships/image" Target="../media/image69.png"/></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9.xml"/><Relationship Id="rId5" Type="http://schemas.openxmlformats.org/officeDocument/2006/relationships/image" Target="../media/image70.png"/><Relationship Id="rId4" Type="http://schemas.openxmlformats.org/officeDocument/2006/relationships/image" Target="../media/image69.png"/></Relationships>
</file>

<file path=ppt/slides/_rels/slide59.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62.xml"/></Relationships>
</file>

<file path=ppt/slides/_rels/slide6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2.xml"/></Relationships>
</file>

<file path=ppt/slides/_rels/slide6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2.xml"/></Relationships>
</file>

<file path=ppt/slides/_rels/slide6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59.xml"/><Relationship Id="rId5" Type="http://schemas.openxmlformats.org/officeDocument/2006/relationships/image" Target="../media/image77.png"/><Relationship Id="rId4" Type="http://schemas.openxmlformats.org/officeDocument/2006/relationships/image" Target="../media/image76.png"/></Relationships>
</file>

<file path=ppt/slides/_rels/slide6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57.xml"/></Relationships>
</file>

<file path=ppt/slides/_rels/slide6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57.xml"/></Relationships>
</file>

<file path=ppt/slides/_rels/slide6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57.xml"/></Relationships>
</file>

<file path=ppt/slides/_rels/slide6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57.xml"/></Relationships>
</file>

<file path=ppt/slides/_rels/slide6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57.xml"/></Relationships>
</file>

<file path=ppt/slides/_rels/slide7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57.xml"/></Relationships>
</file>

<file path=ppt/slides/_rels/slide7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5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Content Placeholder 2">
            <a:extLst>
              <a:ext uri="{FF2B5EF4-FFF2-40B4-BE49-F238E27FC236}">
                <a16:creationId xmlns:a16="http://schemas.microsoft.com/office/drawing/2014/main" id="{4BAA3091-0689-45AA-8ADC-C586CFD1147A}"/>
              </a:ext>
            </a:extLst>
          </p:cNvPr>
          <p:cNvSpPr>
            <a:spLocks noGrp="1"/>
          </p:cNvSpPr>
          <p:nvPr>
            <p:ph idx="1"/>
          </p:nvPr>
        </p:nvSpPr>
        <p:spPr/>
        <p:txBody>
          <a:bodyPr/>
          <a:lstStyle/>
          <a:p>
            <a:pPr>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5D00973D-C97E-465F-A6E3-D6E57D853DAA}"/>
              </a:ext>
            </a:extLst>
          </p:cNvPr>
          <p:cNvSpPr>
            <a:spLocks noGrp="1"/>
          </p:cNvSpPr>
          <p:nvPr>
            <p:ph type="dt" sz="quarter" idx="10"/>
          </p:nvPr>
        </p:nvSpPr>
        <p:spPr/>
        <p:txBody>
          <a:bodyPr/>
          <a:lstStyle/>
          <a:p>
            <a:pPr>
              <a:defRPr/>
            </a:pPr>
            <a:fld id="{CF0BA99F-5BC7-4A32-857E-E2C869ED663A}" type="datetime9">
              <a:rPr lang="en-US" smtClean="0"/>
              <a:pPr>
                <a:defRPr/>
              </a:pPr>
              <a:t>3/6/2026 12:46:19 AM</a:t>
            </a:fld>
            <a:endParaRPr lang="en-ZA"/>
          </a:p>
        </p:txBody>
      </p:sp>
      <p:sp>
        <p:nvSpPr>
          <p:cNvPr id="5" name="Footer Placeholder 4">
            <a:extLst>
              <a:ext uri="{FF2B5EF4-FFF2-40B4-BE49-F238E27FC236}">
                <a16:creationId xmlns:a16="http://schemas.microsoft.com/office/drawing/2014/main" id="{3E1E7932-7F0D-4645-8AB2-E57319FC5FCD}"/>
              </a:ext>
            </a:extLst>
          </p:cNvPr>
          <p:cNvSpPr>
            <a:spLocks noGrp="1"/>
          </p:cNvSpPr>
          <p:nvPr>
            <p:ph type="ftr" sz="quarter" idx="11"/>
          </p:nvPr>
        </p:nvSpPr>
        <p:spPr/>
        <p:txBody>
          <a:bodyPr/>
          <a:lstStyle/>
          <a:p>
            <a:pPr>
              <a:defRPr/>
            </a:pPr>
            <a:r>
              <a:rPr lang="fr-FR" dirty="0"/>
              <a:t>Dr Jean de Dieu NIYONZIMA</a:t>
            </a:r>
            <a:endParaRPr lang="en-ZA" dirty="0"/>
          </a:p>
        </p:txBody>
      </p:sp>
      <p:sp>
        <p:nvSpPr>
          <p:cNvPr id="76804" name="Slide Number Placeholder 5">
            <a:extLst>
              <a:ext uri="{FF2B5EF4-FFF2-40B4-BE49-F238E27FC236}">
                <a16:creationId xmlns:a16="http://schemas.microsoft.com/office/drawing/2014/main" id="{2364BC08-5353-4F5D-BCFB-0ABA5CA6671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0956A1B-2FC5-4F28-A061-9687705C2D89}" type="slidenum">
              <a:rPr lang="en-ZA" altLang="en-US" sz="1200">
                <a:solidFill>
                  <a:srgbClr val="898989"/>
                </a:solidFill>
              </a:rPr>
              <a:pPr>
                <a:spcBef>
                  <a:spcPct val="0"/>
                </a:spcBef>
                <a:buFontTx/>
                <a:buNone/>
              </a:pPr>
              <a:t>1</a:t>
            </a:fld>
            <a:endParaRPr lang="en-ZA" altLang="en-US" sz="1200">
              <a:solidFill>
                <a:srgbClr val="898989"/>
              </a:solidFill>
            </a:endParaRPr>
          </a:p>
        </p:txBody>
      </p:sp>
      <p:pic>
        <p:nvPicPr>
          <p:cNvPr id="76805" name="Picture 2" descr="http://www.justscience.in/wp-content/uploads/2017/05/pjimage-4-1.jpg">
            <a:extLst>
              <a:ext uri="{FF2B5EF4-FFF2-40B4-BE49-F238E27FC236}">
                <a16:creationId xmlns:a16="http://schemas.microsoft.com/office/drawing/2014/main" id="{24937BF9-BA64-41F8-B0E2-0733DFE132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702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6" name="Picture 3">
            <a:extLst>
              <a:ext uri="{FF2B5EF4-FFF2-40B4-BE49-F238E27FC236}">
                <a16:creationId xmlns:a16="http://schemas.microsoft.com/office/drawing/2014/main" id="{E170DECD-6129-43CC-92A9-D77732C447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88913"/>
            <a:ext cx="28082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337E3-0710-4326-8B60-F4A2DC66963B}"/>
              </a:ext>
            </a:extLst>
          </p:cNvPr>
          <p:cNvSpPr>
            <a:spLocks noGrp="1"/>
          </p:cNvSpPr>
          <p:nvPr>
            <p:ph type="title"/>
          </p:nvPr>
        </p:nvSpPr>
        <p:spPr>
          <a:xfrm>
            <a:off x="914400" y="274638"/>
            <a:ext cx="7772400" cy="561975"/>
          </a:xfrm>
        </p:spPr>
        <p:txBody>
          <a:bodyPr/>
          <a:lstStyle/>
          <a:p>
            <a:pPr algn="just" eaLnBrk="1" hangingPunct="1">
              <a:defRPr/>
            </a:pPr>
            <a:r>
              <a:rPr lang="en-US" sz="2800" b="1" dirty="0">
                <a:latin typeface="+mn-lt"/>
              </a:rPr>
              <a:t>2.1. MAGNETIC FORCE AND MAGNETIC FIELD</a:t>
            </a:r>
          </a:p>
        </p:txBody>
      </p:sp>
      <p:sp>
        <p:nvSpPr>
          <p:cNvPr id="77826" name="Content Placeholder 2">
            <a:extLst>
              <a:ext uri="{FF2B5EF4-FFF2-40B4-BE49-F238E27FC236}">
                <a16:creationId xmlns:a16="http://schemas.microsoft.com/office/drawing/2014/main" id="{8B67BB76-39C1-40DC-9EDF-56480D991B33}"/>
              </a:ext>
            </a:extLst>
          </p:cNvPr>
          <p:cNvSpPr>
            <a:spLocks noGrp="1"/>
          </p:cNvSpPr>
          <p:nvPr>
            <p:ph sz="quarter" idx="1"/>
          </p:nvPr>
        </p:nvSpPr>
        <p:spPr/>
        <p:txBody>
          <a:bodyPr/>
          <a:lstStyle/>
          <a:p>
            <a:pPr eaLnBrk="1" hangingPunct="1">
              <a:buFont typeface="Arial" panose="020B0604020202020204" pitchFamily="34" charset="0"/>
              <a:buNone/>
            </a:pPr>
            <a:r>
              <a:rPr lang="en-US" altLang="en-US" b="1"/>
              <a:t>2.1.1. Magnetic field lines</a:t>
            </a:r>
          </a:p>
          <a:p>
            <a:pPr eaLnBrk="1" hangingPunct="1">
              <a:buFont typeface="Arial" panose="020B0604020202020204" pitchFamily="34" charset="0"/>
              <a:buNone/>
            </a:pPr>
            <a:endParaRPr lang="en-US" altLang="en-US"/>
          </a:p>
          <a:p>
            <a:pPr algn="just" eaLnBrk="1" hangingPunct="1">
              <a:buFont typeface="Arial" panose="020B0604020202020204" pitchFamily="34" charset="0"/>
              <a:buNone/>
            </a:pPr>
            <a:r>
              <a:rPr lang="en-US" altLang="en-US"/>
              <a:t>  </a:t>
            </a:r>
            <a:r>
              <a:rPr lang="en-US" altLang="en-US" b="1" i="1"/>
              <a:t>Magnetism</a:t>
            </a:r>
            <a:r>
              <a:rPr lang="en-US" altLang="en-US"/>
              <a:t> is a class of physical phenomena that are mediated by magnetic fields. Electric currents and the magnetic moments of elementary particles give rise to a magnetic field, which acts on other currents and magnetic moments.</a:t>
            </a:r>
          </a:p>
        </p:txBody>
      </p:sp>
      <p:sp>
        <p:nvSpPr>
          <p:cNvPr id="77827" name="Date Placeholder 3">
            <a:extLst>
              <a:ext uri="{FF2B5EF4-FFF2-40B4-BE49-F238E27FC236}">
                <a16:creationId xmlns:a16="http://schemas.microsoft.com/office/drawing/2014/main" id="{E4900522-90BC-4B16-B23F-4545D52783C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0E80D11-0F78-4F3D-AB4D-4850782C3E33}"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77828" name="Footer Placeholder 4">
            <a:extLst>
              <a:ext uri="{FF2B5EF4-FFF2-40B4-BE49-F238E27FC236}">
                <a16:creationId xmlns:a16="http://schemas.microsoft.com/office/drawing/2014/main" id="{97B92566-573D-4980-9DFF-6CF283B807E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77829" name="Slide Number Placeholder 5">
            <a:extLst>
              <a:ext uri="{FF2B5EF4-FFF2-40B4-BE49-F238E27FC236}">
                <a16:creationId xmlns:a16="http://schemas.microsoft.com/office/drawing/2014/main" id="{F6F476EF-DD4C-467D-8192-32517A19703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72D39DC-F3EB-4951-BD7D-E30EAB1BBAD4}" type="slidenum">
              <a:rPr lang="en-ZA" altLang="en-US" sz="1400">
                <a:solidFill>
                  <a:srgbClr val="FFFFFF"/>
                </a:solidFill>
                <a:latin typeface="Franklin Gothic Book" panose="020B0503020102020204" pitchFamily="34" charset="0"/>
              </a:rPr>
              <a:pPr>
                <a:spcBef>
                  <a:spcPct val="0"/>
                </a:spcBef>
                <a:buClrTx/>
                <a:buSzTx/>
                <a:buFontTx/>
                <a:buNone/>
              </a:pPr>
              <a:t>2</a:t>
            </a:fld>
            <a:endParaRPr lang="en-ZA" altLang="en-US"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Content Placeholder 2">
            <a:extLst>
              <a:ext uri="{FF2B5EF4-FFF2-40B4-BE49-F238E27FC236}">
                <a16:creationId xmlns:a16="http://schemas.microsoft.com/office/drawing/2014/main" id="{52FF63F1-F2EA-4D06-87DC-544D8721EC6B}"/>
              </a:ext>
            </a:extLst>
          </p:cNvPr>
          <p:cNvSpPr>
            <a:spLocks noGrp="1"/>
          </p:cNvSpPr>
          <p:nvPr>
            <p:ph sz="quarter" idx="1"/>
          </p:nvPr>
        </p:nvSpPr>
        <p:spPr>
          <a:xfrm>
            <a:off x="395288" y="1196975"/>
            <a:ext cx="8229600" cy="4525963"/>
          </a:xfrm>
        </p:spPr>
        <p:txBody>
          <a:bodyPr/>
          <a:lstStyle/>
          <a:p>
            <a:pPr algn="just" eaLnBrk="1" hangingPunct="1">
              <a:buFont typeface="Arial" panose="020B0604020202020204" pitchFamily="34" charset="0"/>
              <a:buNone/>
            </a:pPr>
            <a:r>
              <a:rPr lang="en-US" altLang="en-US"/>
              <a:t>   In our study of electricity, we described the interactions between charged objects in terms of electric fields. Recall that an electric field surrounds any electric charge. In addition to containing an electric field, the region of space surrounding any </a:t>
            </a:r>
            <a:r>
              <a:rPr lang="en-US" altLang="en-US" i="1"/>
              <a:t>moving </a:t>
            </a:r>
            <a:r>
              <a:rPr lang="en-US" altLang="en-US"/>
              <a:t>electric charge also contains a </a:t>
            </a:r>
            <a:r>
              <a:rPr lang="en-US" altLang="en-US" b="1"/>
              <a:t>magnetic field. </a:t>
            </a:r>
            <a:r>
              <a:rPr lang="en-US" altLang="en-US"/>
              <a:t>A magnetic field also surrounds a magnetic substance making up a permanent magnet. </a:t>
            </a:r>
          </a:p>
          <a:p>
            <a:pPr algn="just" eaLnBrk="1" hangingPunct="1">
              <a:buFont typeface="Arial" panose="020B0604020202020204" pitchFamily="34" charset="0"/>
              <a:buNone/>
            </a:pPr>
            <a:endParaRPr lang="en-US" altLang="en-US" sz="2400"/>
          </a:p>
        </p:txBody>
      </p:sp>
      <p:sp>
        <p:nvSpPr>
          <p:cNvPr id="78850" name="Date Placeholder 3">
            <a:extLst>
              <a:ext uri="{FF2B5EF4-FFF2-40B4-BE49-F238E27FC236}">
                <a16:creationId xmlns:a16="http://schemas.microsoft.com/office/drawing/2014/main" id="{C456C72D-BD54-43A9-AEC8-E7ECADE28B8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96CC6A2-7B19-45EA-AE6E-4B6AF09293AD}"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78851" name="Footer Placeholder 4">
            <a:extLst>
              <a:ext uri="{FF2B5EF4-FFF2-40B4-BE49-F238E27FC236}">
                <a16:creationId xmlns:a16="http://schemas.microsoft.com/office/drawing/2014/main" id="{0C709A0A-C211-47A4-8740-B511E3BA8E4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78852" name="Slide Number Placeholder 5">
            <a:extLst>
              <a:ext uri="{FF2B5EF4-FFF2-40B4-BE49-F238E27FC236}">
                <a16:creationId xmlns:a16="http://schemas.microsoft.com/office/drawing/2014/main" id="{E9AFB548-9F12-44B1-91CB-D5AB9EAAFBB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94A27E3-3C1B-4723-9D0B-DAC218B91F2D}" type="slidenum">
              <a:rPr lang="en-ZA" altLang="en-US" sz="1400">
                <a:solidFill>
                  <a:srgbClr val="FFFFFF"/>
                </a:solidFill>
                <a:latin typeface="Franklin Gothic Book" panose="020B0503020102020204" pitchFamily="34" charset="0"/>
              </a:rPr>
              <a:pPr>
                <a:spcBef>
                  <a:spcPct val="0"/>
                </a:spcBef>
                <a:buClrTx/>
                <a:buSzTx/>
                <a:buFontTx/>
                <a:buNone/>
              </a:pPr>
              <a:t>3</a:t>
            </a:fld>
            <a:endParaRPr lang="en-ZA" altLang="en-US"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DB44C1CB-70FF-4114-9A95-32E551B7EC95}"/>
              </a:ext>
            </a:extLst>
          </p:cNvPr>
          <p:cNvSpPr>
            <a:spLocks noGrp="1"/>
          </p:cNvSpPr>
          <p:nvPr>
            <p:ph type="title"/>
          </p:nvPr>
        </p:nvSpPr>
        <p:spPr>
          <a:xfrm>
            <a:off x="457200" y="274638"/>
            <a:ext cx="8229600" cy="561975"/>
          </a:xfrm>
        </p:spPr>
        <p:txBody>
          <a:bodyPr/>
          <a:lstStyle/>
          <a:p>
            <a:r>
              <a:rPr lang="en-US" altLang="en-US" b="1"/>
              <a:t>Magnetic field lines</a:t>
            </a:r>
            <a:endParaRPr lang="en-US" altLang="en-US"/>
          </a:p>
        </p:txBody>
      </p:sp>
      <p:sp>
        <p:nvSpPr>
          <p:cNvPr id="79874" name="Content Placeholder 2">
            <a:extLst>
              <a:ext uri="{FF2B5EF4-FFF2-40B4-BE49-F238E27FC236}">
                <a16:creationId xmlns:a16="http://schemas.microsoft.com/office/drawing/2014/main" id="{5B1D04BA-3A98-4AB9-A6EF-A414816639ED}"/>
              </a:ext>
            </a:extLst>
          </p:cNvPr>
          <p:cNvSpPr>
            <a:spLocks noGrp="1"/>
          </p:cNvSpPr>
          <p:nvPr>
            <p:ph sz="quarter" idx="1"/>
          </p:nvPr>
        </p:nvSpPr>
        <p:spPr>
          <a:xfrm>
            <a:off x="468313" y="1844675"/>
            <a:ext cx="8229600" cy="2879725"/>
          </a:xfrm>
        </p:spPr>
        <p:txBody>
          <a:bodyPr/>
          <a:lstStyle/>
          <a:p>
            <a:pPr algn="just">
              <a:buFont typeface="Arial" panose="020B0604020202020204" pitchFamily="34" charset="0"/>
              <a:buNone/>
            </a:pPr>
            <a:r>
              <a:rPr lang="en-US" altLang="en-US"/>
              <a:t>   Historically, the symbol </a:t>
            </a:r>
            <a:r>
              <a:rPr lang="en-US" altLang="en-US" b="1"/>
              <a:t>B </a:t>
            </a:r>
            <a:r>
              <a:rPr lang="en-US" altLang="en-US"/>
              <a:t> has been used to represent a magnetic field, and we use this notation in this chapter. The direction of the magnetic field     at any location is the direction in which a compass needle points at that location. As with the electric field, we can represent the magnetic field by means of drawings with </a:t>
            </a:r>
            <a:r>
              <a:rPr lang="en-US" altLang="en-US" b="1" i="1"/>
              <a:t>magnetic</a:t>
            </a:r>
            <a:r>
              <a:rPr lang="en-US" altLang="en-US" b="1"/>
              <a:t> </a:t>
            </a:r>
            <a:r>
              <a:rPr lang="en-US" altLang="en-US" b="1" i="1"/>
              <a:t>field lines</a:t>
            </a:r>
            <a:r>
              <a:rPr lang="en-US" altLang="en-US" i="1"/>
              <a:t>.</a:t>
            </a:r>
            <a:endParaRPr lang="en-US" altLang="en-US"/>
          </a:p>
        </p:txBody>
      </p:sp>
      <p:sp>
        <p:nvSpPr>
          <p:cNvPr id="79875" name="Date Placeholder 3">
            <a:extLst>
              <a:ext uri="{FF2B5EF4-FFF2-40B4-BE49-F238E27FC236}">
                <a16:creationId xmlns:a16="http://schemas.microsoft.com/office/drawing/2014/main" id="{74B7E1C7-8C49-43BB-8872-49EC596F206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45DEA4B-3492-411B-AD99-8CB1F7CEDA8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79876" name="Footer Placeholder 4">
            <a:extLst>
              <a:ext uri="{FF2B5EF4-FFF2-40B4-BE49-F238E27FC236}">
                <a16:creationId xmlns:a16="http://schemas.microsoft.com/office/drawing/2014/main" id="{8D2FA1B6-EB7F-44E5-9CD5-436C524DABD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79877" name="Slide Number Placeholder 5">
            <a:extLst>
              <a:ext uri="{FF2B5EF4-FFF2-40B4-BE49-F238E27FC236}">
                <a16:creationId xmlns:a16="http://schemas.microsoft.com/office/drawing/2014/main" id="{584532CA-CA1C-4A6D-B653-4F5BE9A2EFDF}"/>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6CE2C28-A6C1-42AB-B08D-0880E1CE04E4}" type="slidenum">
              <a:rPr lang="en-ZA" altLang="en-US" sz="1400">
                <a:solidFill>
                  <a:srgbClr val="FFFFFF"/>
                </a:solidFill>
                <a:latin typeface="Franklin Gothic Book" panose="020B0503020102020204" pitchFamily="34" charset="0"/>
              </a:rPr>
              <a:pPr>
                <a:spcBef>
                  <a:spcPct val="0"/>
                </a:spcBef>
                <a:buClrTx/>
                <a:buSzTx/>
                <a:buFontTx/>
                <a:buNone/>
              </a:pPr>
              <a:t>4</a:t>
            </a:fld>
            <a:endParaRPr lang="en-ZA" altLang="en-US" sz="1400">
              <a:solidFill>
                <a:srgbClr val="FFFFFF"/>
              </a:solidFill>
              <a:latin typeface="Franklin Gothic Book" panose="020B0503020102020204" pitchFamily="34" charset="0"/>
            </a:endParaRPr>
          </a:p>
        </p:txBody>
      </p:sp>
      <p:pic>
        <p:nvPicPr>
          <p:cNvPr id="79878" name="Picture 2">
            <a:extLst>
              <a:ext uri="{FF2B5EF4-FFF2-40B4-BE49-F238E27FC236}">
                <a16:creationId xmlns:a16="http://schemas.microsoft.com/office/drawing/2014/main" id="{2002CEA0-688E-4FB3-87ED-BAD347F555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2708275"/>
            <a:ext cx="4460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16AFA992-EBA3-4239-B0CD-D1E7ED77C765}"/>
              </a:ext>
            </a:extLst>
          </p:cNvPr>
          <p:cNvSpPr>
            <a:spLocks noGrp="1"/>
          </p:cNvSpPr>
          <p:nvPr>
            <p:ph type="title"/>
          </p:nvPr>
        </p:nvSpPr>
        <p:spPr>
          <a:xfrm>
            <a:off x="457200" y="274638"/>
            <a:ext cx="8229600" cy="1066800"/>
          </a:xfrm>
        </p:spPr>
        <p:txBody>
          <a:bodyPr/>
          <a:lstStyle/>
          <a:p>
            <a:pPr algn="just" eaLnBrk="1" hangingPunct="1"/>
            <a:r>
              <a:rPr lang="en-US" altLang="en-US" sz="2800" b="1"/>
              <a:t>Compass needles can be used to trace the magnetic field lines in the region outside a bar magnet</a:t>
            </a:r>
            <a:r>
              <a:rPr lang="en-US" altLang="en-US" sz="2800"/>
              <a:t>.</a:t>
            </a:r>
          </a:p>
        </p:txBody>
      </p:sp>
      <p:pic>
        <p:nvPicPr>
          <p:cNvPr id="80898" name="Picture 2">
            <a:extLst>
              <a:ext uri="{FF2B5EF4-FFF2-40B4-BE49-F238E27FC236}">
                <a16:creationId xmlns:a16="http://schemas.microsoft.com/office/drawing/2014/main" id="{AF0B2C65-1928-4061-84FD-9F79626045A1}"/>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827088" y="2133600"/>
            <a:ext cx="2952750" cy="2879725"/>
          </a:xfrm>
          <a:noFill/>
        </p:spPr>
      </p:pic>
      <p:sp>
        <p:nvSpPr>
          <p:cNvPr id="80899" name="Content Placeholder 3">
            <a:extLst>
              <a:ext uri="{FF2B5EF4-FFF2-40B4-BE49-F238E27FC236}">
                <a16:creationId xmlns:a16="http://schemas.microsoft.com/office/drawing/2014/main" id="{98D82B24-6C27-46B2-A262-0A5D1FC13C46}"/>
              </a:ext>
            </a:extLst>
          </p:cNvPr>
          <p:cNvSpPr>
            <a:spLocks noGrp="1"/>
          </p:cNvSpPr>
          <p:nvPr>
            <p:ph sz="quarter" idx="2"/>
          </p:nvPr>
        </p:nvSpPr>
        <p:spPr>
          <a:xfrm>
            <a:off x="4648200" y="1600200"/>
            <a:ext cx="4038600" cy="4565650"/>
          </a:xfrm>
        </p:spPr>
        <p:txBody>
          <a:bodyPr/>
          <a:lstStyle/>
          <a:p>
            <a:pPr algn="just" eaLnBrk="1" hangingPunct="1"/>
            <a:r>
              <a:rPr lang="en-US" altLang="en-US"/>
              <a:t>The figure shows how the magnetic field lines of a bar magnet can be traced with the aid of a compass</a:t>
            </a:r>
          </a:p>
          <a:p>
            <a:pPr algn="just" eaLnBrk="1" hangingPunct="1"/>
            <a:r>
              <a:rPr lang="en-US" altLang="en-US" sz="2700"/>
              <a:t>Notice that the magnetic field lines outside the magnet point away from the north pole and toward the south pole</a:t>
            </a:r>
          </a:p>
        </p:txBody>
      </p:sp>
      <p:sp>
        <p:nvSpPr>
          <p:cNvPr id="80900" name="Date Placeholder 4">
            <a:extLst>
              <a:ext uri="{FF2B5EF4-FFF2-40B4-BE49-F238E27FC236}">
                <a16:creationId xmlns:a16="http://schemas.microsoft.com/office/drawing/2014/main" id="{13A5ACB4-D7F1-4EA9-8917-D970B0A3305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1309C89-B871-45C4-93E2-7EE9BB696E51}"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80901" name="Footer Placeholder 5">
            <a:extLst>
              <a:ext uri="{FF2B5EF4-FFF2-40B4-BE49-F238E27FC236}">
                <a16:creationId xmlns:a16="http://schemas.microsoft.com/office/drawing/2014/main" id="{502A9E3F-D641-4182-AE94-4F3F3A12D05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80902" name="Slide Number Placeholder 6">
            <a:extLst>
              <a:ext uri="{FF2B5EF4-FFF2-40B4-BE49-F238E27FC236}">
                <a16:creationId xmlns:a16="http://schemas.microsoft.com/office/drawing/2014/main" id="{18D6866F-D88D-4CA3-A5B9-4BACEEB6620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CD8AC05-0AA2-40F7-BF7F-CC948E85C591}" type="slidenum">
              <a:rPr lang="en-ZA" altLang="en-US" sz="1400">
                <a:solidFill>
                  <a:srgbClr val="FFFFFF"/>
                </a:solidFill>
                <a:latin typeface="Franklin Gothic Book" panose="020B0503020102020204" pitchFamily="34" charset="0"/>
              </a:rPr>
              <a:pPr>
                <a:spcBef>
                  <a:spcPct val="0"/>
                </a:spcBef>
                <a:buClrTx/>
                <a:buSzTx/>
                <a:buFontTx/>
                <a:buNone/>
              </a:pPr>
              <a:t>5</a:t>
            </a:fld>
            <a:endParaRPr lang="en-ZA" altLang="en-US"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a:extLst>
              <a:ext uri="{FF2B5EF4-FFF2-40B4-BE49-F238E27FC236}">
                <a16:creationId xmlns:a16="http://schemas.microsoft.com/office/drawing/2014/main" id="{BC9E27FB-E33C-4FE6-845D-34996E7B50EF}"/>
              </a:ext>
            </a:extLst>
          </p:cNvPr>
          <p:cNvSpPr>
            <a:spLocks noGrp="1"/>
          </p:cNvSpPr>
          <p:nvPr>
            <p:ph type="title"/>
          </p:nvPr>
        </p:nvSpPr>
        <p:spPr>
          <a:xfrm>
            <a:off x="457200" y="274638"/>
            <a:ext cx="8229600" cy="417512"/>
          </a:xfrm>
        </p:spPr>
        <p:txBody>
          <a:bodyPr/>
          <a:lstStyle/>
          <a:p>
            <a:pPr algn="ctr" eaLnBrk="1" hangingPunct="1"/>
            <a:r>
              <a:rPr lang="en-US" altLang="en-US" sz="2800" b="1"/>
              <a:t>Magnetic field at a point in space</a:t>
            </a:r>
          </a:p>
        </p:txBody>
      </p:sp>
      <p:sp>
        <p:nvSpPr>
          <p:cNvPr id="81922" name="Content Placeholder 2">
            <a:extLst>
              <a:ext uri="{FF2B5EF4-FFF2-40B4-BE49-F238E27FC236}">
                <a16:creationId xmlns:a16="http://schemas.microsoft.com/office/drawing/2014/main" id="{6F531EB3-DD51-4AF2-9D61-5F47F17FC183}"/>
              </a:ext>
            </a:extLst>
          </p:cNvPr>
          <p:cNvSpPr>
            <a:spLocks noGrp="1"/>
          </p:cNvSpPr>
          <p:nvPr>
            <p:ph sz="quarter" idx="1"/>
          </p:nvPr>
        </p:nvSpPr>
        <p:spPr>
          <a:xfrm>
            <a:off x="395288" y="836613"/>
            <a:ext cx="8569325" cy="5329237"/>
          </a:xfrm>
        </p:spPr>
        <p:txBody>
          <a:bodyPr/>
          <a:lstStyle/>
          <a:p>
            <a:pPr algn="just" eaLnBrk="1" hangingPunct="1">
              <a:buFont typeface="Arial" panose="020B0604020202020204" pitchFamily="34" charset="0"/>
              <a:buNone/>
            </a:pPr>
            <a:r>
              <a:rPr lang="en-US" altLang="en-US" sz="2800"/>
              <a:t>   We can quantify the magnetic field </a:t>
            </a:r>
            <a:r>
              <a:rPr lang="en-US" altLang="en-US" sz="2800" b="1"/>
              <a:t>     </a:t>
            </a:r>
            <a:r>
              <a:rPr lang="en-US" altLang="en-US" sz="2800"/>
              <a:t>by using our model of a particle in a field,</a:t>
            </a:r>
            <a:r>
              <a:rPr lang="en-US" altLang="en-US" sz="2800" b="1"/>
              <a:t> </a:t>
            </a:r>
            <a:r>
              <a:rPr lang="en-US" altLang="en-US" sz="2800"/>
              <a:t>like the model discussed for gravity and for electricity. The existence of a magnetic field at some point in space can be determined by</a:t>
            </a:r>
            <a:r>
              <a:rPr lang="en-US" altLang="en-US" sz="2800" b="1"/>
              <a:t> </a:t>
            </a:r>
            <a:r>
              <a:rPr lang="en-US" altLang="en-US" sz="2800"/>
              <a:t>measuring the </a:t>
            </a:r>
            <a:r>
              <a:rPr lang="en-US" altLang="en-US" sz="2800" b="1"/>
              <a:t>magnetic force  </a:t>
            </a:r>
            <a:r>
              <a:rPr lang="en-US" altLang="en-US" sz="2800" i="1"/>
              <a:t>                  </a:t>
            </a:r>
            <a:r>
              <a:rPr lang="en-US" altLang="en-US" sz="2800"/>
              <a:t>exerted on an appropriate test particle placed at</a:t>
            </a:r>
            <a:r>
              <a:rPr lang="en-US" altLang="en-US" sz="2800" b="1"/>
              <a:t> </a:t>
            </a:r>
            <a:r>
              <a:rPr lang="en-US" altLang="en-US" sz="2800"/>
              <a:t>that point. This process is the same one we followed in defining the electric field</a:t>
            </a:r>
            <a:r>
              <a:rPr lang="en-US" altLang="en-US" sz="2800" b="1"/>
              <a:t> </a:t>
            </a:r>
            <a:r>
              <a:rPr lang="en-US" altLang="en-US" sz="2800"/>
              <a:t>in previous chapter. If we perform such an experiment by placing a particle with charge</a:t>
            </a:r>
            <a:r>
              <a:rPr lang="en-US" altLang="en-US" sz="2800" b="1"/>
              <a:t> </a:t>
            </a:r>
            <a:r>
              <a:rPr lang="en-US" altLang="en-US" sz="2800" b="1" i="1"/>
              <a:t>q</a:t>
            </a:r>
            <a:r>
              <a:rPr lang="en-US" altLang="en-US" sz="2800" i="1"/>
              <a:t> </a:t>
            </a:r>
            <a:r>
              <a:rPr lang="en-US" altLang="en-US" sz="2800"/>
              <a:t>in the magnetic field, we find the following results that are similar to those for</a:t>
            </a:r>
            <a:r>
              <a:rPr lang="en-US" altLang="en-US" sz="2800" b="1"/>
              <a:t> </a:t>
            </a:r>
            <a:r>
              <a:rPr lang="en-US" altLang="en-US" sz="2800"/>
              <a:t>experiments  on electric forces:</a:t>
            </a:r>
          </a:p>
          <a:p>
            <a:pPr algn="just" eaLnBrk="1" hangingPunct="1">
              <a:buFont typeface="Arial" panose="020B0604020202020204" pitchFamily="34" charset="0"/>
              <a:buNone/>
            </a:pPr>
            <a:endParaRPr lang="en-US" altLang="en-US" sz="2800"/>
          </a:p>
        </p:txBody>
      </p:sp>
      <p:sp>
        <p:nvSpPr>
          <p:cNvPr id="81923" name="Date Placeholder 3">
            <a:extLst>
              <a:ext uri="{FF2B5EF4-FFF2-40B4-BE49-F238E27FC236}">
                <a16:creationId xmlns:a16="http://schemas.microsoft.com/office/drawing/2014/main" id="{9438D51C-E5E6-4B4C-AC9E-5ADDB0AE560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B20B367-A40D-4B51-AD38-3EEB1DCA4F44}"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81924" name="Footer Placeholder 4">
            <a:extLst>
              <a:ext uri="{FF2B5EF4-FFF2-40B4-BE49-F238E27FC236}">
                <a16:creationId xmlns:a16="http://schemas.microsoft.com/office/drawing/2014/main" id="{FB301385-72E3-48E8-873F-B226E2F9862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81925" name="Slide Number Placeholder 5">
            <a:extLst>
              <a:ext uri="{FF2B5EF4-FFF2-40B4-BE49-F238E27FC236}">
                <a16:creationId xmlns:a16="http://schemas.microsoft.com/office/drawing/2014/main" id="{91ACB6B2-A1B6-4CC8-A9F3-4FEB3D92540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3ABF296-4FAC-4944-99A0-C87446212368}" type="slidenum">
              <a:rPr lang="en-ZA" altLang="en-US" sz="1400">
                <a:solidFill>
                  <a:srgbClr val="FFFFFF"/>
                </a:solidFill>
                <a:latin typeface="Franklin Gothic Book" panose="020B0503020102020204" pitchFamily="34" charset="0"/>
              </a:rPr>
              <a:pPr>
                <a:spcBef>
                  <a:spcPct val="0"/>
                </a:spcBef>
                <a:buClrTx/>
                <a:buSzTx/>
                <a:buFontTx/>
                <a:buNone/>
              </a:pPr>
              <a:t>6</a:t>
            </a:fld>
            <a:endParaRPr lang="en-ZA" altLang="en-US" sz="1400">
              <a:solidFill>
                <a:srgbClr val="FFFFFF"/>
              </a:solidFill>
              <a:latin typeface="Franklin Gothic Book" panose="020B0503020102020204" pitchFamily="34" charset="0"/>
            </a:endParaRPr>
          </a:p>
        </p:txBody>
      </p:sp>
      <p:pic>
        <p:nvPicPr>
          <p:cNvPr id="81926" name="Picture 2">
            <a:extLst>
              <a:ext uri="{FF2B5EF4-FFF2-40B4-BE49-F238E27FC236}">
                <a16:creationId xmlns:a16="http://schemas.microsoft.com/office/drawing/2014/main" id="{43B45300-DB4A-483F-8700-A96F11A3D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836613"/>
            <a:ext cx="44608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7" name="Picture 2">
            <a:extLst>
              <a:ext uri="{FF2B5EF4-FFF2-40B4-BE49-F238E27FC236}">
                <a16:creationId xmlns:a16="http://schemas.microsoft.com/office/drawing/2014/main" id="{BB76751B-9F8D-43BE-BD86-94BA3601F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2636838"/>
            <a:ext cx="285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CC903751-659E-429A-A9FC-70945217EE99}"/>
              </a:ext>
            </a:extLst>
          </p:cNvPr>
          <p:cNvSpPr>
            <a:spLocks noGrp="1"/>
          </p:cNvSpPr>
          <p:nvPr>
            <p:ph type="title"/>
          </p:nvPr>
        </p:nvSpPr>
        <p:spPr/>
        <p:txBody>
          <a:bodyPr/>
          <a:lstStyle/>
          <a:p>
            <a:pPr eaLnBrk="1" hangingPunct="1"/>
            <a:r>
              <a:rPr lang="en-US" altLang="en-US" b="1"/>
              <a:t>Magnetic field at a point in space</a:t>
            </a:r>
            <a:endParaRPr lang="en-US" altLang="en-US"/>
          </a:p>
        </p:txBody>
      </p:sp>
      <p:sp>
        <p:nvSpPr>
          <p:cNvPr id="82946" name="Content Placeholder 2">
            <a:extLst>
              <a:ext uri="{FF2B5EF4-FFF2-40B4-BE49-F238E27FC236}">
                <a16:creationId xmlns:a16="http://schemas.microsoft.com/office/drawing/2014/main" id="{71EDF7E6-D4C4-4D58-B0D5-70ABE19452A1}"/>
              </a:ext>
            </a:extLst>
          </p:cNvPr>
          <p:cNvSpPr>
            <a:spLocks noGrp="1"/>
          </p:cNvSpPr>
          <p:nvPr>
            <p:ph sz="quarter" idx="1"/>
          </p:nvPr>
        </p:nvSpPr>
        <p:spPr>
          <a:xfrm>
            <a:off x="914400" y="1447800"/>
            <a:ext cx="7772400" cy="3205163"/>
          </a:xfrm>
        </p:spPr>
        <p:txBody>
          <a:bodyPr/>
          <a:lstStyle/>
          <a:p>
            <a:pPr algn="just" eaLnBrk="1" hangingPunct="1">
              <a:buFont typeface="Wingdings" panose="05000000000000000000" pitchFamily="2" charset="2"/>
              <a:buChar char="Ø"/>
            </a:pPr>
            <a:r>
              <a:rPr lang="en-US" altLang="en-US"/>
              <a:t>The magnetic force is proportional to the charge </a:t>
            </a:r>
            <a:r>
              <a:rPr lang="en-US" altLang="en-US" b="1" i="1"/>
              <a:t>q</a:t>
            </a:r>
            <a:r>
              <a:rPr lang="en-US" altLang="en-US" i="1"/>
              <a:t> </a:t>
            </a:r>
            <a:r>
              <a:rPr lang="en-US" altLang="en-US"/>
              <a:t>of the particle.</a:t>
            </a:r>
          </a:p>
          <a:p>
            <a:pPr algn="just" eaLnBrk="1" hangingPunct="1">
              <a:buFont typeface="Wingdings" panose="05000000000000000000" pitchFamily="2" charset="2"/>
              <a:buChar char="Ø"/>
            </a:pPr>
            <a:r>
              <a:rPr lang="en-US" altLang="en-US"/>
              <a:t>The magnetic force on a negative charge is directed opposite to the force on a positive charge moving in the same direction.</a:t>
            </a:r>
          </a:p>
          <a:p>
            <a:pPr algn="just" eaLnBrk="1" hangingPunct="1">
              <a:buFont typeface="Wingdings" panose="05000000000000000000" pitchFamily="2" charset="2"/>
              <a:buChar char="Ø"/>
            </a:pPr>
            <a:r>
              <a:rPr lang="en-US" altLang="en-US"/>
              <a:t>The magnetic force is proportional to the magnitude of the magnetic field vector </a:t>
            </a:r>
          </a:p>
          <a:p>
            <a:pPr eaLnBrk="1" hangingPunct="1">
              <a:buFont typeface="Arial" panose="020B0604020202020204" pitchFamily="34" charset="0"/>
              <a:buNone/>
            </a:pPr>
            <a:endParaRPr lang="en-US" altLang="en-US"/>
          </a:p>
        </p:txBody>
      </p:sp>
      <p:sp>
        <p:nvSpPr>
          <p:cNvPr id="82947" name="Date Placeholder 3">
            <a:extLst>
              <a:ext uri="{FF2B5EF4-FFF2-40B4-BE49-F238E27FC236}">
                <a16:creationId xmlns:a16="http://schemas.microsoft.com/office/drawing/2014/main" id="{4A5B54AC-3CE5-42F0-869A-719D5EA620D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C06AB31-A801-4381-B8EB-36DAE9542C08}"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82948" name="Footer Placeholder 4">
            <a:extLst>
              <a:ext uri="{FF2B5EF4-FFF2-40B4-BE49-F238E27FC236}">
                <a16:creationId xmlns:a16="http://schemas.microsoft.com/office/drawing/2014/main" id="{C8B0E9FE-AFB7-4DA4-B0B2-83D189BE308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82949" name="Slide Number Placeholder 5">
            <a:extLst>
              <a:ext uri="{FF2B5EF4-FFF2-40B4-BE49-F238E27FC236}">
                <a16:creationId xmlns:a16="http://schemas.microsoft.com/office/drawing/2014/main" id="{D174817F-9652-4D03-9DF6-E75D84C0755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BCD5BD6-C4E0-4031-8131-BA698C92809B}" type="slidenum">
              <a:rPr lang="en-ZA" altLang="en-US" sz="1400">
                <a:solidFill>
                  <a:srgbClr val="FFFFFF"/>
                </a:solidFill>
                <a:latin typeface="Franklin Gothic Book" panose="020B0503020102020204" pitchFamily="34" charset="0"/>
              </a:rPr>
              <a:pPr>
                <a:spcBef>
                  <a:spcPct val="0"/>
                </a:spcBef>
                <a:buClrTx/>
                <a:buSzTx/>
                <a:buFontTx/>
                <a:buNone/>
              </a:pPr>
              <a:t>7</a:t>
            </a:fld>
            <a:endParaRPr lang="en-ZA" altLang="en-US" sz="1400">
              <a:solidFill>
                <a:srgbClr val="FFFFFF"/>
              </a:solidFill>
              <a:latin typeface="Franklin Gothic Book" panose="020B0503020102020204" pitchFamily="34" charset="0"/>
            </a:endParaRPr>
          </a:p>
        </p:txBody>
      </p:sp>
      <p:pic>
        <p:nvPicPr>
          <p:cNvPr id="82950" name="Picture 2">
            <a:extLst>
              <a:ext uri="{FF2B5EF4-FFF2-40B4-BE49-F238E27FC236}">
                <a16:creationId xmlns:a16="http://schemas.microsoft.com/office/drawing/2014/main" id="{66AE9806-D8D2-498F-9E27-3765056AC9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4076700"/>
            <a:ext cx="4460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22A369FD-B695-476A-99E5-F4EFC4748557}"/>
              </a:ext>
            </a:extLst>
          </p:cNvPr>
          <p:cNvSpPr>
            <a:spLocks noGrp="1"/>
          </p:cNvSpPr>
          <p:nvPr>
            <p:ph type="title"/>
          </p:nvPr>
        </p:nvSpPr>
        <p:spPr>
          <a:xfrm>
            <a:off x="457200" y="274638"/>
            <a:ext cx="8229600" cy="490537"/>
          </a:xfrm>
        </p:spPr>
        <p:txBody>
          <a:bodyPr/>
          <a:lstStyle/>
          <a:p>
            <a:pPr algn="ctr" eaLnBrk="1" hangingPunct="1"/>
            <a:r>
              <a:rPr lang="en-US" altLang="en-US" sz="2000" b="1"/>
              <a:t>Magnetic field at a point in space</a:t>
            </a:r>
            <a:endParaRPr lang="en-US" altLang="en-US" sz="2000"/>
          </a:p>
        </p:txBody>
      </p:sp>
      <p:sp>
        <p:nvSpPr>
          <p:cNvPr id="83970" name="Content Placeholder 2">
            <a:extLst>
              <a:ext uri="{FF2B5EF4-FFF2-40B4-BE49-F238E27FC236}">
                <a16:creationId xmlns:a16="http://schemas.microsoft.com/office/drawing/2014/main" id="{6A20EA74-ECBA-4570-8CA0-71D978D9905F}"/>
              </a:ext>
            </a:extLst>
          </p:cNvPr>
          <p:cNvSpPr>
            <a:spLocks noGrp="1"/>
          </p:cNvSpPr>
          <p:nvPr>
            <p:ph sz="quarter" idx="1"/>
          </p:nvPr>
        </p:nvSpPr>
        <p:spPr>
          <a:xfrm>
            <a:off x="250825" y="1125538"/>
            <a:ext cx="4321175" cy="3671887"/>
          </a:xfrm>
        </p:spPr>
        <p:txBody>
          <a:bodyPr/>
          <a:lstStyle/>
          <a:p>
            <a:pPr algn="just" eaLnBrk="1" hangingPunct="1">
              <a:buFont typeface="Arial" panose="020B0604020202020204" pitchFamily="34" charset="0"/>
              <a:buNone/>
            </a:pPr>
            <a:r>
              <a:rPr lang="en-US" altLang="en-US" sz="1800"/>
              <a:t>      We also find the following results, which are </a:t>
            </a:r>
            <a:r>
              <a:rPr lang="en-US" altLang="en-US" sz="1800" b="1" i="1"/>
              <a:t>totally different </a:t>
            </a:r>
            <a:r>
              <a:rPr lang="en-US" altLang="en-US" sz="1800"/>
              <a:t>from those for experiments on electric forces: </a:t>
            </a:r>
          </a:p>
          <a:p>
            <a:pPr algn="just" eaLnBrk="1" hangingPunct="1">
              <a:buFont typeface="Wingdings" panose="05000000000000000000" pitchFamily="2" charset="2"/>
              <a:buChar char="Ø"/>
            </a:pPr>
            <a:r>
              <a:rPr lang="en-US" altLang="en-US" sz="1800"/>
              <a:t>The magnetic force is proportional to the speed</a:t>
            </a:r>
            <a:r>
              <a:rPr lang="en-US" altLang="en-US" sz="1800" b="1"/>
              <a:t> </a:t>
            </a:r>
            <a:r>
              <a:rPr lang="en-US" altLang="en-US" sz="1800" b="1" i="1"/>
              <a:t>v </a:t>
            </a:r>
            <a:r>
              <a:rPr lang="en-US" altLang="en-US" sz="1800"/>
              <a:t>of the particle.</a:t>
            </a:r>
          </a:p>
          <a:p>
            <a:pPr algn="just" eaLnBrk="1" hangingPunct="1">
              <a:buFont typeface="Wingdings" panose="05000000000000000000" pitchFamily="2" charset="2"/>
              <a:buChar char="Ø"/>
            </a:pPr>
            <a:r>
              <a:rPr lang="en-US" altLang="en-US" sz="1800"/>
              <a:t>If the velocity vector makes an angle  with the magnetic field, the magnitude of the magnetic force is proportional to sine of that angle</a:t>
            </a:r>
          </a:p>
          <a:p>
            <a:pPr algn="just" eaLnBrk="1" hangingPunct="1">
              <a:buFont typeface="Wingdings" panose="05000000000000000000" pitchFamily="2" charset="2"/>
              <a:buChar char="Ø"/>
            </a:pPr>
            <a:r>
              <a:rPr lang="en-US" altLang="en-US" sz="1800"/>
              <a:t>When a charged particle moves </a:t>
            </a:r>
            <a:r>
              <a:rPr lang="en-US" altLang="en-US" sz="1800" i="1"/>
              <a:t>parallel </a:t>
            </a:r>
            <a:r>
              <a:rPr lang="en-US" altLang="en-US" sz="1800"/>
              <a:t>to the magnetic field vector, the magnetic force on the charge is zero.</a:t>
            </a:r>
          </a:p>
          <a:p>
            <a:pPr algn="just" eaLnBrk="1" hangingPunct="1">
              <a:buFont typeface="Arial" panose="020B0604020202020204" pitchFamily="34" charset="0"/>
              <a:buNone/>
            </a:pPr>
            <a:endParaRPr lang="en-US" altLang="en-US" sz="1800"/>
          </a:p>
          <a:p>
            <a:pPr eaLnBrk="1" hangingPunct="1">
              <a:buFont typeface="Arial" panose="020B0604020202020204" pitchFamily="34" charset="0"/>
              <a:buNone/>
            </a:pPr>
            <a:endParaRPr lang="en-US" altLang="en-US" sz="1800"/>
          </a:p>
        </p:txBody>
      </p:sp>
      <p:pic>
        <p:nvPicPr>
          <p:cNvPr id="83971" name="Picture 2">
            <a:extLst>
              <a:ext uri="{FF2B5EF4-FFF2-40B4-BE49-F238E27FC236}">
                <a16:creationId xmlns:a16="http://schemas.microsoft.com/office/drawing/2014/main" id="{8A09EF49-6F3E-4E20-9954-D8DC5A13528C}"/>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643438" y="981075"/>
            <a:ext cx="4038600" cy="3214688"/>
          </a:xfrm>
          <a:noFill/>
        </p:spPr>
      </p:pic>
      <p:sp>
        <p:nvSpPr>
          <p:cNvPr id="83972" name="Date Placeholder 4">
            <a:extLst>
              <a:ext uri="{FF2B5EF4-FFF2-40B4-BE49-F238E27FC236}">
                <a16:creationId xmlns:a16="http://schemas.microsoft.com/office/drawing/2014/main" id="{DC67C29E-1C93-4E7E-B63F-54112A34D85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7CAD4B0-57B7-4B36-A9B3-05C62D27BA5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83973" name="Footer Placeholder 5">
            <a:extLst>
              <a:ext uri="{FF2B5EF4-FFF2-40B4-BE49-F238E27FC236}">
                <a16:creationId xmlns:a16="http://schemas.microsoft.com/office/drawing/2014/main" id="{47A1FCB1-1591-4895-8793-2156ACD6FB7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83974" name="Slide Number Placeholder 6">
            <a:extLst>
              <a:ext uri="{FF2B5EF4-FFF2-40B4-BE49-F238E27FC236}">
                <a16:creationId xmlns:a16="http://schemas.microsoft.com/office/drawing/2014/main" id="{CAC0E84F-208E-45B1-BE2C-2C28EA164AC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5598749-4A87-49FE-9F2E-3C3589F0F251}" type="slidenum">
              <a:rPr lang="en-ZA" altLang="en-US" sz="1400">
                <a:solidFill>
                  <a:srgbClr val="FFFFFF"/>
                </a:solidFill>
                <a:latin typeface="Franklin Gothic Book" panose="020B0503020102020204" pitchFamily="34" charset="0"/>
              </a:rPr>
              <a:pPr>
                <a:spcBef>
                  <a:spcPct val="0"/>
                </a:spcBef>
                <a:buClrTx/>
                <a:buSzTx/>
                <a:buFontTx/>
                <a:buNone/>
              </a:pPr>
              <a:t>8</a:t>
            </a:fld>
            <a:endParaRPr lang="en-ZA" altLang="en-US" sz="1400">
              <a:solidFill>
                <a:srgbClr val="FFFFFF"/>
              </a:solidFill>
              <a:latin typeface="Franklin Gothic Book" panose="020B0503020102020204" pitchFamily="34" charset="0"/>
            </a:endParaRPr>
          </a:p>
        </p:txBody>
      </p:sp>
      <p:pic>
        <p:nvPicPr>
          <p:cNvPr id="83975" name="Picture 4">
            <a:extLst>
              <a:ext uri="{FF2B5EF4-FFF2-40B4-BE49-F238E27FC236}">
                <a16:creationId xmlns:a16="http://schemas.microsoft.com/office/drawing/2014/main" id="{7AD83762-5B8A-454F-9363-9676FB691D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4533900"/>
            <a:ext cx="637222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7B974897-1D97-42C3-B8C4-A9CA84E5BADE}"/>
              </a:ext>
            </a:extLst>
          </p:cNvPr>
          <p:cNvSpPr>
            <a:spLocks noGrp="1"/>
          </p:cNvSpPr>
          <p:nvPr>
            <p:ph type="title"/>
          </p:nvPr>
        </p:nvSpPr>
        <p:spPr>
          <a:xfrm>
            <a:off x="457200" y="274638"/>
            <a:ext cx="8229600" cy="561975"/>
          </a:xfrm>
        </p:spPr>
        <p:txBody>
          <a:bodyPr/>
          <a:lstStyle/>
          <a:p>
            <a:pPr algn="ctr" eaLnBrk="1" hangingPunct="1"/>
            <a:r>
              <a:rPr lang="en-US" altLang="en-US" sz="2800" b="1"/>
              <a:t>Magnetic field at a point in space</a:t>
            </a:r>
            <a:endParaRPr lang="en-US" altLang="en-US" sz="2800"/>
          </a:p>
        </p:txBody>
      </p:sp>
      <p:sp>
        <p:nvSpPr>
          <p:cNvPr id="84994" name="Content Placeholder 2">
            <a:extLst>
              <a:ext uri="{FF2B5EF4-FFF2-40B4-BE49-F238E27FC236}">
                <a16:creationId xmlns:a16="http://schemas.microsoft.com/office/drawing/2014/main" id="{65EBBA5B-A928-4456-8968-10D3C037763E}"/>
              </a:ext>
            </a:extLst>
          </p:cNvPr>
          <p:cNvSpPr>
            <a:spLocks noGrp="1"/>
          </p:cNvSpPr>
          <p:nvPr>
            <p:ph sz="quarter" idx="1"/>
          </p:nvPr>
        </p:nvSpPr>
        <p:spPr>
          <a:xfrm>
            <a:off x="457200" y="1773238"/>
            <a:ext cx="4259263" cy="4319587"/>
          </a:xfrm>
        </p:spPr>
        <p:txBody>
          <a:bodyPr/>
          <a:lstStyle/>
          <a:p>
            <a:pPr algn="just" eaLnBrk="1" hangingPunct="1">
              <a:buFont typeface="Wingdings" panose="05000000000000000000" pitchFamily="2" charset="2"/>
              <a:buChar char="ü"/>
            </a:pPr>
            <a:r>
              <a:rPr lang="en-US" altLang="en-US" sz="1800">
                <a:solidFill>
                  <a:srgbClr val="002060"/>
                </a:solidFill>
              </a:rPr>
              <a:t> </a:t>
            </a:r>
            <a:r>
              <a:rPr lang="en-US" altLang="en-US" sz="1800" b="1">
                <a:solidFill>
                  <a:srgbClr val="002060"/>
                </a:solidFill>
              </a:rPr>
              <a:t>Despite this complicated behavior, these observations can be summarized in a compact way by writing the magnetic force in the form</a:t>
            </a:r>
          </a:p>
          <a:p>
            <a:pPr algn="just" eaLnBrk="1" hangingPunct="1">
              <a:buFont typeface="Arial" panose="020B0604020202020204" pitchFamily="34" charset="0"/>
              <a:buNone/>
            </a:pPr>
            <a:endParaRPr lang="en-US" altLang="en-US" sz="1800" b="1">
              <a:solidFill>
                <a:srgbClr val="0070C0"/>
              </a:solidFill>
            </a:endParaRPr>
          </a:p>
          <a:p>
            <a:pPr algn="just" eaLnBrk="1" hangingPunct="1">
              <a:buFont typeface="Arial" panose="020B0604020202020204" pitchFamily="34" charset="0"/>
              <a:buNone/>
            </a:pPr>
            <a:endParaRPr lang="en-US" altLang="en-US" sz="1800" b="1">
              <a:solidFill>
                <a:srgbClr val="0070C0"/>
              </a:solidFill>
            </a:endParaRPr>
          </a:p>
          <a:p>
            <a:pPr algn="just" eaLnBrk="1" hangingPunct="1">
              <a:buFont typeface="Wingdings" panose="05000000000000000000" pitchFamily="2" charset="2"/>
              <a:buChar char="ü"/>
            </a:pPr>
            <a:r>
              <a:rPr lang="en-US" altLang="en-US" sz="1800" b="1">
                <a:solidFill>
                  <a:srgbClr val="002060"/>
                </a:solidFill>
              </a:rPr>
              <a:t>By using the properties of cross product, the magnitude of magnetic force on a charged particle is </a:t>
            </a:r>
          </a:p>
          <a:p>
            <a:pPr algn="just" eaLnBrk="1" hangingPunct="1">
              <a:buFont typeface="Arial" panose="020B0604020202020204" pitchFamily="34" charset="0"/>
              <a:buNone/>
            </a:pPr>
            <a:endParaRPr lang="en-US" altLang="en-US" sz="1800" b="1">
              <a:solidFill>
                <a:srgbClr val="002060"/>
              </a:solidFill>
            </a:endParaRPr>
          </a:p>
          <a:p>
            <a:pPr algn="just" eaLnBrk="1" hangingPunct="1">
              <a:buFont typeface="Wingdings" panose="05000000000000000000" pitchFamily="2" charset="2"/>
              <a:buChar char="ü"/>
            </a:pPr>
            <a:r>
              <a:rPr lang="en-US" altLang="en-US" sz="1800" b="1">
                <a:solidFill>
                  <a:srgbClr val="002060"/>
                </a:solidFill>
              </a:rPr>
              <a:t>From Equation to the right side, we see that the SI unit of magnetic field is the Newton per coulomb-meter per second, which is called the tesla (T):</a:t>
            </a:r>
          </a:p>
          <a:p>
            <a:pPr algn="just" eaLnBrk="1" hangingPunct="1">
              <a:buFont typeface="Wingdings" panose="05000000000000000000" pitchFamily="2" charset="2"/>
              <a:buChar char="ü"/>
            </a:pPr>
            <a:endParaRPr lang="en-US" altLang="en-US" sz="1800" b="1">
              <a:solidFill>
                <a:srgbClr val="002060"/>
              </a:solidFill>
            </a:endParaRPr>
          </a:p>
          <a:p>
            <a:pPr algn="just" eaLnBrk="1" hangingPunct="1">
              <a:buFont typeface="Arial" panose="020B0604020202020204" pitchFamily="34" charset="0"/>
              <a:buNone/>
            </a:pPr>
            <a:endParaRPr lang="en-US" altLang="en-US" sz="1800" b="1">
              <a:solidFill>
                <a:srgbClr val="0070C0"/>
              </a:solidFill>
            </a:endParaRPr>
          </a:p>
          <a:p>
            <a:pPr eaLnBrk="1" hangingPunct="1">
              <a:buFont typeface="Arial" panose="020B0604020202020204" pitchFamily="34" charset="0"/>
              <a:buNone/>
            </a:pPr>
            <a:endParaRPr lang="en-US" altLang="en-US"/>
          </a:p>
        </p:txBody>
      </p:sp>
      <p:sp>
        <p:nvSpPr>
          <p:cNvPr id="84995" name="Date Placeholder 4">
            <a:extLst>
              <a:ext uri="{FF2B5EF4-FFF2-40B4-BE49-F238E27FC236}">
                <a16:creationId xmlns:a16="http://schemas.microsoft.com/office/drawing/2014/main" id="{9E352846-21E9-47B3-91E0-D8F47AB57C1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525E9C6-93B2-4FEE-A6BF-3C73B4D97FDB}"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84996" name="Footer Placeholder 5">
            <a:extLst>
              <a:ext uri="{FF2B5EF4-FFF2-40B4-BE49-F238E27FC236}">
                <a16:creationId xmlns:a16="http://schemas.microsoft.com/office/drawing/2014/main" id="{7D409FE8-30BD-4E09-88DA-6BC06EA79E3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84997" name="Slide Number Placeholder 6">
            <a:extLst>
              <a:ext uri="{FF2B5EF4-FFF2-40B4-BE49-F238E27FC236}">
                <a16:creationId xmlns:a16="http://schemas.microsoft.com/office/drawing/2014/main" id="{436840D1-029F-4AFE-8FBB-CAAFFC51E35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8C9A82D-D1E0-43C7-B338-876BFF482334}" type="slidenum">
              <a:rPr lang="en-ZA" altLang="en-US" sz="1400">
                <a:solidFill>
                  <a:srgbClr val="FFFFFF"/>
                </a:solidFill>
                <a:latin typeface="Franklin Gothic Book" panose="020B0503020102020204" pitchFamily="34" charset="0"/>
              </a:rPr>
              <a:pPr>
                <a:spcBef>
                  <a:spcPct val="0"/>
                </a:spcBef>
                <a:buClrTx/>
                <a:buSzTx/>
                <a:buFontTx/>
                <a:buNone/>
              </a:pPr>
              <a:t>9</a:t>
            </a:fld>
            <a:endParaRPr lang="en-ZA" altLang="en-US" sz="1400">
              <a:solidFill>
                <a:srgbClr val="FFFFFF"/>
              </a:solidFill>
              <a:latin typeface="Franklin Gothic Book" panose="020B0503020102020204" pitchFamily="34" charset="0"/>
            </a:endParaRPr>
          </a:p>
        </p:txBody>
      </p:sp>
      <p:pic>
        <p:nvPicPr>
          <p:cNvPr id="84998" name="Picture 2">
            <a:extLst>
              <a:ext uri="{FF2B5EF4-FFF2-40B4-BE49-F238E27FC236}">
                <a16:creationId xmlns:a16="http://schemas.microsoft.com/office/drawing/2014/main" id="{1414C3EB-A123-43F7-B0CF-1802873B28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1916113"/>
            <a:ext cx="3941762"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9" name="Picture 3">
            <a:extLst>
              <a:ext uri="{FF2B5EF4-FFF2-40B4-BE49-F238E27FC236}">
                <a16:creationId xmlns:a16="http://schemas.microsoft.com/office/drawing/2014/main" id="{8FCF4A38-973E-44F3-8914-8124F0F3A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8700" y="3500438"/>
            <a:ext cx="430530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0" name="Picture 4">
            <a:extLst>
              <a:ext uri="{FF2B5EF4-FFF2-40B4-BE49-F238E27FC236}">
                <a16:creationId xmlns:a16="http://schemas.microsoft.com/office/drawing/2014/main" id="{8D71E5E8-F44F-4E3B-B6F6-271069343D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5000625"/>
            <a:ext cx="43561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Content Placeholder 2">
            <a:extLst>
              <a:ext uri="{FF2B5EF4-FFF2-40B4-BE49-F238E27FC236}">
                <a16:creationId xmlns:a16="http://schemas.microsoft.com/office/drawing/2014/main" id="{B6450FCC-81A0-4A29-BAD3-A65FAD20ABB6}"/>
              </a:ext>
            </a:extLst>
          </p:cNvPr>
          <p:cNvSpPr>
            <a:spLocks noGrp="1"/>
          </p:cNvSpPr>
          <p:nvPr>
            <p:ph sz="quarter" idx="1"/>
          </p:nvPr>
        </p:nvSpPr>
        <p:spPr>
          <a:xfrm>
            <a:off x="457200" y="188913"/>
            <a:ext cx="8362950" cy="6264275"/>
          </a:xfrm>
        </p:spPr>
        <p:txBody>
          <a:bodyPr/>
          <a:lstStyle/>
          <a:p>
            <a:pPr algn="just" eaLnBrk="1" hangingPunct="1">
              <a:buFont typeface="Arial" panose="020B0604020202020204" pitchFamily="34" charset="0"/>
              <a:buNone/>
            </a:pPr>
            <a:r>
              <a:rPr lang="en-US" altLang="en-US" sz="2000" b="1"/>
              <a:t>Let’s compare the important differences between the electric and magnetic versions of the particle in a field model</a:t>
            </a:r>
            <a:r>
              <a:rPr lang="en-US" altLang="en-US" sz="2000"/>
              <a:t>:</a:t>
            </a:r>
          </a:p>
          <a:p>
            <a:pPr algn="just" eaLnBrk="1" hangingPunct="1">
              <a:buFont typeface="Arial" panose="020B0604020202020204" pitchFamily="34" charset="0"/>
              <a:buNone/>
            </a:pPr>
            <a:r>
              <a:rPr lang="en-US" altLang="en-US" sz="2000"/>
              <a:t>• The electric force vector is along the direction of the electric field, whereas the magnetic force vector is perpendicular to the magnetic field.</a:t>
            </a:r>
          </a:p>
          <a:p>
            <a:pPr algn="just" eaLnBrk="1" hangingPunct="1">
              <a:buFont typeface="Arial" panose="020B0604020202020204" pitchFamily="34" charset="0"/>
              <a:buNone/>
            </a:pPr>
            <a:endParaRPr lang="en-US" altLang="en-US" sz="2000"/>
          </a:p>
          <a:p>
            <a:pPr algn="just" eaLnBrk="1" hangingPunct="1">
              <a:buFont typeface="Arial" panose="020B0604020202020204" pitchFamily="34" charset="0"/>
              <a:buNone/>
            </a:pPr>
            <a:r>
              <a:rPr lang="en-US" altLang="en-US" sz="2000"/>
              <a:t>• The electric force acts on a charged particle regardless of whether the particle is moving, whereas the magnetic force acts on a charged particle only when the particle is in motion.</a:t>
            </a:r>
          </a:p>
          <a:p>
            <a:pPr algn="just" eaLnBrk="1" hangingPunct="1">
              <a:buFont typeface="Arial" panose="020B0604020202020204" pitchFamily="34" charset="0"/>
              <a:buNone/>
            </a:pPr>
            <a:endParaRPr lang="en-US" altLang="en-US" sz="2000"/>
          </a:p>
          <a:p>
            <a:pPr algn="just" eaLnBrk="1" hangingPunct="1">
              <a:buFont typeface="Arial" panose="020B0604020202020204" pitchFamily="34" charset="0"/>
              <a:buNone/>
            </a:pPr>
            <a:r>
              <a:rPr lang="en-US" altLang="en-US" sz="2000"/>
              <a:t>• The electric force does work in displacing a charged particle, whereas the magnetic force associated with a steady magnetic field does no work when a particle is displaced because the force is perpendicular to the displacement of its point of application.</a:t>
            </a:r>
          </a:p>
          <a:p>
            <a:pPr algn="just" eaLnBrk="1" hangingPunct="1">
              <a:buFont typeface="Arial" panose="020B0604020202020204" pitchFamily="34" charset="0"/>
              <a:buNone/>
            </a:pPr>
            <a:endParaRPr lang="en-US" altLang="en-US" sz="2000"/>
          </a:p>
          <a:p>
            <a:pPr algn="just" eaLnBrk="1" hangingPunct="1">
              <a:buFont typeface="Arial" panose="020B0604020202020204" pitchFamily="34" charset="0"/>
              <a:buNone/>
            </a:pPr>
            <a:r>
              <a:rPr lang="en-US" altLang="en-US" sz="2000"/>
              <a:t>      </a:t>
            </a:r>
            <a:r>
              <a:rPr lang="en-US" altLang="en-US" sz="2000" i="1">
                <a:latin typeface="Aparajita" panose="02020603050405020304" pitchFamily="18" charset="0"/>
                <a:cs typeface="Aparajita" panose="02020603050405020304" pitchFamily="18" charset="0"/>
              </a:rPr>
              <a:t>From the last statement and on the basis of the work–kinetic energy theorem, we conclude that the kinetic energy of a charged particle moving through a magnetic field cannot be altered by the magnetic field alone. The field can alter the direction of the velocity vector, but it cannot change the speed or kinetic energy of the particle.</a:t>
            </a:r>
          </a:p>
        </p:txBody>
      </p:sp>
      <p:sp>
        <p:nvSpPr>
          <p:cNvPr id="86018" name="Date Placeholder 3">
            <a:extLst>
              <a:ext uri="{FF2B5EF4-FFF2-40B4-BE49-F238E27FC236}">
                <a16:creationId xmlns:a16="http://schemas.microsoft.com/office/drawing/2014/main" id="{FE66A900-0240-48BD-9AE0-3554B77F578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698713C-CFB8-4C88-8521-D0878D797B72}"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86019" name="Footer Placeholder 4">
            <a:extLst>
              <a:ext uri="{FF2B5EF4-FFF2-40B4-BE49-F238E27FC236}">
                <a16:creationId xmlns:a16="http://schemas.microsoft.com/office/drawing/2014/main" id="{95ADDC49-5865-40D2-AC48-D7A3F45E05F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86020" name="Slide Number Placeholder 5">
            <a:extLst>
              <a:ext uri="{FF2B5EF4-FFF2-40B4-BE49-F238E27FC236}">
                <a16:creationId xmlns:a16="http://schemas.microsoft.com/office/drawing/2014/main" id="{42567CAD-2EEC-4CA4-AE32-7BE922B5C2A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A2E0050-D386-4D94-AF9E-AB2BE514B4E9}" type="slidenum">
              <a:rPr lang="en-ZA" altLang="en-US" sz="1400">
                <a:solidFill>
                  <a:srgbClr val="FFFFFF"/>
                </a:solidFill>
                <a:latin typeface="Franklin Gothic Book" panose="020B0503020102020204" pitchFamily="34" charset="0"/>
              </a:rPr>
              <a:pPr>
                <a:spcBef>
                  <a:spcPct val="0"/>
                </a:spcBef>
                <a:buClrTx/>
                <a:buSzTx/>
                <a:buFontTx/>
                <a:buNone/>
              </a:pPr>
              <a:t>10</a:t>
            </a:fld>
            <a:endParaRPr lang="en-ZA" altLang="en-US"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22E98C82-EA0A-463C-A4B8-83B8C7AB232B}"/>
              </a:ext>
            </a:extLst>
          </p:cNvPr>
          <p:cNvSpPr>
            <a:spLocks noGrp="1"/>
          </p:cNvSpPr>
          <p:nvPr>
            <p:ph type="title"/>
          </p:nvPr>
        </p:nvSpPr>
        <p:spPr>
          <a:xfrm>
            <a:off x="468313" y="620713"/>
            <a:ext cx="6911975" cy="665162"/>
          </a:xfrm>
        </p:spPr>
        <p:txBody>
          <a:bodyPr/>
          <a:lstStyle/>
          <a:p>
            <a:pPr eaLnBrk="1" hangingPunct="1"/>
            <a:r>
              <a:rPr lang="en-US" altLang="en-US" sz="2000" b="1"/>
              <a:t>2.1.2. Motion of a Charged Particle in a Uniform Magnetic Field</a:t>
            </a:r>
            <a:br>
              <a:rPr lang="en-US" altLang="en-US" sz="2800" b="1"/>
            </a:br>
            <a:endParaRPr lang="en-US" altLang="en-US" sz="2800"/>
          </a:p>
        </p:txBody>
      </p:sp>
      <p:sp>
        <p:nvSpPr>
          <p:cNvPr id="87042" name="Content Placeholder 2">
            <a:extLst>
              <a:ext uri="{FF2B5EF4-FFF2-40B4-BE49-F238E27FC236}">
                <a16:creationId xmlns:a16="http://schemas.microsoft.com/office/drawing/2014/main" id="{F31831D6-B847-41A6-BDB6-3304E57DFA63}"/>
              </a:ext>
            </a:extLst>
          </p:cNvPr>
          <p:cNvSpPr>
            <a:spLocks noGrp="1"/>
          </p:cNvSpPr>
          <p:nvPr>
            <p:ph sz="quarter" idx="1"/>
          </p:nvPr>
        </p:nvSpPr>
        <p:spPr/>
        <p:txBody>
          <a:bodyPr/>
          <a:lstStyle/>
          <a:p>
            <a:pPr eaLnBrk="1" hangingPunct="1">
              <a:buFont typeface="Arial" panose="020B0604020202020204" pitchFamily="34" charset="0"/>
              <a:buNone/>
            </a:pPr>
            <a:endParaRPr lang="en-US" altLang="en-US"/>
          </a:p>
        </p:txBody>
      </p:sp>
      <p:sp>
        <p:nvSpPr>
          <p:cNvPr id="87043" name="Date Placeholder 3">
            <a:extLst>
              <a:ext uri="{FF2B5EF4-FFF2-40B4-BE49-F238E27FC236}">
                <a16:creationId xmlns:a16="http://schemas.microsoft.com/office/drawing/2014/main" id="{BF92D9AC-9771-4F9E-AE18-2AE5C80C635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B9065D1-A750-40AF-8C1D-1D76E4C4A918}"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87044" name="Footer Placeholder 4">
            <a:extLst>
              <a:ext uri="{FF2B5EF4-FFF2-40B4-BE49-F238E27FC236}">
                <a16:creationId xmlns:a16="http://schemas.microsoft.com/office/drawing/2014/main" id="{5D810D0C-B64B-40F3-86EB-77F1829BECF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87045" name="Slide Number Placeholder 5">
            <a:extLst>
              <a:ext uri="{FF2B5EF4-FFF2-40B4-BE49-F238E27FC236}">
                <a16:creationId xmlns:a16="http://schemas.microsoft.com/office/drawing/2014/main" id="{8ACD8B66-CEB4-499A-A4F2-71EA094DE6A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1E4905C-3439-4400-B83A-8E3EEA078375}" type="slidenum">
              <a:rPr lang="en-ZA" altLang="en-US" sz="1400">
                <a:solidFill>
                  <a:srgbClr val="FFFFFF"/>
                </a:solidFill>
                <a:latin typeface="Franklin Gothic Book" panose="020B0503020102020204" pitchFamily="34" charset="0"/>
              </a:rPr>
              <a:pPr>
                <a:spcBef>
                  <a:spcPct val="0"/>
                </a:spcBef>
                <a:buClrTx/>
                <a:buSzTx/>
                <a:buFontTx/>
                <a:buNone/>
              </a:pPr>
              <a:t>11</a:t>
            </a:fld>
            <a:endParaRPr lang="en-ZA" altLang="en-US" sz="1400">
              <a:solidFill>
                <a:srgbClr val="FFFFFF"/>
              </a:solidFill>
              <a:latin typeface="Franklin Gothic Book" panose="020B0503020102020204" pitchFamily="34" charset="0"/>
            </a:endParaRPr>
          </a:p>
        </p:txBody>
      </p:sp>
      <p:pic>
        <p:nvPicPr>
          <p:cNvPr id="87046" name="Picture 2">
            <a:extLst>
              <a:ext uri="{FF2B5EF4-FFF2-40B4-BE49-F238E27FC236}">
                <a16:creationId xmlns:a16="http://schemas.microsoft.com/office/drawing/2014/main" id="{85EF94E9-E7B1-43D7-8F97-B148E725ED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125538"/>
            <a:ext cx="8785225"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
            <a:extLst>
              <a:ext uri="{FF2B5EF4-FFF2-40B4-BE49-F238E27FC236}">
                <a16:creationId xmlns:a16="http://schemas.microsoft.com/office/drawing/2014/main" id="{5E9AC04D-EC73-412F-B321-6E4867D371E2}"/>
              </a:ext>
            </a:extLst>
          </p:cNvPr>
          <p:cNvSpPr>
            <a:spLocks noGrp="1"/>
          </p:cNvSpPr>
          <p:nvPr>
            <p:ph type="title"/>
          </p:nvPr>
        </p:nvSpPr>
        <p:spPr>
          <a:xfrm>
            <a:off x="457200" y="274638"/>
            <a:ext cx="8229600" cy="706437"/>
          </a:xfrm>
        </p:spPr>
        <p:txBody>
          <a:bodyPr/>
          <a:lstStyle/>
          <a:p>
            <a:pPr eaLnBrk="1" hangingPunct="1"/>
            <a:r>
              <a:rPr lang="en-US" altLang="en-US" sz="2600" b="1"/>
              <a:t>Motion of a Charged Particle in a Uniform Magnetic Field</a:t>
            </a:r>
            <a:endParaRPr lang="en-US" altLang="en-US" sz="2600"/>
          </a:p>
        </p:txBody>
      </p:sp>
      <p:sp>
        <p:nvSpPr>
          <p:cNvPr id="88066" name="Date Placeholder 3">
            <a:extLst>
              <a:ext uri="{FF2B5EF4-FFF2-40B4-BE49-F238E27FC236}">
                <a16:creationId xmlns:a16="http://schemas.microsoft.com/office/drawing/2014/main" id="{538FAC56-C330-4A35-9B50-7A1EC822BC8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39C1B33-C3A3-4CF9-B2F0-D831B6FFA5D9}"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88067" name="Footer Placeholder 4">
            <a:extLst>
              <a:ext uri="{FF2B5EF4-FFF2-40B4-BE49-F238E27FC236}">
                <a16:creationId xmlns:a16="http://schemas.microsoft.com/office/drawing/2014/main" id="{E075EFEE-24CE-434F-9F24-287020C0DEB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88068" name="Slide Number Placeholder 5">
            <a:extLst>
              <a:ext uri="{FF2B5EF4-FFF2-40B4-BE49-F238E27FC236}">
                <a16:creationId xmlns:a16="http://schemas.microsoft.com/office/drawing/2014/main" id="{F1CC5795-2E29-4D80-9698-5C8BE7EBAC2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44CB58E-ACA7-4225-8A16-A7E4A7D7B358}" type="slidenum">
              <a:rPr lang="en-ZA" altLang="en-US" sz="1400">
                <a:solidFill>
                  <a:srgbClr val="FFFFFF"/>
                </a:solidFill>
                <a:latin typeface="Franklin Gothic Book" panose="020B0503020102020204" pitchFamily="34" charset="0"/>
              </a:rPr>
              <a:pPr>
                <a:spcBef>
                  <a:spcPct val="0"/>
                </a:spcBef>
                <a:buClrTx/>
                <a:buSzTx/>
                <a:buFontTx/>
                <a:buNone/>
              </a:pPr>
              <a:t>12</a:t>
            </a:fld>
            <a:endParaRPr lang="en-ZA" altLang="en-US" sz="1400">
              <a:solidFill>
                <a:srgbClr val="FFFFFF"/>
              </a:solidFill>
              <a:latin typeface="Franklin Gothic Book" panose="020B0503020102020204" pitchFamily="34" charset="0"/>
            </a:endParaRPr>
          </a:p>
        </p:txBody>
      </p:sp>
      <p:pic>
        <p:nvPicPr>
          <p:cNvPr id="88069" name="Picture 2">
            <a:extLst>
              <a:ext uri="{FF2B5EF4-FFF2-40B4-BE49-F238E27FC236}">
                <a16:creationId xmlns:a16="http://schemas.microsoft.com/office/drawing/2014/main" id="{649CEE5A-E2A8-4605-B9DA-43B8F6D8EE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412875"/>
            <a:ext cx="8713788"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9F101F5A-5044-4272-90EB-8A87368D33AD}"/>
              </a:ext>
            </a:extLst>
          </p:cNvPr>
          <p:cNvSpPr>
            <a:spLocks noGrp="1"/>
          </p:cNvSpPr>
          <p:nvPr>
            <p:ph type="title"/>
          </p:nvPr>
        </p:nvSpPr>
        <p:spPr/>
        <p:txBody>
          <a:bodyPr/>
          <a:lstStyle/>
          <a:p>
            <a:pPr eaLnBrk="1" hangingPunct="1"/>
            <a:r>
              <a:rPr lang="en-US" altLang="en-US" sz="2600" b="1"/>
              <a:t>Motion of a Charged Particle in a Uniform Magnetic Field</a:t>
            </a:r>
            <a:endParaRPr lang="en-US" altLang="en-US" sz="2600"/>
          </a:p>
        </p:txBody>
      </p:sp>
      <p:sp>
        <p:nvSpPr>
          <p:cNvPr id="89090" name="Date Placeholder 3">
            <a:extLst>
              <a:ext uri="{FF2B5EF4-FFF2-40B4-BE49-F238E27FC236}">
                <a16:creationId xmlns:a16="http://schemas.microsoft.com/office/drawing/2014/main" id="{7A817954-1B37-454B-B5C9-8A2F8C99E28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DB979C6-DD50-416B-8C68-D0BB3802084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89091" name="Footer Placeholder 4">
            <a:extLst>
              <a:ext uri="{FF2B5EF4-FFF2-40B4-BE49-F238E27FC236}">
                <a16:creationId xmlns:a16="http://schemas.microsoft.com/office/drawing/2014/main" id="{369EABAB-94ED-4C97-A5FA-C9760214C69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89092" name="Slide Number Placeholder 5">
            <a:extLst>
              <a:ext uri="{FF2B5EF4-FFF2-40B4-BE49-F238E27FC236}">
                <a16:creationId xmlns:a16="http://schemas.microsoft.com/office/drawing/2014/main" id="{41C736AB-D574-42BD-A9F3-A77FCEF44D8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74A7DAB-F1A3-4493-A9A8-1A793EA95C59}" type="slidenum">
              <a:rPr lang="en-ZA" altLang="en-US" sz="1400">
                <a:solidFill>
                  <a:srgbClr val="FFFFFF"/>
                </a:solidFill>
                <a:latin typeface="Franklin Gothic Book" panose="020B0503020102020204" pitchFamily="34" charset="0"/>
              </a:rPr>
              <a:pPr>
                <a:spcBef>
                  <a:spcPct val="0"/>
                </a:spcBef>
                <a:buClrTx/>
                <a:buSzTx/>
                <a:buFontTx/>
                <a:buNone/>
              </a:pPr>
              <a:t>13</a:t>
            </a:fld>
            <a:endParaRPr lang="en-ZA" altLang="en-US" sz="1400">
              <a:solidFill>
                <a:srgbClr val="FFFFFF"/>
              </a:solidFill>
              <a:latin typeface="Franklin Gothic Book" panose="020B0503020102020204" pitchFamily="34" charset="0"/>
            </a:endParaRPr>
          </a:p>
        </p:txBody>
      </p:sp>
      <p:pic>
        <p:nvPicPr>
          <p:cNvPr id="89093" name="Picture 2">
            <a:extLst>
              <a:ext uri="{FF2B5EF4-FFF2-40B4-BE49-F238E27FC236}">
                <a16:creationId xmlns:a16="http://schemas.microsoft.com/office/drawing/2014/main" id="{0976F1C8-F510-4E4A-8649-6773618A3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628775"/>
            <a:ext cx="8207375"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9B7A2CA-5AED-456F-B69D-CB36212AEB13}"/>
              </a:ext>
            </a:extLst>
          </p:cNvPr>
          <p:cNvSpPr>
            <a:spLocks noGrp="1"/>
          </p:cNvSpPr>
          <p:nvPr>
            <p:ph type="title"/>
          </p:nvPr>
        </p:nvSpPr>
        <p:spPr>
          <a:xfrm>
            <a:off x="323850" y="260350"/>
            <a:ext cx="8229600" cy="419100"/>
          </a:xfrm>
        </p:spPr>
        <p:txBody>
          <a:bodyPr/>
          <a:lstStyle/>
          <a:p>
            <a:pPr eaLnBrk="1" hangingPunct="1"/>
            <a:r>
              <a:rPr lang="en-US" altLang="en-US" sz="2400" b="1"/>
              <a:t>Motion of a Charged Particle in a Uniform Magnetic Field</a:t>
            </a:r>
            <a:endParaRPr lang="en-US" altLang="en-US" sz="2400"/>
          </a:p>
        </p:txBody>
      </p:sp>
      <p:sp>
        <p:nvSpPr>
          <p:cNvPr id="90114" name="Content Placeholder 2">
            <a:extLst>
              <a:ext uri="{FF2B5EF4-FFF2-40B4-BE49-F238E27FC236}">
                <a16:creationId xmlns:a16="http://schemas.microsoft.com/office/drawing/2014/main" id="{FC7B98E5-57AC-40A8-8DA4-C2E82BE5EAEE}"/>
              </a:ext>
            </a:extLst>
          </p:cNvPr>
          <p:cNvSpPr>
            <a:spLocks noGrp="1"/>
          </p:cNvSpPr>
          <p:nvPr>
            <p:ph sz="quarter" idx="1"/>
          </p:nvPr>
        </p:nvSpPr>
        <p:spPr/>
        <p:txBody>
          <a:bodyPr/>
          <a:lstStyle/>
          <a:p>
            <a:pPr eaLnBrk="1" hangingPunct="1"/>
            <a:endParaRPr lang="en-US" altLang="en-US"/>
          </a:p>
        </p:txBody>
      </p:sp>
      <p:sp>
        <p:nvSpPr>
          <p:cNvPr id="90115" name="Date Placeholder 3">
            <a:extLst>
              <a:ext uri="{FF2B5EF4-FFF2-40B4-BE49-F238E27FC236}">
                <a16:creationId xmlns:a16="http://schemas.microsoft.com/office/drawing/2014/main" id="{A5E539C1-BF6C-4022-A0F3-142A3438E39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E01CF29-DA49-4D5A-A3D3-28672DBDA503}"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0116" name="Footer Placeholder 4">
            <a:extLst>
              <a:ext uri="{FF2B5EF4-FFF2-40B4-BE49-F238E27FC236}">
                <a16:creationId xmlns:a16="http://schemas.microsoft.com/office/drawing/2014/main" id="{C54A8B28-5D62-4EE0-8572-AC8371D36BB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0117" name="Slide Number Placeholder 5">
            <a:extLst>
              <a:ext uri="{FF2B5EF4-FFF2-40B4-BE49-F238E27FC236}">
                <a16:creationId xmlns:a16="http://schemas.microsoft.com/office/drawing/2014/main" id="{AC714242-4AF0-4680-B21C-0E248F39560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F4E4F4C-8D70-4730-8EEA-89ECEA4074EB}" type="slidenum">
              <a:rPr lang="en-ZA" altLang="en-US" sz="1400">
                <a:solidFill>
                  <a:srgbClr val="FFFFFF"/>
                </a:solidFill>
                <a:latin typeface="Franklin Gothic Book" panose="020B0503020102020204" pitchFamily="34" charset="0"/>
              </a:rPr>
              <a:pPr>
                <a:spcBef>
                  <a:spcPct val="0"/>
                </a:spcBef>
                <a:buClrTx/>
                <a:buSzTx/>
                <a:buFontTx/>
                <a:buNone/>
              </a:pPr>
              <a:t>14</a:t>
            </a:fld>
            <a:endParaRPr lang="en-ZA" altLang="en-US" sz="1400">
              <a:solidFill>
                <a:srgbClr val="FFFFFF"/>
              </a:solidFill>
              <a:latin typeface="Franklin Gothic Book" panose="020B0503020102020204" pitchFamily="34" charset="0"/>
            </a:endParaRPr>
          </a:p>
        </p:txBody>
      </p:sp>
      <p:pic>
        <p:nvPicPr>
          <p:cNvPr id="90118" name="Picture 2">
            <a:extLst>
              <a:ext uri="{FF2B5EF4-FFF2-40B4-BE49-F238E27FC236}">
                <a16:creationId xmlns:a16="http://schemas.microsoft.com/office/drawing/2014/main" id="{6CEFFFD3-B0A9-4E2B-94D1-C507268BA1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908050"/>
            <a:ext cx="88201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9" name="Picture 3">
            <a:extLst>
              <a:ext uri="{FF2B5EF4-FFF2-40B4-BE49-F238E27FC236}">
                <a16:creationId xmlns:a16="http://schemas.microsoft.com/office/drawing/2014/main" id="{45816F11-ADC5-49EF-8276-6DD442A49E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0288" y="3068638"/>
            <a:ext cx="119062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Date Placeholder 1">
            <a:extLst>
              <a:ext uri="{FF2B5EF4-FFF2-40B4-BE49-F238E27FC236}">
                <a16:creationId xmlns:a16="http://schemas.microsoft.com/office/drawing/2014/main" id="{16D77C46-978F-439B-B50C-68A872ECECA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D27D8B0-4C14-4F15-8AAA-BA300BAE5782}"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1138" name="Footer Placeholder 2">
            <a:extLst>
              <a:ext uri="{FF2B5EF4-FFF2-40B4-BE49-F238E27FC236}">
                <a16:creationId xmlns:a16="http://schemas.microsoft.com/office/drawing/2014/main" id="{EB6C1862-CF90-4071-BD76-74AFBED70C1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1139" name="Slide Number Placeholder 3">
            <a:extLst>
              <a:ext uri="{FF2B5EF4-FFF2-40B4-BE49-F238E27FC236}">
                <a16:creationId xmlns:a16="http://schemas.microsoft.com/office/drawing/2014/main" id="{E0721E75-3FFD-4103-B421-CB01A71E33E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91B5F15-F46E-4EB9-9742-5AE229743E60}" type="slidenum">
              <a:rPr lang="en-ZA" altLang="en-US" sz="1400">
                <a:solidFill>
                  <a:srgbClr val="FFFFFF"/>
                </a:solidFill>
                <a:latin typeface="Franklin Gothic Book" panose="020B0503020102020204" pitchFamily="34" charset="0"/>
              </a:rPr>
              <a:pPr>
                <a:spcBef>
                  <a:spcPct val="0"/>
                </a:spcBef>
                <a:buClrTx/>
                <a:buSzTx/>
                <a:buFontTx/>
                <a:buNone/>
              </a:pPr>
              <a:t>15</a:t>
            </a:fld>
            <a:endParaRPr lang="en-ZA" altLang="en-US" sz="1400">
              <a:solidFill>
                <a:srgbClr val="FFFFFF"/>
              </a:solidFill>
              <a:latin typeface="Franklin Gothic Book" panose="020B0503020102020204" pitchFamily="34" charset="0"/>
            </a:endParaRPr>
          </a:p>
        </p:txBody>
      </p:sp>
      <p:sp>
        <p:nvSpPr>
          <p:cNvPr id="91140" name="AutoShape 2" descr="https://image.slidesharecdn.com/magneticforceb-140606130459-phpapp02/95/magnetic-force-b-1-638.jpg?cb=1402059928">
            <a:extLst>
              <a:ext uri="{FF2B5EF4-FFF2-40B4-BE49-F238E27FC236}">
                <a16:creationId xmlns:a16="http://schemas.microsoft.com/office/drawing/2014/main" id="{41B3C4AB-6C93-45DA-AFFA-7798B8C82068}"/>
              </a:ext>
            </a:extLst>
          </p:cNvPr>
          <p:cNvSpPr>
            <a:spLocks noChangeAspect="1" noChangeArrowheads="1"/>
          </p:cNvSpPr>
          <p:nvPr/>
        </p:nvSpPr>
        <p:spPr bwMode="auto">
          <a:xfrm>
            <a:off x="1444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Calibri" panose="020F0502020204030204" pitchFamily="34" charset="0"/>
            </a:endParaRPr>
          </a:p>
        </p:txBody>
      </p:sp>
      <p:sp>
        <p:nvSpPr>
          <p:cNvPr id="91141" name="AutoShape 4" descr="https://image.slidesharecdn.com/magneticforceb-140606130459-phpapp02/95/magnetic-force-b-1-638.jpg?cb=1402059928">
            <a:extLst>
              <a:ext uri="{FF2B5EF4-FFF2-40B4-BE49-F238E27FC236}">
                <a16:creationId xmlns:a16="http://schemas.microsoft.com/office/drawing/2014/main" id="{1F944FCE-DA1F-4E65-AF74-B568FFE2C08F}"/>
              </a:ext>
            </a:extLst>
          </p:cNvPr>
          <p:cNvSpPr>
            <a:spLocks noChangeAspect="1" noChangeArrowheads="1"/>
          </p:cNvSpPr>
          <p:nvPr/>
        </p:nvSpPr>
        <p:spPr bwMode="auto">
          <a:xfrm>
            <a:off x="1444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Calibri" panose="020F0502020204030204" pitchFamily="34" charset="0"/>
            </a:endParaRPr>
          </a:p>
        </p:txBody>
      </p:sp>
      <p:pic>
        <p:nvPicPr>
          <p:cNvPr id="91142" name="Picture 5">
            <a:extLst>
              <a:ext uri="{FF2B5EF4-FFF2-40B4-BE49-F238E27FC236}">
                <a16:creationId xmlns:a16="http://schemas.microsoft.com/office/drawing/2014/main" id="{B9761FCE-55F3-46E9-813C-1D792408A3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39238" cy="616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C081F9E-A464-43BA-8B91-2AD9EA94174A}"/>
              </a:ext>
            </a:extLst>
          </p:cNvPr>
          <p:cNvSpPr>
            <a:spLocks noGrp="1"/>
          </p:cNvSpPr>
          <p:nvPr>
            <p:ph type="title"/>
          </p:nvPr>
        </p:nvSpPr>
        <p:spPr/>
        <p:txBody>
          <a:bodyPr/>
          <a:lstStyle/>
          <a:p>
            <a:pPr eaLnBrk="1" hangingPunct="1"/>
            <a:r>
              <a:rPr lang="en-US" altLang="en-US" b="1"/>
              <a:t>2.1.3. The Hall effect</a:t>
            </a:r>
          </a:p>
        </p:txBody>
      </p:sp>
      <p:sp>
        <p:nvSpPr>
          <p:cNvPr id="92162" name="Content Placeholder 2">
            <a:extLst>
              <a:ext uri="{FF2B5EF4-FFF2-40B4-BE49-F238E27FC236}">
                <a16:creationId xmlns:a16="http://schemas.microsoft.com/office/drawing/2014/main" id="{B252540E-663E-4A03-B138-174DA403E11F}"/>
              </a:ext>
            </a:extLst>
          </p:cNvPr>
          <p:cNvSpPr>
            <a:spLocks noGrp="1"/>
          </p:cNvSpPr>
          <p:nvPr>
            <p:ph sz="quarter" idx="1"/>
          </p:nvPr>
        </p:nvSpPr>
        <p:spPr>
          <a:xfrm>
            <a:off x="323850" y="1600200"/>
            <a:ext cx="8362950" cy="4525963"/>
          </a:xfrm>
        </p:spPr>
        <p:txBody>
          <a:bodyPr/>
          <a:lstStyle/>
          <a:p>
            <a:pPr algn="just" eaLnBrk="1" hangingPunct="1">
              <a:buFont typeface="Arial" panose="020B0604020202020204" pitchFamily="34" charset="0"/>
              <a:buNone/>
            </a:pPr>
            <a:r>
              <a:rPr lang="en-US" altLang="en-US" sz="2000"/>
              <a:t>      When a current-carrying conductor is placed in a magnetic field, a potential difference is generated in a direction perpendicular to both the current and the magnetic field. This phenomenon, first observed by Edwin Hall in 1879, is known as the </a:t>
            </a:r>
            <a:r>
              <a:rPr lang="en-US" altLang="en-US" sz="2000" b="1" i="1"/>
              <a:t>Hall Effect.</a:t>
            </a:r>
          </a:p>
          <a:p>
            <a:pPr algn="just" eaLnBrk="1" hangingPunct="1">
              <a:buFont typeface="Arial" panose="020B0604020202020204" pitchFamily="34" charset="0"/>
              <a:buNone/>
            </a:pPr>
            <a:r>
              <a:rPr lang="en-US" altLang="en-US" sz="2000"/>
              <a:t>       The arrangement for observing the Hall effect consists of a flat conductor carrying a current </a:t>
            </a:r>
            <a:r>
              <a:rPr lang="en-US" altLang="en-US" sz="2000" i="1"/>
              <a:t>I </a:t>
            </a:r>
            <a:r>
              <a:rPr lang="en-US" altLang="en-US" sz="2000"/>
              <a:t>in the </a:t>
            </a:r>
            <a:r>
              <a:rPr lang="en-US" altLang="en-US" sz="2000" i="1"/>
              <a:t>x </a:t>
            </a:r>
            <a:r>
              <a:rPr lang="en-US" altLang="en-US" sz="2000"/>
              <a:t>direction as shown in Figure 29.26. A uniform magnetic field     is applied in the </a:t>
            </a:r>
            <a:r>
              <a:rPr lang="en-US" altLang="en-US" sz="2000" b="1" i="1"/>
              <a:t>y </a:t>
            </a:r>
            <a:r>
              <a:rPr lang="en-US" altLang="en-US" sz="2000" b="1"/>
              <a:t>direction</a:t>
            </a:r>
            <a:r>
              <a:rPr lang="en-US" altLang="en-US" sz="2000"/>
              <a:t>. If the charge carriers are electrons moving in the </a:t>
            </a:r>
            <a:r>
              <a:rPr lang="en-US" altLang="en-US" sz="2000" b="1"/>
              <a:t>negative </a:t>
            </a:r>
            <a:r>
              <a:rPr lang="en-US" altLang="en-US" sz="2000" b="1" i="1"/>
              <a:t>x </a:t>
            </a:r>
            <a:r>
              <a:rPr lang="en-US" altLang="en-US" sz="2000" b="1"/>
              <a:t>direction </a:t>
            </a:r>
            <a:r>
              <a:rPr lang="en-US" altLang="en-US" sz="2000"/>
              <a:t>with a drift velocity          they experience an upward magnetic force , a                    are deflected upward, and accumulate at the upper edge of the flat conductor, leaving an excess of positive charge at the lower edge. This accumulation of charge at the edges establishes an electric field in the conductor and increases until the electric force on carriers remaining in the bulk of the conductor balances the magnetic force acting on the carriers.</a:t>
            </a:r>
          </a:p>
        </p:txBody>
      </p:sp>
      <p:sp>
        <p:nvSpPr>
          <p:cNvPr id="92163" name="Date Placeholder 3">
            <a:extLst>
              <a:ext uri="{FF2B5EF4-FFF2-40B4-BE49-F238E27FC236}">
                <a16:creationId xmlns:a16="http://schemas.microsoft.com/office/drawing/2014/main" id="{51E8D87D-C7DC-4717-B3C7-8C78C656BF2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96C1F9C-37DC-4752-A30F-43F89634A64B}"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2164" name="Footer Placeholder 4">
            <a:extLst>
              <a:ext uri="{FF2B5EF4-FFF2-40B4-BE49-F238E27FC236}">
                <a16:creationId xmlns:a16="http://schemas.microsoft.com/office/drawing/2014/main" id="{6405D2A5-CB94-4E38-B7B4-D1D0670CA10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2165" name="Slide Number Placeholder 5">
            <a:extLst>
              <a:ext uri="{FF2B5EF4-FFF2-40B4-BE49-F238E27FC236}">
                <a16:creationId xmlns:a16="http://schemas.microsoft.com/office/drawing/2014/main" id="{AB917BFF-605F-455A-9DFE-C697E367495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0028B82-7C1B-483B-B831-D4316969A8C1}" type="slidenum">
              <a:rPr lang="en-ZA" altLang="en-US" sz="1400">
                <a:solidFill>
                  <a:srgbClr val="FFFFFF"/>
                </a:solidFill>
                <a:latin typeface="Franklin Gothic Book" panose="020B0503020102020204" pitchFamily="34" charset="0"/>
              </a:rPr>
              <a:pPr>
                <a:spcBef>
                  <a:spcPct val="0"/>
                </a:spcBef>
                <a:buClrTx/>
                <a:buSzTx/>
                <a:buFontTx/>
                <a:buNone/>
              </a:pPr>
              <a:t>16</a:t>
            </a:fld>
            <a:endParaRPr lang="en-ZA" altLang="en-US" sz="1400">
              <a:solidFill>
                <a:srgbClr val="FFFFFF"/>
              </a:solidFill>
              <a:latin typeface="Franklin Gothic Book" panose="020B0503020102020204" pitchFamily="34" charset="0"/>
            </a:endParaRPr>
          </a:p>
        </p:txBody>
      </p:sp>
      <p:pic>
        <p:nvPicPr>
          <p:cNvPr id="92166" name="Picture 2">
            <a:extLst>
              <a:ext uri="{FF2B5EF4-FFF2-40B4-BE49-F238E27FC236}">
                <a16:creationId xmlns:a16="http://schemas.microsoft.com/office/drawing/2014/main" id="{413F57D0-0679-494B-B718-95435A396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1013" y="321310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7" name="Picture 2">
            <a:extLst>
              <a:ext uri="{FF2B5EF4-FFF2-40B4-BE49-F238E27FC236}">
                <a16:creationId xmlns:a16="http://schemas.microsoft.com/office/drawing/2014/main" id="{0057A2F3-96F7-4BC4-B079-6789D9388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3860800"/>
            <a:ext cx="28892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8" name="Picture 3">
            <a:extLst>
              <a:ext uri="{FF2B5EF4-FFF2-40B4-BE49-F238E27FC236}">
                <a16:creationId xmlns:a16="http://schemas.microsoft.com/office/drawing/2014/main" id="{562F2F29-AD62-46B3-92F9-5FB5A01ADF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4149725"/>
            <a:ext cx="11525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65949AE5-773F-451D-8B5B-E4DBF9EBB7FF}"/>
              </a:ext>
            </a:extLst>
          </p:cNvPr>
          <p:cNvSpPr>
            <a:spLocks noGrp="1"/>
          </p:cNvSpPr>
          <p:nvPr>
            <p:ph type="title"/>
          </p:nvPr>
        </p:nvSpPr>
        <p:spPr>
          <a:xfrm>
            <a:off x="457200" y="274638"/>
            <a:ext cx="8229600" cy="777875"/>
          </a:xfrm>
        </p:spPr>
        <p:txBody>
          <a:bodyPr/>
          <a:lstStyle/>
          <a:p>
            <a:pPr eaLnBrk="1" hangingPunct="1"/>
            <a:r>
              <a:rPr lang="en-US" altLang="en-US" b="1"/>
              <a:t>The Hall effect</a:t>
            </a:r>
            <a:endParaRPr lang="en-US" altLang="en-US"/>
          </a:p>
        </p:txBody>
      </p:sp>
      <p:sp>
        <p:nvSpPr>
          <p:cNvPr id="93186" name="Content Placeholder 2">
            <a:extLst>
              <a:ext uri="{FF2B5EF4-FFF2-40B4-BE49-F238E27FC236}">
                <a16:creationId xmlns:a16="http://schemas.microsoft.com/office/drawing/2014/main" id="{7455010C-5F21-40F8-845D-CC932378B51E}"/>
              </a:ext>
            </a:extLst>
          </p:cNvPr>
          <p:cNvSpPr>
            <a:spLocks noGrp="1"/>
          </p:cNvSpPr>
          <p:nvPr>
            <p:ph sz="quarter" idx="1"/>
          </p:nvPr>
        </p:nvSpPr>
        <p:spPr>
          <a:xfrm>
            <a:off x="457200" y="1600200"/>
            <a:ext cx="4475163" cy="4525963"/>
          </a:xfrm>
        </p:spPr>
        <p:txBody>
          <a:bodyPr/>
          <a:lstStyle/>
          <a:p>
            <a:pPr algn="just" eaLnBrk="1" hangingPunct="1">
              <a:buFont typeface="Arial" panose="020B0604020202020204" pitchFamily="34" charset="0"/>
              <a:buNone/>
            </a:pPr>
            <a:r>
              <a:rPr lang="en-US" altLang="en-US" sz="2400"/>
              <a:t>     The electrons can now be described by the particle in equilibrium model, and they are no longer deflected upward. A sensitive voltmeter connected across the sample can measure the potential difference, known as the </a:t>
            </a:r>
            <a:r>
              <a:rPr lang="en-US" altLang="en-US" sz="2400" b="1"/>
              <a:t>Hall voltage  </a:t>
            </a:r>
            <a:r>
              <a:rPr lang="en-US" altLang="en-US" sz="2400"/>
              <a:t>     ,  generated across the conductor.</a:t>
            </a:r>
          </a:p>
          <a:p>
            <a:pPr eaLnBrk="1" hangingPunct="1">
              <a:buFont typeface="Arial" panose="020B0604020202020204" pitchFamily="34" charset="0"/>
              <a:buNone/>
            </a:pPr>
            <a:endParaRPr lang="en-US" altLang="en-US"/>
          </a:p>
        </p:txBody>
      </p:sp>
      <p:pic>
        <p:nvPicPr>
          <p:cNvPr id="93187" name="Picture 3">
            <a:extLst>
              <a:ext uri="{FF2B5EF4-FFF2-40B4-BE49-F238E27FC236}">
                <a16:creationId xmlns:a16="http://schemas.microsoft.com/office/drawing/2014/main" id="{116366E8-E632-4908-8C8D-8BEDA3A201E0}"/>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364163" y="1052513"/>
            <a:ext cx="3529012" cy="5400675"/>
          </a:xfrm>
          <a:noFill/>
        </p:spPr>
      </p:pic>
      <p:sp>
        <p:nvSpPr>
          <p:cNvPr id="93188" name="Date Placeholder 4">
            <a:extLst>
              <a:ext uri="{FF2B5EF4-FFF2-40B4-BE49-F238E27FC236}">
                <a16:creationId xmlns:a16="http://schemas.microsoft.com/office/drawing/2014/main" id="{914E8A77-09F5-4893-8745-C6684EDB12A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1106C64-8E48-466D-B239-FAED958543B1}"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3189" name="Footer Placeholder 5">
            <a:extLst>
              <a:ext uri="{FF2B5EF4-FFF2-40B4-BE49-F238E27FC236}">
                <a16:creationId xmlns:a16="http://schemas.microsoft.com/office/drawing/2014/main" id="{A05094C5-EB77-4EB9-AC39-731B268A99D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3190" name="Slide Number Placeholder 6">
            <a:extLst>
              <a:ext uri="{FF2B5EF4-FFF2-40B4-BE49-F238E27FC236}">
                <a16:creationId xmlns:a16="http://schemas.microsoft.com/office/drawing/2014/main" id="{634E91E7-236C-4D9A-B97F-D308E102444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0FFFC46-9F7A-4081-A0BB-659C66A57409}" type="slidenum">
              <a:rPr lang="en-ZA" altLang="en-US" sz="1400">
                <a:solidFill>
                  <a:srgbClr val="FFFFFF"/>
                </a:solidFill>
                <a:latin typeface="Franklin Gothic Book" panose="020B0503020102020204" pitchFamily="34" charset="0"/>
              </a:rPr>
              <a:pPr>
                <a:spcBef>
                  <a:spcPct val="0"/>
                </a:spcBef>
                <a:buClrTx/>
                <a:buSzTx/>
                <a:buFontTx/>
                <a:buNone/>
              </a:pPr>
              <a:t>17</a:t>
            </a:fld>
            <a:endParaRPr lang="en-ZA" altLang="en-US" sz="1400">
              <a:solidFill>
                <a:srgbClr val="FFFFFF"/>
              </a:solidFill>
              <a:latin typeface="Franklin Gothic Book" panose="020B0503020102020204" pitchFamily="34" charset="0"/>
            </a:endParaRPr>
          </a:p>
        </p:txBody>
      </p:sp>
      <p:pic>
        <p:nvPicPr>
          <p:cNvPr id="93191" name="Picture 2">
            <a:extLst>
              <a:ext uri="{FF2B5EF4-FFF2-40B4-BE49-F238E27FC236}">
                <a16:creationId xmlns:a16="http://schemas.microsoft.com/office/drawing/2014/main" id="{C7DF030E-F869-40AE-A7B7-92B1FD747C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4581525"/>
            <a:ext cx="647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16792C98-90CC-4B83-9F65-0B378CEA1D8B}"/>
              </a:ext>
            </a:extLst>
          </p:cNvPr>
          <p:cNvSpPr>
            <a:spLocks noGrp="1"/>
          </p:cNvSpPr>
          <p:nvPr>
            <p:ph type="title"/>
          </p:nvPr>
        </p:nvSpPr>
        <p:spPr>
          <a:xfrm>
            <a:off x="457200" y="274638"/>
            <a:ext cx="8229600" cy="561975"/>
          </a:xfrm>
        </p:spPr>
        <p:txBody>
          <a:bodyPr/>
          <a:lstStyle/>
          <a:p>
            <a:pPr eaLnBrk="1" hangingPunct="1"/>
            <a:r>
              <a:rPr lang="en-US" altLang="en-US" b="1"/>
              <a:t>The Hall effect</a:t>
            </a:r>
            <a:endParaRPr lang="en-US" altLang="en-US"/>
          </a:p>
        </p:txBody>
      </p:sp>
      <p:sp>
        <p:nvSpPr>
          <p:cNvPr id="94210" name="Date Placeholder 3">
            <a:extLst>
              <a:ext uri="{FF2B5EF4-FFF2-40B4-BE49-F238E27FC236}">
                <a16:creationId xmlns:a16="http://schemas.microsoft.com/office/drawing/2014/main" id="{E224A858-02D3-4D53-B2F0-E01816D2E2F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9F7B1FB-6D21-4F97-A232-394EF51702E6}"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4211" name="Footer Placeholder 4">
            <a:extLst>
              <a:ext uri="{FF2B5EF4-FFF2-40B4-BE49-F238E27FC236}">
                <a16:creationId xmlns:a16="http://schemas.microsoft.com/office/drawing/2014/main" id="{DC85A82C-EE52-4D8E-988D-57D143014B5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4212" name="Slide Number Placeholder 5">
            <a:extLst>
              <a:ext uri="{FF2B5EF4-FFF2-40B4-BE49-F238E27FC236}">
                <a16:creationId xmlns:a16="http://schemas.microsoft.com/office/drawing/2014/main" id="{A1420D95-1A00-479D-A0A2-8B813BA886E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99643BB-EA8B-490B-B5FB-B97318C78DA7}" type="slidenum">
              <a:rPr lang="en-ZA" altLang="en-US" sz="1400">
                <a:solidFill>
                  <a:srgbClr val="FFFFFF"/>
                </a:solidFill>
                <a:latin typeface="Franklin Gothic Book" panose="020B0503020102020204" pitchFamily="34" charset="0"/>
              </a:rPr>
              <a:pPr>
                <a:spcBef>
                  <a:spcPct val="0"/>
                </a:spcBef>
                <a:buClrTx/>
                <a:buSzTx/>
                <a:buFontTx/>
                <a:buNone/>
              </a:pPr>
              <a:t>18</a:t>
            </a:fld>
            <a:endParaRPr lang="en-ZA" altLang="en-US" sz="1400">
              <a:solidFill>
                <a:srgbClr val="FFFFFF"/>
              </a:solidFill>
              <a:latin typeface="Franklin Gothic Book" panose="020B0503020102020204" pitchFamily="34" charset="0"/>
            </a:endParaRPr>
          </a:p>
        </p:txBody>
      </p:sp>
      <p:pic>
        <p:nvPicPr>
          <p:cNvPr id="94213" name="Picture 2">
            <a:extLst>
              <a:ext uri="{FF2B5EF4-FFF2-40B4-BE49-F238E27FC236}">
                <a16:creationId xmlns:a16="http://schemas.microsoft.com/office/drawing/2014/main" id="{EA935A80-7FC3-4F8C-8CB0-BA39FEFD8C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773238"/>
            <a:ext cx="8135938"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30880C5C-3090-4183-A38C-B7549D366BDA}"/>
              </a:ext>
            </a:extLst>
          </p:cNvPr>
          <p:cNvSpPr>
            <a:spLocks noGrp="1"/>
          </p:cNvSpPr>
          <p:nvPr>
            <p:ph type="title"/>
          </p:nvPr>
        </p:nvSpPr>
        <p:spPr>
          <a:xfrm>
            <a:off x="457200" y="274638"/>
            <a:ext cx="8229600" cy="490537"/>
          </a:xfrm>
        </p:spPr>
        <p:txBody>
          <a:bodyPr/>
          <a:lstStyle/>
          <a:p>
            <a:pPr eaLnBrk="1" hangingPunct="1"/>
            <a:r>
              <a:rPr lang="en-US" altLang="en-US" sz="2500" b="1"/>
              <a:t>2.1.4 Magnetic Force acting on a Current-carrying conductor</a:t>
            </a:r>
          </a:p>
        </p:txBody>
      </p:sp>
      <p:sp>
        <p:nvSpPr>
          <p:cNvPr id="95234" name="Date Placeholder 3">
            <a:extLst>
              <a:ext uri="{FF2B5EF4-FFF2-40B4-BE49-F238E27FC236}">
                <a16:creationId xmlns:a16="http://schemas.microsoft.com/office/drawing/2014/main" id="{890EC063-A19E-4817-AC3F-D05E539042E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14D13BB-FAB2-4183-94E4-54A08DF8E088}"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5235" name="Footer Placeholder 4">
            <a:extLst>
              <a:ext uri="{FF2B5EF4-FFF2-40B4-BE49-F238E27FC236}">
                <a16:creationId xmlns:a16="http://schemas.microsoft.com/office/drawing/2014/main" id="{0CFE721D-79D6-4B12-81A9-06454734D04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5236" name="Slide Number Placeholder 5">
            <a:extLst>
              <a:ext uri="{FF2B5EF4-FFF2-40B4-BE49-F238E27FC236}">
                <a16:creationId xmlns:a16="http://schemas.microsoft.com/office/drawing/2014/main" id="{2F930066-C8AE-4776-9B49-899EC0D58B6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A6CEB51-5C84-46D2-948C-BA8D305031E9}" type="slidenum">
              <a:rPr lang="en-ZA" altLang="en-US" sz="1400">
                <a:solidFill>
                  <a:srgbClr val="FFFFFF"/>
                </a:solidFill>
                <a:latin typeface="Franklin Gothic Book" panose="020B0503020102020204" pitchFamily="34" charset="0"/>
              </a:rPr>
              <a:pPr>
                <a:spcBef>
                  <a:spcPct val="0"/>
                </a:spcBef>
                <a:buClrTx/>
                <a:buSzTx/>
                <a:buFontTx/>
                <a:buNone/>
              </a:pPr>
              <a:t>19</a:t>
            </a:fld>
            <a:endParaRPr lang="en-ZA" altLang="en-US" sz="1400">
              <a:solidFill>
                <a:srgbClr val="FFFFFF"/>
              </a:solidFill>
              <a:latin typeface="Franklin Gothic Book" panose="020B0503020102020204" pitchFamily="34" charset="0"/>
            </a:endParaRPr>
          </a:p>
        </p:txBody>
      </p:sp>
      <p:pic>
        <p:nvPicPr>
          <p:cNvPr id="95237" name="Picture 2">
            <a:extLst>
              <a:ext uri="{FF2B5EF4-FFF2-40B4-BE49-F238E27FC236}">
                <a16:creationId xmlns:a16="http://schemas.microsoft.com/office/drawing/2014/main" id="{B3D4D6A0-9338-4D94-B07A-F0925444C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908050"/>
            <a:ext cx="8713788"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8" name="Picture 3">
            <a:extLst>
              <a:ext uri="{FF2B5EF4-FFF2-40B4-BE49-F238E27FC236}">
                <a16:creationId xmlns:a16="http://schemas.microsoft.com/office/drawing/2014/main" id="{00A34747-DE64-4B73-A9CD-1CDE5B9F8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4149725"/>
            <a:ext cx="4824413"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Content Placeholder 2">
            <a:extLst>
              <a:ext uri="{FF2B5EF4-FFF2-40B4-BE49-F238E27FC236}">
                <a16:creationId xmlns:a16="http://schemas.microsoft.com/office/drawing/2014/main" id="{60C59D13-2403-4C60-A0BE-6E6C741E3C30}"/>
              </a:ext>
            </a:extLst>
          </p:cNvPr>
          <p:cNvSpPr>
            <a:spLocks noGrp="1"/>
          </p:cNvSpPr>
          <p:nvPr>
            <p:ph sz="quarter" idx="1"/>
          </p:nvPr>
        </p:nvSpPr>
        <p:spPr/>
        <p:txBody>
          <a:bodyPr/>
          <a:lstStyle/>
          <a:p>
            <a:pPr eaLnBrk="1" hangingPunct="1"/>
            <a:endParaRPr lang="en-US" altLang="en-US"/>
          </a:p>
        </p:txBody>
      </p:sp>
      <p:sp>
        <p:nvSpPr>
          <p:cNvPr id="96258" name="Date Placeholder 3">
            <a:extLst>
              <a:ext uri="{FF2B5EF4-FFF2-40B4-BE49-F238E27FC236}">
                <a16:creationId xmlns:a16="http://schemas.microsoft.com/office/drawing/2014/main" id="{E6BFEB44-C8D6-42C0-A72A-64E7C8ADFCF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8F6645C-EE5E-48C5-B900-BAAB2F936062}"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6259" name="Footer Placeholder 4">
            <a:extLst>
              <a:ext uri="{FF2B5EF4-FFF2-40B4-BE49-F238E27FC236}">
                <a16:creationId xmlns:a16="http://schemas.microsoft.com/office/drawing/2014/main" id="{DA4C34F7-1A77-452D-86C9-FAA0B9FB349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6260" name="Slide Number Placeholder 5">
            <a:extLst>
              <a:ext uri="{FF2B5EF4-FFF2-40B4-BE49-F238E27FC236}">
                <a16:creationId xmlns:a16="http://schemas.microsoft.com/office/drawing/2014/main" id="{B80857B3-6501-40D1-9F7B-F9D263748D6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0619EC6-CE96-47FA-BB2E-BC4BF288B0C7}" type="slidenum">
              <a:rPr lang="en-ZA" altLang="en-US" sz="1400">
                <a:solidFill>
                  <a:srgbClr val="FFFFFF"/>
                </a:solidFill>
                <a:latin typeface="Franklin Gothic Book" panose="020B0503020102020204" pitchFamily="34" charset="0"/>
              </a:rPr>
              <a:pPr>
                <a:spcBef>
                  <a:spcPct val="0"/>
                </a:spcBef>
                <a:buClrTx/>
                <a:buSzTx/>
                <a:buFontTx/>
                <a:buNone/>
              </a:pPr>
              <a:t>20</a:t>
            </a:fld>
            <a:endParaRPr lang="en-ZA" altLang="en-US" sz="1400">
              <a:solidFill>
                <a:srgbClr val="FFFFFF"/>
              </a:solidFill>
              <a:latin typeface="Franklin Gothic Book" panose="020B0503020102020204" pitchFamily="34" charset="0"/>
            </a:endParaRPr>
          </a:p>
        </p:txBody>
      </p:sp>
      <p:pic>
        <p:nvPicPr>
          <p:cNvPr id="96261" name="Picture 2">
            <a:extLst>
              <a:ext uri="{FF2B5EF4-FFF2-40B4-BE49-F238E27FC236}">
                <a16:creationId xmlns:a16="http://schemas.microsoft.com/office/drawing/2014/main" id="{B405E50E-351D-45EE-AF4D-1B04E3256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33375"/>
            <a:ext cx="8820150"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Date Placeholder 3">
            <a:extLst>
              <a:ext uri="{FF2B5EF4-FFF2-40B4-BE49-F238E27FC236}">
                <a16:creationId xmlns:a16="http://schemas.microsoft.com/office/drawing/2014/main" id="{1D5725DB-010C-4A0C-B8FA-E438D5637C7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FE42131-E7A8-424B-93A9-C94D9EB840C6}"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7282" name="Footer Placeholder 4">
            <a:extLst>
              <a:ext uri="{FF2B5EF4-FFF2-40B4-BE49-F238E27FC236}">
                <a16:creationId xmlns:a16="http://schemas.microsoft.com/office/drawing/2014/main" id="{B356E90F-E8EC-46D6-BA1C-EE1A6E8F089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7283" name="Slide Number Placeholder 5">
            <a:extLst>
              <a:ext uri="{FF2B5EF4-FFF2-40B4-BE49-F238E27FC236}">
                <a16:creationId xmlns:a16="http://schemas.microsoft.com/office/drawing/2014/main" id="{E26FB4CA-48D9-4831-892D-D5AF18AB33F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6149F5B-440F-4F3F-9E39-97C3E932D0BF}" type="slidenum">
              <a:rPr lang="en-ZA" altLang="en-US" sz="1400">
                <a:solidFill>
                  <a:srgbClr val="FFFFFF"/>
                </a:solidFill>
                <a:latin typeface="Franklin Gothic Book" panose="020B0503020102020204" pitchFamily="34" charset="0"/>
              </a:rPr>
              <a:pPr>
                <a:spcBef>
                  <a:spcPct val="0"/>
                </a:spcBef>
                <a:buClrTx/>
                <a:buSzTx/>
                <a:buFontTx/>
                <a:buNone/>
              </a:pPr>
              <a:t>21</a:t>
            </a:fld>
            <a:endParaRPr lang="en-ZA" altLang="en-US" sz="1400">
              <a:solidFill>
                <a:srgbClr val="FFFFFF"/>
              </a:solidFill>
              <a:latin typeface="Franklin Gothic Book" panose="020B0503020102020204" pitchFamily="34" charset="0"/>
            </a:endParaRPr>
          </a:p>
        </p:txBody>
      </p:sp>
      <p:pic>
        <p:nvPicPr>
          <p:cNvPr id="97284" name="Picture 3">
            <a:extLst>
              <a:ext uri="{FF2B5EF4-FFF2-40B4-BE49-F238E27FC236}">
                <a16:creationId xmlns:a16="http://schemas.microsoft.com/office/drawing/2014/main" id="{E823006B-BB65-452A-9001-DCA02D5CF3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628775"/>
            <a:ext cx="8135938"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0D0E0FA0-D67F-42CF-9BEA-D8901E910FD5}"/>
              </a:ext>
            </a:extLst>
          </p:cNvPr>
          <p:cNvSpPr>
            <a:spLocks noGrp="1"/>
          </p:cNvSpPr>
          <p:nvPr>
            <p:ph type="title"/>
          </p:nvPr>
        </p:nvSpPr>
        <p:spPr>
          <a:xfrm>
            <a:off x="457200" y="274638"/>
            <a:ext cx="8229600" cy="561975"/>
          </a:xfrm>
        </p:spPr>
        <p:txBody>
          <a:bodyPr/>
          <a:lstStyle/>
          <a:p>
            <a:pPr eaLnBrk="1" hangingPunct="1"/>
            <a:r>
              <a:rPr lang="en-US" altLang="en-US"/>
              <a:t>Example 1</a:t>
            </a:r>
          </a:p>
        </p:txBody>
      </p:sp>
      <p:pic>
        <p:nvPicPr>
          <p:cNvPr id="98306" name="Picture 3">
            <a:extLst>
              <a:ext uri="{FF2B5EF4-FFF2-40B4-BE49-F238E27FC236}">
                <a16:creationId xmlns:a16="http://schemas.microsoft.com/office/drawing/2014/main" id="{5556E113-F781-49BA-BD8C-DCBD24C3800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50825" y="1052513"/>
            <a:ext cx="8569325" cy="5040312"/>
          </a:xfrm>
          <a:noFill/>
        </p:spPr>
      </p:pic>
      <p:sp>
        <p:nvSpPr>
          <p:cNvPr id="98307" name="Date Placeholder 3">
            <a:extLst>
              <a:ext uri="{FF2B5EF4-FFF2-40B4-BE49-F238E27FC236}">
                <a16:creationId xmlns:a16="http://schemas.microsoft.com/office/drawing/2014/main" id="{F26B4120-6018-47EF-97CF-4EDCA2207C5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47DBDB4-6573-45F4-AB85-E03595912148}"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8308" name="Footer Placeholder 4">
            <a:extLst>
              <a:ext uri="{FF2B5EF4-FFF2-40B4-BE49-F238E27FC236}">
                <a16:creationId xmlns:a16="http://schemas.microsoft.com/office/drawing/2014/main" id="{E063877A-5661-4E67-8C94-40333A0503F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8309" name="Slide Number Placeholder 5">
            <a:extLst>
              <a:ext uri="{FF2B5EF4-FFF2-40B4-BE49-F238E27FC236}">
                <a16:creationId xmlns:a16="http://schemas.microsoft.com/office/drawing/2014/main" id="{7A0AB9C6-3608-47CC-A2E7-14BAE7F157E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8A91AF7-4583-4970-B087-DAE1F24D1D70}" type="slidenum">
              <a:rPr lang="en-ZA" altLang="en-US" sz="1400">
                <a:solidFill>
                  <a:srgbClr val="FFFFFF"/>
                </a:solidFill>
                <a:latin typeface="Franklin Gothic Book" panose="020B0503020102020204" pitchFamily="34" charset="0"/>
              </a:rPr>
              <a:pPr>
                <a:spcBef>
                  <a:spcPct val="0"/>
                </a:spcBef>
                <a:buClrTx/>
                <a:buSzTx/>
                <a:buFontTx/>
                <a:buNone/>
              </a:pPr>
              <a:t>22</a:t>
            </a:fld>
            <a:endParaRPr lang="en-ZA" altLang="en-US"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75D770A3-B255-46BC-B520-619736DCCEB5}"/>
              </a:ext>
            </a:extLst>
          </p:cNvPr>
          <p:cNvSpPr>
            <a:spLocks noGrp="1"/>
          </p:cNvSpPr>
          <p:nvPr>
            <p:ph type="title"/>
          </p:nvPr>
        </p:nvSpPr>
        <p:spPr/>
        <p:txBody>
          <a:bodyPr/>
          <a:lstStyle/>
          <a:p>
            <a:pPr eaLnBrk="1" hangingPunct="1"/>
            <a:r>
              <a:rPr lang="en-US" altLang="en-US"/>
              <a:t>Example 2</a:t>
            </a:r>
          </a:p>
        </p:txBody>
      </p:sp>
      <p:sp>
        <p:nvSpPr>
          <p:cNvPr id="99330" name="Content Placeholder 2">
            <a:extLst>
              <a:ext uri="{FF2B5EF4-FFF2-40B4-BE49-F238E27FC236}">
                <a16:creationId xmlns:a16="http://schemas.microsoft.com/office/drawing/2014/main" id="{2421C28B-C3B0-46E3-84EF-5C868B3CD0A7}"/>
              </a:ext>
            </a:extLst>
          </p:cNvPr>
          <p:cNvSpPr>
            <a:spLocks noGrp="1"/>
          </p:cNvSpPr>
          <p:nvPr>
            <p:ph sz="quarter" idx="1"/>
          </p:nvPr>
        </p:nvSpPr>
        <p:spPr>
          <a:xfrm>
            <a:off x="468313" y="2276475"/>
            <a:ext cx="8229600" cy="1973263"/>
          </a:xfrm>
        </p:spPr>
        <p:txBody>
          <a:bodyPr/>
          <a:lstStyle/>
          <a:p>
            <a:pPr algn="just" eaLnBrk="1" hangingPunct="1">
              <a:buFont typeface="Arial" panose="020B0604020202020204" pitchFamily="34" charset="0"/>
              <a:buNone/>
            </a:pPr>
            <a:r>
              <a:rPr lang="en-US" altLang="en-US"/>
              <a:t>   A proton is moving in a circular orbit of radius 14 cm in a uniform 0.35-T magnetic field perpendicular to the velocity of the proton. Find the speed of the proton.</a:t>
            </a:r>
          </a:p>
        </p:txBody>
      </p:sp>
      <p:sp>
        <p:nvSpPr>
          <p:cNvPr id="99331" name="Date Placeholder 3">
            <a:extLst>
              <a:ext uri="{FF2B5EF4-FFF2-40B4-BE49-F238E27FC236}">
                <a16:creationId xmlns:a16="http://schemas.microsoft.com/office/drawing/2014/main" id="{A7F0A90F-7858-48D5-80E1-7AB196C75C3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A933719-6EC7-4802-838F-9CB6507B9232}"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99332" name="Footer Placeholder 4">
            <a:extLst>
              <a:ext uri="{FF2B5EF4-FFF2-40B4-BE49-F238E27FC236}">
                <a16:creationId xmlns:a16="http://schemas.microsoft.com/office/drawing/2014/main" id="{C6277BF6-A81C-4F7A-B6FD-994894B849C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99333" name="Slide Number Placeholder 5">
            <a:extLst>
              <a:ext uri="{FF2B5EF4-FFF2-40B4-BE49-F238E27FC236}">
                <a16:creationId xmlns:a16="http://schemas.microsoft.com/office/drawing/2014/main" id="{5D44F39D-A8E9-4A41-9E63-371382BC774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650DD04-E659-4636-B193-21C6E8522E2F}" type="slidenum">
              <a:rPr lang="en-ZA" altLang="en-US" sz="1400">
                <a:solidFill>
                  <a:srgbClr val="FFFFFF"/>
                </a:solidFill>
                <a:latin typeface="Franklin Gothic Book" panose="020B0503020102020204" pitchFamily="34" charset="0"/>
              </a:rPr>
              <a:pPr>
                <a:spcBef>
                  <a:spcPct val="0"/>
                </a:spcBef>
                <a:buClrTx/>
                <a:buSzTx/>
                <a:buFontTx/>
                <a:buNone/>
              </a:pPr>
              <a:t>23</a:t>
            </a:fld>
            <a:endParaRPr lang="en-ZA" altLang="en-US"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8ECDDF49-F14B-4874-9610-DFC5D1710238}"/>
              </a:ext>
            </a:extLst>
          </p:cNvPr>
          <p:cNvSpPr>
            <a:spLocks noGrp="1"/>
          </p:cNvSpPr>
          <p:nvPr>
            <p:ph type="title"/>
          </p:nvPr>
        </p:nvSpPr>
        <p:spPr/>
        <p:txBody>
          <a:bodyPr/>
          <a:lstStyle/>
          <a:p>
            <a:pPr eaLnBrk="1" hangingPunct="1"/>
            <a:r>
              <a:rPr lang="en-US" altLang="en-US"/>
              <a:t>Example 3</a:t>
            </a:r>
          </a:p>
        </p:txBody>
      </p:sp>
      <p:pic>
        <p:nvPicPr>
          <p:cNvPr id="100354" name="Picture 2">
            <a:extLst>
              <a:ext uri="{FF2B5EF4-FFF2-40B4-BE49-F238E27FC236}">
                <a16:creationId xmlns:a16="http://schemas.microsoft.com/office/drawing/2014/main" id="{46FE7811-D977-4309-8B75-BA13A4FF1E77}"/>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95288" y="1484313"/>
            <a:ext cx="8424862" cy="4608512"/>
          </a:xfrm>
          <a:noFill/>
        </p:spPr>
      </p:pic>
      <p:sp>
        <p:nvSpPr>
          <p:cNvPr id="100355" name="Date Placeholder 3">
            <a:extLst>
              <a:ext uri="{FF2B5EF4-FFF2-40B4-BE49-F238E27FC236}">
                <a16:creationId xmlns:a16="http://schemas.microsoft.com/office/drawing/2014/main" id="{E27362EA-FD35-4C3B-BAF5-3016D9741D4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D85017B-E67E-4134-871A-A5B40E708BFE}"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00356" name="Footer Placeholder 4">
            <a:extLst>
              <a:ext uri="{FF2B5EF4-FFF2-40B4-BE49-F238E27FC236}">
                <a16:creationId xmlns:a16="http://schemas.microsoft.com/office/drawing/2014/main" id="{6A92CEF4-21E0-4888-9655-683B408D867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00357" name="Slide Number Placeholder 5">
            <a:extLst>
              <a:ext uri="{FF2B5EF4-FFF2-40B4-BE49-F238E27FC236}">
                <a16:creationId xmlns:a16="http://schemas.microsoft.com/office/drawing/2014/main" id="{8F6968B7-E752-43BF-8195-D56CD002601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92BE1B5-35BB-410A-8834-A4AE4FBE97CC}" type="slidenum">
              <a:rPr lang="en-ZA" altLang="en-US" sz="1400">
                <a:solidFill>
                  <a:srgbClr val="FFFFFF"/>
                </a:solidFill>
                <a:latin typeface="Franklin Gothic Book" panose="020B0503020102020204" pitchFamily="34" charset="0"/>
              </a:rPr>
              <a:pPr>
                <a:spcBef>
                  <a:spcPct val="0"/>
                </a:spcBef>
                <a:buClrTx/>
                <a:buSzTx/>
                <a:buFontTx/>
                <a:buNone/>
              </a:pPr>
              <a:t>24</a:t>
            </a:fld>
            <a:endParaRPr lang="en-ZA" altLang="en-US"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a:extLst>
              <a:ext uri="{FF2B5EF4-FFF2-40B4-BE49-F238E27FC236}">
                <a16:creationId xmlns:a16="http://schemas.microsoft.com/office/drawing/2014/main" id="{5E374ADA-43BC-43FA-93DA-9026497FAD43}"/>
              </a:ext>
            </a:extLst>
          </p:cNvPr>
          <p:cNvSpPr>
            <a:spLocks noGrp="1"/>
          </p:cNvSpPr>
          <p:nvPr>
            <p:ph type="title"/>
          </p:nvPr>
        </p:nvSpPr>
        <p:spPr>
          <a:xfrm>
            <a:off x="900113" y="260350"/>
            <a:ext cx="7772400" cy="576263"/>
          </a:xfrm>
        </p:spPr>
        <p:txBody>
          <a:bodyPr/>
          <a:lstStyle/>
          <a:p>
            <a:pPr eaLnBrk="1" hangingPunct="1"/>
            <a:r>
              <a:rPr lang="en-US" altLang="en-US" sz="2800" b="1"/>
              <a:t>2.2 SOURCES OF THE MAGNETIC FIELDS</a:t>
            </a:r>
          </a:p>
        </p:txBody>
      </p:sp>
      <p:sp>
        <p:nvSpPr>
          <p:cNvPr id="101378" name="Content Placeholder 2">
            <a:extLst>
              <a:ext uri="{FF2B5EF4-FFF2-40B4-BE49-F238E27FC236}">
                <a16:creationId xmlns:a16="http://schemas.microsoft.com/office/drawing/2014/main" id="{64144718-B87A-46F9-A1ED-690FDA1ADDA9}"/>
              </a:ext>
            </a:extLst>
          </p:cNvPr>
          <p:cNvSpPr>
            <a:spLocks noGrp="1"/>
          </p:cNvSpPr>
          <p:nvPr>
            <p:ph sz="quarter" idx="1"/>
          </p:nvPr>
        </p:nvSpPr>
        <p:spPr/>
        <p:txBody>
          <a:bodyPr/>
          <a:lstStyle/>
          <a:p>
            <a:pPr eaLnBrk="1" hangingPunct="1">
              <a:buFont typeface="Arial" panose="020B0604020202020204" pitchFamily="34" charset="0"/>
              <a:buNone/>
            </a:pPr>
            <a:r>
              <a:rPr lang="en-US" altLang="en-US" b="1"/>
              <a:t>2.2.1 The Biot-Savart Law</a:t>
            </a:r>
          </a:p>
          <a:p>
            <a:pPr algn="just" eaLnBrk="1" hangingPunct="1">
              <a:buFont typeface="Arial" panose="020B0604020202020204" pitchFamily="34" charset="0"/>
              <a:buNone/>
            </a:pPr>
            <a:r>
              <a:rPr lang="en-US" altLang="en-US"/>
              <a:t>   </a:t>
            </a:r>
            <a:r>
              <a:rPr lang="en-US" altLang="en-US" sz="2000"/>
              <a:t>Let a certain conductor be carrying a current ‘</a:t>
            </a:r>
            <a:r>
              <a:rPr lang="en-US" altLang="en-US" sz="2000" b="1"/>
              <a:t>I</a:t>
            </a:r>
            <a:r>
              <a:rPr lang="en-US" altLang="en-US" sz="2000"/>
              <a:t>’ in a direction shown on the figure. Let ‘</a:t>
            </a:r>
            <a:r>
              <a:rPr lang="en-US" altLang="en-US" sz="2000" b="1"/>
              <a:t>P</a:t>
            </a:r>
            <a:r>
              <a:rPr lang="en-US" altLang="en-US" sz="2000"/>
              <a:t>’ be the point where the magnetic field due to the wire is to be studied. Let a small portion be considered which is of length ‘</a:t>
            </a:r>
            <a:r>
              <a:rPr lang="en-US" altLang="en-US" sz="2000" b="1"/>
              <a:t>ds’</a:t>
            </a:r>
            <a:r>
              <a:rPr lang="en-US" altLang="en-US" sz="2000"/>
              <a:t>. Let the line joining </a:t>
            </a:r>
            <a:r>
              <a:rPr lang="en-US" altLang="en-US" sz="2000" b="1"/>
              <a:t>‘ds’ </a:t>
            </a:r>
            <a:r>
              <a:rPr lang="en-US" altLang="en-US" sz="2000"/>
              <a:t>and point </a:t>
            </a:r>
            <a:r>
              <a:rPr lang="en-US" altLang="en-US" sz="2000" b="1"/>
              <a:t>‘P’</a:t>
            </a:r>
            <a:r>
              <a:rPr lang="en-US" altLang="en-US" sz="2000"/>
              <a:t> from an angle </a:t>
            </a:r>
            <a:r>
              <a:rPr lang="en-US" altLang="en-US" sz="2000" b="1"/>
              <a:t>θ</a:t>
            </a:r>
            <a:r>
              <a:rPr lang="en-US" altLang="en-US" sz="2000"/>
              <a:t> with the tangent to </a:t>
            </a:r>
            <a:r>
              <a:rPr lang="en-US" altLang="en-US" sz="2000" b="1"/>
              <a:t>‘ds’. </a:t>
            </a:r>
            <a:r>
              <a:rPr lang="en-US" altLang="en-US" sz="2000"/>
              <a:t>Since the portion considered is very small, the magnetic field given by it at point P will also be small. </a:t>
            </a:r>
          </a:p>
          <a:p>
            <a:pPr eaLnBrk="1" hangingPunct="1">
              <a:buFont typeface="Arial" panose="020B0604020202020204" pitchFamily="34" charset="0"/>
              <a:buNone/>
            </a:pPr>
            <a:endParaRPr lang="en-US" altLang="en-US" sz="2000"/>
          </a:p>
        </p:txBody>
      </p:sp>
      <p:sp>
        <p:nvSpPr>
          <p:cNvPr id="101379" name="Date Placeholder 3">
            <a:extLst>
              <a:ext uri="{FF2B5EF4-FFF2-40B4-BE49-F238E27FC236}">
                <a16:creationId xmlns:a16="http://schemas.microsoft.com/office/drawing/2014/main" id="{BCBB8AB5-5D3D-4474-9E7E-B67245C72DB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F756CDC-FC33-453C-B8D6-8FEC14C83C5E}"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01380" name="Footer Placeholder 4">
            <a:extLst>
              <a:ext uri="{FF2B5EF4-FFF2-40B4-BE49-F238E27FC236}">
                <a16:creationId xmlns:a16="http://schemas.microsoft.com/office/drawing/2014/main" id="{9571BFD2-491E-4C9A-BBD4-E8D94959715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01381" name="Slide Number Placeholder 5">
            <a:extLst>
              <a:ext uri="{FF2B5EF4-FFF2-40B4-BE49-F238E27FC236}">
                <a16:creationId xmlns:a16="http://schemas.microsoft.com/office/drawing/2014/main" id="{23C37019-9402-4D5F-BF58-5E913C7D44E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E7B5DD5-02D7-4798-9F5F-F3898ADA344F}" type="slidenum">
              <a:rPr lang="en-ZA" altLang="en-US" sz="1400">
                <a:solidFill>
                  <a:srgbClr val="FFFFFF"/>
                </a:solidFill>
                <a:latin typeface="Franklin Gothic Book" panose="020B0503020102020204" pitchFamily="34" charset="0"/>
              </a:rPr>
              <a:pPr>
                <a:spcBef>
                  <a:spcPct val="0"/>
                </a:spcBef>
                <a:buClrTx/>
                <a:buSzTx/>
                <a:buFontTx/>
                <a:buNone/>
              </a:pPr>
              <a:t>25</a:t>
            </a:fld>
            <a:endParaRPr lang="en-ZA" altLang="en-US" sz="1400">
              <a:solidFill>
                <a:srgbClr val="FFFFFF"/>
              </a:solidFill>
              <a:latin typeface="Franklin Gothic Book" panose="020B0503020102020204" pitchFamily="34" charset="0"/>
            </a:endParaRPr>
          </a:p>
        </p:txBody>
      </p:sp>
      <p:pic>
        <p:nvPicPr>
          <p:cNvPr id="101382" name="Picture 6">
            <a:extLst>
              <a:ext uri="{FF2B5EF4-FFF2-40B4-BE49-F238E27FC236}">
                <a16:creationId xmlns:a16="http://schemas.microsoft.com/office/drawing/2014/main" id="{B58F1912-9B27-4BE3-ABAC-D4EEBD5C80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638" y="3933825"/>
            <a:ext cx="2298700" cy="250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3" name="Picture 7">
            <a:extLst>
              <a:ext uri="{FF2B5EF4-FFF2-40B4-BE49-F238E27FC236}">
                <a16:creationId xmlns:a16="http://schemas.microsoft.com/office/drawing/2014/main" id="{1666FFAB-BD20-465D-BFBD-F96E183F58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400" y="4724400"/>
            <a:ext cx="86360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a:extLst>
              <a:ext uri="{FF2B5EF4-FFF2-40B4-BE49-F238E27FC236}">
                <a16:creationId xmlns:a16="http://schemas.microsoft.com/office/drawing/2014/main" id="{F18EE360-178E-4D61-8F8B-C4915C190B74}"/>
              </a:ext>
            </a:extLst>
          </p:cNvPr>
          <p:cNvSpPr>
            <a:spLocks noGrp="1"/>
          </p:cNvSpPr>
          <p:nvPr>
            <p:ph type="title"/>
          </p:nvPr>
        </p:nvSpPr>
        <p:spPr/>
        <p:txBody>
          <a:bodyPr/>
          <a:lstStyle/>
          <a:p>
            <a:pPr eaLnBrk="1" hangingPunct="1"/>
            <a:r>
              <a:rPr lang="en-US" altLang="en-US" b="1"/>
              <a:t>The Biot-Savart Law</a:t>
            </a:r>
            <a:endParaRPr lang="en-US" altLang="en-US"/>
          </a:p>
        </p:txBody>
      </p:sp>
      <p:sp>
        <p:nvSpPr>
          <p:cNvPr id="102402" name="Content Placeholder 2">
            <a:extLst>
              <a:ext uri="{FF2B5EF4-FFF2-40B4-BE49-F238E27FC236}">
                <a16:creationId xmlns:a16="http://schemas.microsoft.com/office/drawing/2014/main" id="{61608C54-C68D-49A5-A45D-CF32DAF9C5BD}"/>
              </a:ext>
            </a:extLst>
          </p:cNvPr>
          <p:cNvSpPr>
            <a:spLocks noGrp="1"/>
          </p:cNvSpPr>
          <p:nvPr>
            <p:ph sz="quarter" idx="1"/>
          </p:nvPr>
        </p:nvSpPr>
        <p:spPr/>
        <p:txBody>
          <a:bodyPr/>
          <a:lstStyle/>
          <a:p>
            <a:pPr algn="just" eaLnBrk="1" hangingPunct="1">
              <a:buFont typeface="Arial" panose="020B0604020202020204" pitchFamily="34" charset="0"/>
              <a:buNone/>
            </a:pPr>
            <a:r>
              <a:rPr lang="en-US" altLang="en-US" sz="2400"/>
              <a:t>By experimental observations and empirically also, dB is found to depend on several factors.</a:t>
            </a:r>
          </a:p>
        </p:txBody>
      </p:sp>
      <p:sp>
        <p:nvSpPr>
          <p:cNvPr id="102403" name="Date Placeholder 3">
            <a:extLst>
              <a:ext uri="{FF2B5EF4-FFF2-40B4-BE49-F238E27FC236}">
                <a16:creationId xmlns:a16="http://schemas.microsoft.com/office/drawing/2014/main" id="{4C15CC12-790C-4353-84F7-8E42365C5E2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EB832C3-173A-47D6-99F3-B04DEDC56E5C}"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02404" name="Footer Placeholder 4">
            <a:extLst>
              <a:ext uri="{FF2B5EF4-FFF2-40B4-BE49-F238E27FC236}">
                <a16:creationId xmlns:a16="http://schemas.microsoft.com/office/drawing/2014/main" id="{26C60306-8244-4171-9A2E-F3B8C93E061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02405" name="Slide Number Placeholder 5">
            <a:extLst>
              <a:ext uri="{FF2B5EF4-FFF2-40B4-BE49-F238E27FC236}">
                <a16:creationId xmlns:a16="http://schemas.microsoft.com/office/drawing/2014/main" id="{3DF57562-6DE3-4753-98B3-26AD119FEE3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3BBF1F4-7803-4AFD-96C3-C7A71CDE309F}" type="slidenum">
              <a:rPr lang="en-ZA" altLang="en-US" sz="1400">
                <a:solidFill>
                  <a:srgbClr val="FFFFFF"/>
                </a:solidFill>
                <a:latin typeface="Franklin Gothic Book" panose="020B0503020102020204" pitchFamily="34" charset="0"/>
              </a:rPr>
              <a:pPr>
                <a:spcBef>
                  <a:spcPct val="0"/>
                </a:spcBef>
                <a:buClrTx/>
                <a:buSzTx/>
                <a:buFontTx/>
                <a:buNone/>
              </a:pPr>
              <a:t>26</a:t>
            </a:fld>
            <a:endParaRPr lang="en-ZA" altLang="en-US" sz="1400">
              <a:solidFill>
                <a:srgbClr val="FFFFFF"/>
              </a:solidFill>
              <a:latin typeface="Franklin Gothic Book" panose="020B0503020102020204" pitchFamily="34" charset="0"/>
            </a:endParaRPr>
          </a:p>
        </p:txBody>
      </p:sp>
      <p:pic>
        <p:nvPicPr>
          <p:cNvPr id="102406" name="Picture 3">
            <a:extLst>
              <a:ext uri="{FF2B5EF4-FFF2-40B4-BE49-F238E27FC236}">
                <a16:creationId xmlns:a16="http://schemas.microsoft.com/office/drawing/2014/main" id="{18519842-871C-4DE6-A54B-C7DD841BC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175" y="2636838"/>
            <a:ext cx="7272338"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a:extLst>
              <a:ext uri="{FF2B5EF4-FFF2-40B4-BE49-F238E27FC236}">
                <a16:creationId xmlns:a16="http://schemas.microsoft.com/office/drawing/2014/main" id="{DF2D6310-7E4F-4D21-9461-7DB864351990}"/>
              </a:ext>
            </a:extLst>
          </p:cNvPr>
          <p:cNvSpPr>
            <a:spLocks noGrp="1"/>
          </p:cNvSpPr>
          <p:nvPr>
            <p:ph type="title"/>
          </p:nvPr>
        </p:nvSpPr>
        <p:spPr>
          <a:xfrm>
            <a:off x="457200" y="274638"/>
            <a:ext cx="8229600" cy="993775"/>
          </a:xfrm>
        </p:spPr>
        <p:txBody>
          <a:bodyPr/>
          <a:lstStyle/>
          <a:p>
            <a:pPr algn="ctr" eaLnBrk="1" hangingPunct="1"/>
            <a:r>
              <a:rPr lang="en-US" altLang="en-US" b="1"/>
              <a:t>The Biot-Savart Law</a:t>
            </a:r>
            <a:endParaRPr lang="en-US" altLang="en-US"/>
          </a:p>
        </p:txBody>
      </p:sp>
      <p:sp>
        <p:nvSpPr>
          <p:cNvPr id="103426" name="Content Placeholder 2">
            <a:extLst>
              <a:ext uri="{FF2B5EF4-FFF2-40B4-BE49-F238E27FC236}">
                <a16:creationId xmlns:a16="http://schemas.microsoft.com/office/drawing/2014/main" id="{67B8D9C6-E0CE-4A6E-A715-443C2338B123}"/>
              </a:ext>
            </a:extLst>
          </p:cNvPr>
          <p:cNvSpPr>
            <a:spLocks noGrp="1"/>
          </p:cNvSpPr>
          <p:nvPr>
            <p:ph sz="quarter" idx="1"/>
          </p:nvPr>
        </p:nvSpPr>
        <p:spPr/>
        <p:txBody>
          <a:bodyPr/>
          <a:lstStyle/>
          <a:p>
            <a:pPr eaLnBrk="1" hangingPunct="1">
              <a:buFont typeface="Arial" panose="020B0604020202020204" pitchFamily="34" charset="0"/>
              <a:buNone/>
            </a:pPr>
            <a:r>
              <a:rPr lang="en-US" altLang="en-US"/>
              <a:t>   These observations are summarized in the mathematical formula known today as the Biot-Savart law:</a:t>
            </a:r>
          </a:p>
        </p:txBody>
      </p:sp>
      <p:sp>
        <p:nvSpPr>
          <p:cNvPr id="103427" name="Date Placeholder 3">
            <a:extLst>
              <a:ext uri="{FF2B5EF4-FFF2-40B4-BE49-F238E27FC236}">
                <a16:creationId xmlns:a16="http://schemas.microsoft.com/office/drawing/2014/main" id="{D750D718-E4A6-43B4-AE40-691705BEF3F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0400B0A-8655-450D-AF36-5C06F0E3E90E}"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03428" name="Footer Placeholder 4">
            <a:extLst>
              <a:ext uri="{FF2B5EF4-FFF2-40B4-BE49-F238E27FC236}">
                <a16:creationId xmlns:a16="http://schemas.microsoft.com/office/drawing/2014/main" id="{3F4EC7A7-A112-4E46-972D-6D9F43F7B11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03429" name="Slide Number Placeholder 5">
            <a:extLst>
              <a:ext uri="{FF2B5EF4-FFF2-40B4-BE49-F238E27FC236}">
                <a16:creationId xmlns:a16="http://schemas.microsoft.com/office/drawing/2014/main" id="{0225F0FE-9E76-4626-89B4-074D5B01359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FF73EAE-C87D-4DFD-9214-A4153612EFD5}" type="slidenum">
              <a:rPr lang="en-ZA" altLang="en-US" sz="1400">
                <a:solidFill>
                  <a:srgbClr val="FFFFFF"/>
                </a:solidFill>
                <a:latin typeface="Franklin Gothic Book" panose="020B0503020102020204" pitchFamily="34" charset="0"/>
              </a:rPr>
              <a:pPr>
                <a:spcBef>
                  <a:spcPct val="0"/>
                </a:spcBef>
                <a:buClrTx/>
                <a:buSzTx/>
                <a:buFontTx/>
                <a:buNone/>
              </a:pPr>
              <a:t>27</a:t>
            </a:fld>
            <a:endParaRPr lang="en-ZA" altLang="en-US" sz="1400">
              <a:solidFill>
                <a:srgbClr val="FFFFFF"/>
              </a:solidFill>
              <a:latin typeface="Franklin Gothic Book" panose="020B0503020102020204" pitchFamily="34" charset="0"/>
            </a:endParaRPr>
          </a:p>
        </p:txBody>
      </p:sp>
      <p:pic>
        <p:nvPicPr>
          <p:cNvPr id="103430" name="Picture 4">
            <a:extLst>
              <a:ext uri="{FF2B5EF4-FFF2-40B4-BE49-F238E27FC236}">
                <a16:creationId xmlns:a16="http://schemas.microsoft.com/office/drawing/2014/main" id="{8183F341-4EAA-4A17-90BA-4067433930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924175"/>
            <a:ext cx="7812088" cy="19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a:extLst>
              <a:ext uri="{FF2B5EF4-FFF2-40B4-BE49-F238E27FC236}">
                <a16:creationId xmlns:a16="http://schemas.microsoft.com/office/drawing/2014/main" id="{10730E4F-E7A7-4C03-A35C-76F5F33CF8E3}"/>
              </a:ext>
            </a:extLst>
          </p:cNvPr>
          <p:cNvSpPr>
            <a:spLocks noGrp="1"/>
          </p:cNvSpPr>
          <p:nvPr>
            <p:ph type="title"/>
          </p:nvPr>
        </p:nvSpPr>
        <p:spPr/>
        <p:txBody>
          <a:bodyPr/>
          <a:lstStyle/>
          <a:p>
            <a:pPr eaLnBrk="1" hangingPunct="1"/>
            <a:r>
              <a:rPr lang="en-US" altLang="en-US" b="1"/>
              <a:t>The Biot-Savart Law</a:t>
            </a:r>
            <a:endParaRPr lang="en-US" altLang="en-US"/>
          </a:p>
        </p:txBody>
      </p:sp>
      <p:sp>
        <p:nvSpPr>
          <p:cNvPr id="104450" name="Content Placeholder 2">
            <a:extLst>
              <a:ext uri="{FF2B5EF4-FFF2-40B4-BE49-F238E27FC236}">
                <a16:creationId xmlns:a16="http://schemas.microsoft.com/office/drawing/2014/main" id="{1F60BD4C-E660-4E8D-8F9E-EA83A172F2CB}"/>
              </a:ext>
            </a:extLst>
          </p:cNvPr>
          <p:cNvSpPr>
            <a:spLocks noGrp="1"/>
          </p:cNvSpPr>
          <p:nvPr>
            <p:ph sz="quarter" idx="1"/>
          </p:nvPr>
        </p:nvSpPr>
        <p:spPr>
          <a:xfrm>
            <a:off x="457200" y="1600200"/>
            <a:ext cx="8229600" cy="2908300"/>
          </a:xfrm>
        </p:spPr>
        <p:txBody>
          <a:bodyPr/>
          <a:lstStyle/>
          <a:p>
            <a:pPr algn="just" eaLnBrk="1" hangingPunct="1">
              <a:buFont typeface="Arial" panose="020B0604020202020204" pitchFamily="34" charset="0"/>
              <a:buNone/>
            </a:pPr>
            <a:r>
              <a:rPr lang="en-US" altLang="en-US"/>
              <a:t>The overall magnetic field will be equal to the sum of all these small magnetic fields.</a:t>
            </a:r>
          </a:p>
          <a:p>
            <a:pPr algn="just" eaLnBrk="1" hangingPunct="1">
              <a:buFont typeface="Arial" panose="020B0604020202020204" pitchFamily="34" charset="0"/>
              <a:buNone/>
            </a:pPr>
            <a:endParaRPr lang="en-US" altLang="en-US"/>
          </a:p>
        </p:txBody>
      </p:sp>
      <p:sp>
        <p:nvSpPr>
          <p:cNvPr id="104451" name="Date Placeholder 3">
            <a:extLst>
              <a:ext uri="{FF2B5EF4-FFF2-40B4-BE49-F238E27FC236}">
                <a16:creationId xmlns:a16="http://schemas.microsoft.com/office/drawing/2014/main" id="{00B030C3-009A-489F-BA75-370AE3389F3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16E2B99-31F4-43A4-87E0-73AB466F3DE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04452" name="Footer Placeholder 4">
            <a:extLst>
              <a:ext uri="{FF2B5EF4-FFF2-40B4-BE49-F238E27FC236}">
                <a16:creationId xmlns:a16="http://schemas.microsoft.com/office/drawing/2014/main" id="{86AF3C83-4B42-4088-A020-A49AFADC588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04453" name="Slide Number Placeholder 5">
            <a:extLst>
              <a:ext uri="{FF2B5EF4-FFF2-40B4-BE49-F238E27FC236}">
                <a16:creationId xmlns:a16="http://schemas.microsoft.com/office/drawing/2014/main" id="{DC2061A5-0972-4CDE-B132-E2A85A1D8AB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6108A83-9062-4FBF-98CF-B4D581972183}" type="slidenum">
              <a:rPr lang="en-ZA" altLang="en-US" sz="1400">
                <a:solidFill>
                  <a:srgbClr val="FFFFFF"/>
                </a:solidFill>
                <a:latin typeface="Franklin Gothic Book" panose="020B0503020102020204" pitchFamily="34" charset="0"/>
              </a:rPr>
              <a:pPr>
                <a:spcBef>
                  <a:spcPct val="0"/>
                </a:spcBef>
                <a:buClrTx/>
                <a:buSzTx/>
                <a:buFontTx/>
                <a:buNone/>
              </a:pPr>
              <a:t>28</a:t>
            </a:fld>
            <a:endParaRPr lang="en-ZA" altLang="en-US" sz="1400">
              <a:solidFill>
                <a:srgbClr val="FFFFFF"/>
              </a:solidFill>
              <a:latin typeface="Franklin Gothic Book" panose="020B0503020102020204" pitchFamily="34" charset="0"/>
            </a:endParaRPr>
          </a:p>
        </p:txBody>
      </p:sp>
      <p:pic>
        <p:nvPicPr>
          <p:cNvPr id="104454" name="Picture 2">
            <a:extLst>
              <a:ext uri="{FF2B5EF4-FFF2-40B4-BE49-F238E27FC236}">
                <a16:creationId xmlns:a16="http://schemas.microsoft.com/office/drawing/2014/main" id="{3C5BDE47-349F-4A11-B9AC-376587414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2852738"/>
            <a:ext cx="8829675"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2A33C-E8C5-426D-A4E8-7BFF3B0405C8}"/>
              </a:ext>
            </a:extLst>
          </p:cNvPr>
          <p:cNvSpPr>
            <a:spLocks noGrp="1"/>
          </p:cNvSpPr>
          <p:nvPr>
            <p:ph type="title"/>
          </p:nvPr>
        </p:nvSpPr>
        <p:spPr/>
        <p:txBody>
          <a:bodyPr/>
          <a:lstStyle/>
          <a:p>
            <a:pPr>
              <a:defRPr/>
            </a:pPr>
            <a:r>
              <a:rPr lang="en-US" altLang="en-RW" sz="2800" b="1" dirty="0">
                <a:latin typeface="+mn-lt"/>
              </a:rPr>
              <a:t>2.2.2. Magnetic Field Surrounding a Thin, Straight Conductor</a:t>
            </a:r>
            <a:endParaRPr lang="en-RW" sz="2800" dirty="0">
              <a:latin typeface="+mn-lt"/>
            </a:endParaRPr>
          </a:p>
        </p:txBody>
      </p:sp>
      <p:sp>
        <p:nvSpPr>
          <p:cNvPr id="105474" name="Date Placeholder 3">
            <a:extLst>
              <a:ext uri="{FF2B5EF4-FFF2-40B4-BE49-F238E27FC236}">
                <a16:creationId xmlns:a16="http://schemas.microsoft.com/office/drawing/2014/main" id="{C44B6405-3F22-484F-932A-40AED361235C}"/>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91CFD218-BBD4-4429-ABFF-A61E09BEE605}" type="datetime9">
              <a:rPr lang="en-US" altLang="en-US" smtClean="0">
                <a:solidFill>
                  <a:schemeClr val="tx2"/>
                </a:solidFill>
              </a:rPr>
              <a:pPr/>
              <a:t>3/6/2026 12:46:19 AM</a:t>
            </a:fld>
            <a:endParaRPr lang="en-ZA" altLang="en-US">
              <a:solidFill>
                <a:schemeClr val="tx2"/>
              </a:solidFill>
            </a:endParaRPr>
          </a:p>
        </p:txBody>
      </p:sp>
      <p:sp>
        <p:nvSpPr>
          <p:cNvPr id="105475" name="Footer Placeholder 4">
            <a:extLst>
              <a:ext uri="{FF2B5EF4-FFF2-40B4-BE49-F238E27FC236}">
                <a16:creationId xmlns:a16="http://schemas.microsoft.com/office/drawing/2014/main" id="{AAD270EF-D2F6-4B7E-956E-E5709339F9F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fr-FR" altLang="en-US" dirty="0">
                <a:solidFill>
                  <a:schemeClr val="tx2"/>
                </a:solidFill>
              </a:rPr>
              <a:t>Dr Jean de Dieu NIYONZIMA</a:t>
            </a:r>
            <a:endParaRPr lang="en-ZA" altLang="en-US" dirty="0">
              <a:solidFill>
                <a:schemeClr val="tx2"/>
              </a:solidFill>
            </a:endParaRPr>
          </a:p>
        </p:txBody>
      </p:sp>
      <p:sp>
        <p:nvSpPr>
          <p:cNvPr id="105476" name="Slide Number Placeholder 5">
            <a:extLst>
              <a:ext uri="{FF2B5EF4-FFF2-40B4-BE49-F238E27FC236}">
                <a16:creationId xmlns:a16="http://schemas.microsoft.com/office/drawing/2014/main" id="{5DAAE103-4F2A-43AD-9082-1123EE628F1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48F6F4A-CFD4-4F8B-B1C6-55803697808C}" type="slidenum">
              <a:rPr lang="en-ZA" altLang="en-US">
                <a:solidFill>
                  <a:srgbClr val="FFFFFF"/>
                </a:solidFill>
                <a:latin typeface="Franklin Gothic Book" panose="020B0503020102020204" pitchFamily="34" charset="0"/>
              </a:rPr>
              <a:pPr/>
              <a:t>29</a:t>
            </a:fld>
            <a:endParaRPr lang="en-ZA" altLang="en-US">
              <a:solidFill>
                <a:srgbClr val="FFFFFF"/>
              </a:solidFill>
              <a:latin typeface="Franklin Gothic Book" panose="020B0503020102020204" pitchFamily="34" charset="0"/>
            </a:endParaRPr>
          </a:p>
        </p:txBody>
      </p:sp>
      <p:pic>
        <p:nvPicPr>
          <p:cNvPr id="105477" name="Content Placeholder 6" descr="Chart&#10;&#10;Description automatically generated">
            <a:extLst>
              <a:ext uri="{FF2B5EF4-FFF2-40B4-BE49-F238E27FC236}">
                <a16:creationId xmlns:a16="http://schemas.microsoft.com/office/drawing/2014/main" id="{B5C28008-F741-44BB-89BB-9A12994AC832}"/>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692275" y="1554163"/>
            <a:ext cx="5318125" cy="3729037"/>
          </a:xfrm>
        </p:spPr>
      </p:pic>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a:extLst>
              <a:ext uri="{FF2B5EF4-FFF2-40B4-BE49-F238E27FC236}">
                <a16:creationId xmlns:a16="http://schemas.microsoft.com/office/drawing/2014/main" id="{029B6477-1D05-4587-99BC-F8EB9936C468}"/>
              </a:ext>
            </a:extLst>
          </p:cNvPr>
          <p:cNvSpPr>
            <a:spLocks noGrp="1"/>
          </p:cNvSpPr>
          <p:nvPr>
            <p:ph type="title"/>
          </p:nvPr>
        </p:nvSpPr>
        <p:spPr/>
        <p:txBody>
          <a:bodyPr/>
          <a:lstStyle/>
          <a:p>
            <a:pPr eaLnBrk="1" hangingPunct="1"/>
            <a:r>
              <a:rPr lang="en-US" altLang="en-US" sz="2400" b="1"/>
              <a:t>2.2.2. Magnetic Field Surrounding a Thin, Straight Conductor</a:t>
            </a:r>
          </a:p>
        </p:txBody>
      </p:sp>
      <p:pic>
        <p:nvPicPr>
          <p:cNvPr id="106498" name="Picture 2">
            <a:extLst>
              <a:ext uri="{FF2B5EF4-FFF2-40B4-BE49-F238E27FC236}">
                <a16:creationId xmlns:a16="http://schemas.microsoft.com/office/drawing/2014/main" id="{F1645575-0BA5-44DE-871D-5CC541E55841}"/>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990600" y="1543050"/>
            <a:ext cx="7620000" cy="4381500"/>
          </a:xfrm>
          <a:noFill/>
        </p:spPr>
      </p:pic>
      <p:sp>
        <p:nvSpPr>
          <p:cNvPr id="106499" name="Date Placeholder 3">
            <a:extLst>
              <a:ext uri="{FF2B5EF4-FFF2-40B4-BE49-F238E27FC236}">
                <a16:creationId xmlns:a16="http://schemas.microsoft.com/office/drawing/2014/main" id="{B107A631-251B-4661-8894-2B41B21A0A4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A69FEC5-2A8E-4C8D-8D72-58E8816FAE32}"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06500" name="Footer Placeholder 4">
            <a:extLst>
              <a:ext uri="{FF2B5EF4-FFF2-40B4-BE49-F238E27FC236}">
                <a16:creationId xmlns:a16="http://schemas.microsoft.com/office/drawing/2014/main" id="{CB2D506E-761E-443C-99EC-8822F25D772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06501" name="Slide Number Placeholder 5">
            <a:extLst>
              <a:ext uri="{FF2B5EF4-FFF2-40B4-BE49-F238E27FC236}">
                <a16:creationId xmlns:a16="http://schemas.microsoft.com/office/drawing/2014/main" id="{1AA205FE-CE4B-4842-A48A-EE15D29DDC1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DB7867C-1C09-4BCF-B126-5E3368974C80}" type="slidenum">
              <a:rPr lang="en-ZA" altLang="en-US" sz="1400">
                <a:solidFill>
                  <a:srgbClr val="FFFFFF"/>
                </a:solidFill>
                <a:latin typeface="Franklin Gothic Book" panose="020B0503020102020204" pitchFamily="34" charset="0"/>
              </a:rPr>
              <a:pPr>
                <a:spcBef>
                  <a:spcPct val="0"/>
                </a:spcBef>
                <a:buClrTx/>
                <a:buSzTx/>
                <a:buFontTx/>
                <a:buNone/>
              </a:pPr>
              <a:t>30</a:t>
            </a:fld>
            <a:endParaRPr lang="en-ZA" altLang="en-US"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a:extLst>
              <a:ext uri="{FF2B5EF4-FFF2-40B4-BE49-F238E27FC236}">
                <a16:creationId xmlns:a16="http://schemas.microsoft.com/office/drawing/2014/main" id="{D36236BF-5793-4F54-B767-F6D1260874EE}"/>
              </a:ext>
            </a:extLst>
          </p:cNvPr>
          <p:cNvSpPr>
            <a:spLocks noGrp="1"/>
          </p:cNvSpPr>
          <p:nvPr>
            <p:ph type="title"/>
          </p:nvPr>
        </p:nvSpPr>
        <p:spPr>
          <a:xfrm>
            <a:off x="457200" y="274638"/>
            <a:ext cx="8229600" cy="633412"/>
          </a:xfrm>
        </p:spPr>
        <p:txBody>
          <a:bodyPr/>
          <a:lstStyle/>
          <a:p>
            <a:pPr eaLnBrk="1" hangingPunct="1"/>
            <a:r>
              <a:rPr lang="en-US" altLang="en-US" sz="2400" b="1"/>
              <a:t>2.2.3 The Magnetic Force Between Two Parallel Conductors</a:t>
            </a:r>
          </a:p>
        </p:txBody>
      </p:sp>
      <p:pic>
        <p:nvPicPr>
          <p:cNvPr id="107522" name="Picture 2">
            <a:extLst>
              <a:ext uri="{FF2B5EF4-FFF2-40B4-BE49-F238E27FC236}">
                <a16:creationId xmlns:a16="http://schemas.microsoft.com/office/drawing/2014/main" id="{92FECFF1-C936-4E29-B7C3-027DAA02538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752600" y="1447800"/>
            <a:ext cx="6096000" cy="4572000"/>
          </a:xfrm>
          <a:noFill/>
        </p:spPr>
      </p:pic>
      <p:sp>
        <p:nvSpPr>
          <p:cNvPr id="107523" name="Date Placeholder 3">
            <a:extLst>
              <a:ext uri="{FF2B5EF4-FFF2-40B4-BE49-F238E27FC236}">
                <a16:creationId xmlns:a16="http://schemas.microsoft.com/office/drawing/2014/main" id="{EA670145-98AC-4AC1-8195-FFAA70B37C7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5C8E117-0FD5-4A27-A8C6-DED77E7E15B1}"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07524" name="Footer Placeholder 4">
            <a:extLst>
              <a:ext uri="{FF2B5EF4-FFF2-40B4-BE49-F238E27FC236}">
                <a16:creationId xmlns:a16="http://schemas.microsoft.com/office/drawing/2014/main" id="{25420016-4483-4112-9B42-DB055604B90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07525" name="Slide Number Placeholder 5">
            <a:extLst>
              <a:ext uri="{FF2B5EF4-FFF2-40B4-BE49-F238E27FC236}">
                <a16:creationId xmlns:a16="http://schemas.microsoft.com/office/drawing/2014/main" id="{334C1F1D-FC93-4D85-A88F-CDAB75FD3B4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47B3162-C433-433B-BB6D-D49360F75B13}" type="slidenum">
              <a:rPr lang="en-ZA" altLang="en-US" sz="1400">
                <a:solidFill>
                  <a:srgbClr val="FFFFFF"/>
                </a:solidFill>
                <a:latin typeface="Franklin Gothic Book" panose="020B0503020102020204" pitchFamily="34" charset="0"/>
              </a:rPr>
              <a:pPr>
                <a:spcBef>
                  <a:spcPct val="0"/>
                </a:spcBef>
                <a:buClrTx/>
                <a:buSzTx/>
                <a:buFontTx/>
                <a:buNone/>
              </a:pPr>
              <a:t>31</a:t>
            </a:fld>
            <a:endParaRPr lang="en-ZA" altLang="en-US" sz="1400">
              <a:solidFill>
                <a:srgbClr val="FFFFFF"/>
              </a:solidFill>
              <a:latin typeface="Franklin Gothic Book" panose="020B0503020102020204" pitchFamily="34" charset="0"/>
            </a:endParaRPr>
          </a:p>
        </p:txBody>
      </p:sp>
      <p:pic>
        <p:nvPicPr>
          <p:cNvPr id="107526" name="Picture 3">
            <a:extLst>
              <a:ext uri="{FF2B5EF4-FFF2-40B4-BE49-F238E27FC236}">
                <a16:creationId xmlns:a16="http://schemas.microsoft.com/office/drawing/2014/main" id="{D1B07F95-A05F-4FE8-BDE1-640D4BD8E0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1557338"/>
            <a:ext cx="647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a:extLst>
              <a:ext uri="{FF2B5EF4-FFF2-40B4-BE49-F238E27FC236}">
                <a16:creationId xmlns:a16="http://schemas.microsoft.com/office/drawing/2014/main" id="{2D034ED0-F062-4957-A251-4566B901BA12}"/>
              </a:ext>
            </a:extLst>
          </p:cNvPr>
          <p:cNvSpPr>
            <a:spLocks noGrp="1"/>
          </p:cNvSpPr>
          <p:nvPr>
            <p:ph type="title"/>
          </p:nvPr>
        </p:nvSpPr>
        <p:spPr/>
        <p:txBody>
          <a:bodyPr/>
          <a:lstStyle/>
          <a:p>
            <a:r>
              <a:rPr lang="en-US" altLang="en-US" b="1"/>
              <a:t>Ampere's Law</a:t>
            </a:r>
            <a:endParaRPr lang="en-US" altLang="en-US"/>
          </a:p>
        </p:txBody>
      </p:sp>
      <p:sp>
        <p:nvSpPr>
          <p:cNvPr id="108546" name="Date Placeholder 3">
            <a:extLst>
              <a:ext uri="{FF2B5EF4-FFF2-40B4-BE49-F238E27FC236}">
                <a16:creationId xmlns:a16="http://schemas.microsoft.com/office/drawing/2014/main" id="{B04EFAF2-9B3C-4805-BBBD-69E277B6D76A}"/>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2F66A8CF-D97D-402C-A2F7-4240767CD43F}" type="datetime9">
              <a:rPr lang="en-US" altLang="en-US" smtClean="0">
                <a:solidFill>
                  <a:schemeClr val="tx2"/>
                </a:solidFill>
              </a:rPr>
              <a:pPr/>
              <a:t>3/6/2026 12:46:19 AM</a:t>
            </a:fld>
            <a:endParaRPr lang="en-ZA" altLang="en-US">
              <a:solidFill>
                <a:schemeClr val="tx2"/>
              </a:solidFill>
            </a:endParaRPr>
          </a:p>
        </p:txBody>
      </p:sp>
      <p:sp>
        <p:nvSpPr>
          <p:cNvPr id="108547" name="Footer Placeholder 4">
            <a:extLst>
              <a:ext uri="{FF2B5EF4-FFF2-40B4-BE49-F238E27FC236}">
                <a16:creationId xmlns:a16="http://schemas.microsoft.com/office/drawing/2014/main" id="{AC7E41A1-2545-4412-B938-3DD3558A5F9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fr-FR" altLang="en-US" dirty="0">
                <a:solidFill>
                  <a:schemeClr val="tx2"/>
                </a:solidFill>
              </a:rPr>
              <a:t>Dr Jean de Dieu NIYONZIMA</a:t>
            </a:r>
            <a:endParaRPr lang="en-ZA" altLang="en-US" dirty="0">
              <a:solidFill>
                <a:schemeClr val="tx2"/>
              </a:solidFill>
            </a:endParaRPr>
          </a:p>
        </p:txBody>
      </p:sp>
      <p:sp>
        <p:nvSpPr>
          <p:cNvPr id="108548" name="Slide Number Placeholder 5">
            <a:extLst>
              <a:ext uri="{FF2B5EF4-FFF2-40B4-BE49-F238E27FC236}">
                <a16:creationId xmlns:a16="http://schemas.microsoft.com/office/drawing/2014/main" id="{75A8FE37-9AEB-4A08-B601-AAFE66F1D22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4D6EE899-3E59-45F5-B5D9-51D1816C52C9}" type="slidenum">
              <a:rPr lang="en-ZA" altLang="en-US">
                <a:solidFill>
                  <a:srgbClr val="FFFFFF"/>
                </a:solidFill>
                <a:latin typeface="Franklin Gothic Book" panose="020B0503020102020204" pitchFamily="34" charset="0"/>
              </a:rPr>
              <a:pPr/>
              <a:t>32</a:t>
            </a:fld>
            <a:endParaRPr lang="en-ZA" altLang="en-US">
              <a:solidFill>
                <a:srgbClr val="FFFFFF"/>
              </a:solidFill>
              <a:latin typeface="Franklin Gothic Book" panose="020B0503020102020204" pitchFamily="34" charset="0"/>
            </a:endParaRPr>
          </a:p>
        </p:txBody>
      </p:sp>
      <p:sp>
        <p:nvSpPr>
          <p:cNvPr id="108549" name="Content Placeholder 2">
            <a:extLst>
              <a:ext uri="{FF2B5EF4-FFF2-40B4-BE49-F238E27FC236}">
                <a16:creationId xmlns:a16="http://schemas.microsoft.com/office/drawing/2014/main" id="{5BCB6285-A014-4D0A-994E-C1EF52D61C6D}"/>
              </a:ext>
            </a:extLst>
          </p:cNvPr>
          <p:cNvSpPr>
            <a:spLocks noGrp="1"/>
          </p:cNvSpPr>
          <p:nvPr>
            <p:ph sz="quarter" idx="1"/>
          </p:nvPr>
        </p:nvSpPr>
        <p:spPr>
          <a:xfrm>
            <a:off x="914400" y="1447800"/>
            <a:ext cx="2362200" cy="4572000"/>
          </a:xfrm>
          <a:solidFill>
            <a:srgbClr val="00B0F0"/>
          </a:solidFill>
          <a:ln>
            <a:solidFill>
              <a:srgbClr val="00B0F0"/>
            </a:solidFill>
            <a:miter lim="800000"/>
            <a:headEnd/>
            <a:tailEnd/>
          </a:ln>
        </p:spPr>
        <p:txBody>
          <a:bodyPr/>
          <a:lstStyle/>
          <a:p>
            <a:pPr algn="just" eaLnBrk="1" hangingPunct="1">
              <a:buFont typeface="Wingdings 2" panose="05020102010507070707" pitchFamily="18" charset="2"/>
              <a:buNone/>
            </a:pPr>
            <a:r>
              <a:rPr lang="en-US" altLang="en-US" sz="1800"/>
              <a:t>     </a:t>
            </a:r>
            <a:r>
              <a:rPr lang="en-US" altLang="en-US" sz="1800" b="1">
                <a:solidFill>
                  <a:srgbClr val="FF0000"/>
                </a:solidFill>
              </a:rPr>
              <a:t>Ampere's Law </a:t>
            </a:r>
            <a:r>
              <a:rPr lang="en-US" altLang="en-US" sz="1800" b="1">
                <a:solidFill>
                  <a:srgbClr val="002060"/>
                </a:solidFill>
              </a:rPr>
              <a:t>states that for any closed loop path, the sum of the length elements times the magnetic field in the direction of the length element is equal to the permeability times the electric current enclosed in the loop.</a:t>
            </a:r>
          </a:p>
        </p:txBody>
      </p:sp>
      <p:pic>
        <p:nvPicPr>
          <p:cNvPr id="108550" name="Picture 7">
            <a:extLst>
              <a:ext uri="{FF2B5EF4-FFF2-40B4-BE49-F238E27FC236}">
                <a16:creationId xmlns:a16="http://schemas.microsoft.com/office/drawing/2014/main" id="{E77BA9F4-D9B0-4C89-98A9-6C074644B0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4663" y="1700213"/>
            <a:ext cx="19939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a:extLst>
              <a:ext uri="{FF2B5EF4-FFF2-40B4-BE49-F238E27FC236}">
                <a16:creationId xmlns:a16="http://schemas.microsoft.com/office/drawing/2014/main" id="{C53B620A-3899-4FB0-978D-DD144E52946B}"/>
              </a:ext>
            </a:extLst>
          </p:cNvPr>
          <p:cNvSpPr>
            <a:spLocks noGrp="1"/>
          </p:cNvSpPr>
          <p:nvPr>
            <p:ph type="title"/>
          </p:nvPr>
        </p:nvSpPr>
        <p:spPr>
          <a:xfrm>
            <a:off x="2843213" y="260350"/>
            <a:ext cx="3024187" cy="635000"/>
          </a:xfrm>
        </p:spPr>
        <p:txBody>
          <a:bodyPr/>
          <a:lstStyle/>
          <a:p>
            <a:pPr algn="ctr" eaLnBrk="1" hangingPunct="1"/>
            <a:r>
              <a:rPr lang="en-US" altLang="en-US" sz="2800" b="1"/>
              <a:t>Ampere's Law</a:t>
            </a:r>
            <a:endParaRPr lang="en-US" altLang="en-US" sz="2800"/>
          </a:p>
        </p:txBody>
      </p:sp>
      <p:sp>
        <p:nvSpPr>
          <p:cNvPr id="109570" name="Date Placeholder 4">
            <a:extLst>
              <a:ext uri="{FF2B5EF4-FFF2-40B4-BE49-F238E27FC236}">
                <a16:creationId xmlns:a16="http://schemas.microsoft.com/office/drawing/2014/main" id="{80C09B47-376A-4757-B3FB-28A77C509D4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C4C51AF-89F9-4A92-B394-636DA80B2A58}"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09571" name="Footer Placeholder 5">
            <a:extLst>
              <a:ext uri="{FF2B5EF4-FFF2-40B4-BE49-F238E27FC236}">
                <a16:creationId xmlns:a16="http://schemas.microsoft.com/office/drawing/2014/main" id="{47D1A85A-5B4C-4417-B7BA-7DAFCFA127A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09572" name="Slide Number Placeholder 6">
            <a:extLst>
              <a:ext uri="{FF2B5EF4-FFF2-40B4-BE49-F238E27FC236}">
                <a16:creationId xmlns:a16="http://schemas.microsoft.com/office/drawing/2014/main" id="{1A5FAEC1-AB23-4568-8BFD-9615255FCB7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B8D0E85-5A93-4136-86D8-0ADD399D229B}" type="slidenum">
              <a:rPr lang="en-ZA" altLang="en-US" sz="1400">
                <a:solidFill>
                  <a:srgbClr val="FFFFFF"/>
                </a:solidFill>
                <a:latin typeface="Franklin Gothic Book" panose="020B0503020102020204" pitchFamily="34" charset="0"/>
              </a:rPr>
              <a:pPr>
                <a:spcBef>
                  <a:spcPct val="0"/>
                </a:spcBef>
                <a:buClrTx/>
                <a:buSzTx/>
                <a:buFontTx/>
                <a:buNone/>
              </a:pPr>
              <a:t>33</a:t>
            </a:fld>
            <a:endParaRPr lang="en-ZA" altLang="en-US" sz="1400">
              <a:solidFill>
                <a:srgbClr val="FFFFFF"/>
              </a:solidFill>
              <a:latin typeface="Franklin Gothic Book" panose="020B0503020102020204" pitchFamily="34" charset="0"/>
            </a:endParaRPr>
          </a:p>
        </p:txBody>
      </p:sp>
      <p:sp>
        <p:nvSpPr>
          <p:cNvPr id="109573" name="Content Placeholder 2">
            <a:extLst>
              <a:ext uri="{FF2B5EF4-FFF2-40B4-BE49-F238E27FC236}">
                <a16:creationId xmlns:a16="http://schemas.microsoft.com/office/drawing/2014/main" id="{8D402280-1ACD-4EFC-B0B7-8ED54D04DF68}"/>
              </a:ext>
            </a:extLst>
          </p:cNvPr>
          <p:cNvSpPr>
            <a:spLocks noGrp="1"/>
          </p:cNvSpPr>
          <p:nvPr>
            <p:ph sz="quarter" idx="1"/>
          </p:nvPr>
        </p:nvSpPr>
        <p:spPr>
          <a:xfrm>
            <a:off x="179388" y="1052513"/>
            <a:ext cx="2459037" cy="3700462"/>
          </a:xfrm>
          <a:solidFill>
            <a:srgbClr val="00B0F0"/>
          </a:solidFill>
          <a:ln>
            <a:solidFill>
              <a:srgbClr val="00B0F0"/>
            </a:solidFill>
            <a:miter lim="800000"/>
            <a:headEnd/>
            <a:tailEnd/>
          </a:ln>
        </p:spPr>
        <p:txBody>
          <a:bodyPr/>
          <a:lstStyle/>
          <a:p>
            <a:pPr algn="just" eaLnBrk="1" hangingPunct="1">
              <a:buFont typeface="Wingdings 2" panose="05020102010507070707" pitchFamily="18" charset="2"/>
              <a:buNone/>
            </a:pPr>
            <a:r>
              <a:rPr lang="en-US" altLang="en-US" sz="1800"/>
              <a:t>     </a:t>
            </a:r>
            <a:r>
              <a:rPr lang="en-US" altLang="en-US" sz="1800" b="1">
                <a:solidFill>
                  <a:srgbClr val="FF0000"/>
                </a:solidFill>
              </a:rPr>
              <a:t>Ampere's Law </a:t>
            </a:r>
            <a:r>
              <a:rPr lang="en-US" altLang="en-US" sz="1800" b="1">
                <a:solidFill>
                  <a:srgbClr val="002060"/>
                </a:solidFill>
              </a:rPr>
              <a:t>states that for any closed loop path, the sum of the length elements times the magnetic field in the direction of the length element is equal to the permeability times the electric current enclosed in the loop.</a:t>
            </a:r>
          </a:p>
        </p:txBody>
      </p:sp>
      <p:pic>
        <p:nvPicPr>
          <p:cNvPr id="109574" name="Picture 2">
            <a:extLst>
              <a:ext uri="{FF2B5EF4-FFF2-40B4-BE49-F238E27FC236}">
                <a16:creationId xmlns:a16="http://schemas.microsoft.com/office/drawing/2014/main" id="{5547DD25-AA13-4C03-823C-EAB64BC57B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1196975"/>
            <a:ext cx="6073775"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a:extLst>
              <a:ext uri="{FF2B5EF4-FFF2-40B4-BE49-F238E27FC236}">
                <a16:creationId xmlns:a16="http://schemas.microsoft.com/office/drawing/2014/main" id="{F82CBEA9-F3F9-40C5-92CE-72A4F29FE77E}"/>
              </a:ext>
            </a:extLst>
          </p:cNvPr>
          <p:cNvSpPr>
            <a:spLocks noGrp="1"/>
          </p:cNvSpPr>
          <p:nvPr>
            <p:ph type="title"/>
          </p:nvPr>
        </p:nvSpPr>
        <p:spPr>
          <a:xfrm>
            <a:off x="457200" y="274638"/>
            <a:ext cx="8147050" cy="561975"/>
          </a:xfrm>
        </p:spPr>
        <p:txBody>
          <a:bodyPr/>
          <a:lstStyle/>
          <a:p>
            <a:pPr eaLnBrk="1" hangingPunct="1"/>
            <a:r>
              <a:rPr lang="en-US" altLang="en-US" sz="2000" b="1"/>
              <a:t>2.2.6. Ampere’s Law applications (</a:t>
            </a:r>
            <a:r>
              <a:rPr lang="en-US" altLang="en-US" sz="2000" b="1">
                <a:solidFill>
                  <a:srgbClr val="00B050"/>
                </a:solidFill>
                <a:latin typeface="Times New Roman" panose="02020603050405020304" pitchFamily="18" charset="0"/>
                <a:cs typeface="Times New Roman" panose="02020603050405020304" pitchFamily="18" charset="0"/>
              </a:rPr>
              <a:t>The magnetic field inside the solenoid </a:t>
            </a:r>
            <a:r>
              <a:rPr lang="en-US" altLang="en-US" sz="2000" b="1"/>
              <a:t>) </a:t>
            </a:r>
            <a:endParaRPr lang="en-US" altLang="en-US" sz="2000"/>
          </a:p>
        </p:txBody>
      </p:sp>
      <p:sp>
        <p:nvSpPr>
          <p:cNvPr id="110594" name="Date Placeholder 4">
            <a:extLst>
              <a:ext uri="{FF2B5EF4-FFF2-40B4-BE49-F238E27FC236}">
                <a16:creationId xmlns:a16="http://schemas.microsoft.com/office/drawing/2014/main" id="{DC9E93EE-6EDB-4E68-A1AF-FDD6B278A75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C21B4EA-E6DC-4CC1-8903-A098255B169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0595" name="Footer Placeholder 5">
            <a:extLst>
              <a:ext uri="{FF2B5EF4-FFF2-40B4-BE49-F238E27FC236}">
                <a16:creationId xmlns:a16="http://schemas.microsoft.com/office/drawing/2014/main" id="{5605F8F8-820E-4B6C-928F-A4E05CA264A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0596" name="Slide Number Placeholder 6">
            <a:extLst>
              <a:ext uri="{FF2B5EF4-FFF2-40B4-BE49-F238E27FC236}">
                <a16:creationId xmlns:a16="http://schemas.microsoft.com/office/drawing/2014/main" id="{3B9939C0-284B-4B88-8235-3B1EE3D3BF0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5FFF886-EAAB-4E7B-BAEA-4066AA9117AE}" type="slidenum">
              <a:rPr lang="en-ZA" altLang="en-US" sz="1400">
                <a:solidFill>
                  <a:srgbClr val="FFFFFF"/>
                </a:solidFill>
                <a:latin typeface="Franklin Gothic Book" panose="020B0503020102020204" pitchFamily="34" charset="0"/>
              </a:rPr>
              <a:pPr>
                <a:spcBef>
                  <a:spcPct val="0"/>
                </a:spcBef>
                <a:buClrTx/>
                <a:buSzTx/>
                <a:buFontTx/>
                <a:buNone/>
              </a:pPr>
              <a:t>34</a:t>
            </a:fld>
            <a:endParaRPr lang="en-ZA" altLang="en-US" sz="1400">
              <a:solidFill>
                <a:srgbClr val="FFFFFF"/>
              </a:solidFill>
              <a:latin typeface="Franklin Gothic Book" panose="020B0503020102020204" pitchFamily="34" charset="0"/>
            </a:endParaRPr>
          </a:p>
        </p:txBody>
      </p:sp>
      <p:pic>
        <p:nvPicPr>
          <p:cNvPr id="110597" name="Picture 6">
            <a:extLst>
              <a:ext uri="{FF2B5EF4-FFF2-40B4-BE49-F238E27FC236}">
                <a16:creationId xmlns:a16="http://schemas.microsoft.com/office/drawing/2014/main" id="{E857F7DC-2F59-4A69-B83E-59F5CDDFA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981075"/>
            <a:ext cx="2916237" cy="19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8" name="Picture 7">
            <a:extLst>
              <a:ext uri="{FF2B5EF4-FFF2-40B4-BE49-F238E27FC236}">
                <a16:creationId xmlns:a16="http://schemas.microsoft.com/office/drawing/2014/main" id="{9D5D9F6B-9292-4BB8-AE45-41C49421DD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2924175"/>
            <a:ext cx="2735263"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
            <a:extLst>
              <a:ext uri="{FF2B5EF4-FFF2-40B4-BE49-F238E27FC236}">
                <a16:creationId xmlns:a16="http://schemas.microsoft.com/office/drawing/2014/main" id="{3F2A98D5-5FC1-4F9D-B5B3-8EAECDA3BDF9}"/>
              </a:ext>
            </a:extLst>
          </p:cNvPr>
          <p:cNvSpPr>
            <a:spLocks noGrp="1"/>
          </p:cNvSpPr>
          <p:nvPr>
            <p:ph type="title"/>
          </p:nvPr>
        </p:nvSpPr>
        <p:spPr>
          <a:xfrm>
            <a:off x="457200" y="274638"/>
            <a:ext cx="8147050" cy="561975"/>
          </a:xfrm>
        </p:spPr>
        <p:txBody>
          <a:bodyPr/>
          <a:lstStyle/>
          <a:p>
            <a:pPr eaLnBrk="1" hangingPunct="1"/>
            <a:r>
              <a:rPr lang="en-US" altLang="en-US" sz="2000" b="1"/>
              <a:t>2.2.6. Ampere’s Law applications (</a:t>
            </a:r>
            <a:r>
              <a:rPr lang="en-US" altLang="en-US" sz="2000" b="1">
                <a:solidFill>
                  <a:srgbClr val="00B050"/>
                </a:solidFill>
                <a:latin typeface="Times New Roman" panose="02020603050405020304" pitchFamily="18" charset="0"/>
                <a:cs typeface="Times New Roman" panose="02020603050405020304" pitchFamily="18" charset="0"/>
              </a:rPr>
              <a:t>The magnetic field inside the solenoid </a:t>
            </a:r>
            <a:r>
              <a:rPr lang="en-US" altLang="en-US" sz="2000" b="1"/>
              <a:t>) </a:t>
            </a:r>
            <a:endParaRPr lang="en-US" altLang="en-US" sz="2000"/>
          </a:p>
        </p:txBody>
      </p:sp>
      <p:sp>
        <p:nvSpPr>
          <p:cNvPr id="111618" name="Content Placeholder 3">
            <a:extLst>
              <a:ext uri="{FF2B5EF4-FFF2-40B4-BE49-F238E27FC236}">
                <a16:creationId xmlns:a16="http://schemas.microsoft.com/office/drawing/2014/main" id="{8590D228-E037-41D4-BA7E-4832F3FAE3E4}"/>
              </a:ext>
            </a:extLst>
          </p:cNvPr>
          <p:cNvSpPr>
            <a:spLocks noGrp="1"/>
          </p:cNvSpPr>
          <p:nvPr>
            <p:ph sz="quarter" idx="1"/>
          </p:nvPr>
        </p:nvSpPr>
        <p:spPr>
          <a:xfrm>
            <a:off x="4716463" y="981075"/>
            <a:ext cx="4248150" cy="2952750"/>
          </a:xfrm>
        </p:spPr>
        <p:txBody>
          <a:bodyPr/>
          <a:lstStyle/>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The magnetic field inside the solenoid is </a:t>
            </a:r>
          </a:p>
          <a:p>
            <a:pPr algn="ctr" eaLnBrk="1" hangingPunct="1">
              <a:buFont typeface="Arial" panose="020B0604020202020204" pitchFamily="34" charset="0"/>
              <a:buNone/>
            </a:pPr>
            <a:endParaRPr lang="en-US" altLang="en-US" sz="1500" b="1">
              <a:solidFill>
                <a:srgbClr val="FF0000"/>
              </a:solidFill>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endParaRPr lang="en-US" altLang="en-US" sz="1500" b="1">
              <a:solidFill>
                <a:srgbClr val="FF0000"/>
              </a:solidFill>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endParaRPr lang="en-US" altLang="en-US" sz="1500" b="1">
              <a:solidFill>
                <a:srgbClr val="FF0000"/>
              </a:solidFill>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Where </a:t>
            </a:r>
          </a:p>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L- </a:t>
            </a:r>
            <a:r>
              <a:rPr lang="en-US" altLang="en-US" sz="1500" b="1">
                <a:solidFill>
                  <a:srgbClr val="002060"/>
                </a:solidFill>
                <a:latin typeface="Times New Roman" panose="02020603050405020304" pitchFamily="18" charset="0"/>
                <a:cs typeface="Times New Roman" panose="02020603050405020304" pitchFamily="18" charset="0"/>
              </a:rPr>
              <a:t>The length of the coil</a:t>
            </a:r>
          </a:p>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I- </a:t>
            </a:r>
            <a:r>
              <a:rPr lang="en-US" altLang="en-US" sz="1500" b="1">
                <a:solidFill>
                  <a:srgbClr val="002060"/>
                </a:solidFill>
                <a:latin typeface="Times New Roman" panose="02020603050405020304" pitchFamily="18" charset="0"/>
                <a:cs typeface="Times New Roman" panose="02020603050405020304" pitchFamily="18" charset="0"/>
              </a:rPr>
              <a:t>Current in the coil</a:t>
            </a:r>
          </a:p>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N- </a:t>
            </a:r>
            <a:r>
              <a:rPr lang="en-US" altLang="en-US" sz="1500" b="1">
                <a:solidFill>
                  <a:srgbClr val="002060"/>
                </a:solidFill>
                <a:latin typeface="Times New Roman" panose="02020603050405020304" pitchFamily="18" charset="0"/>
                <a:cs typeface="Times New Roman" panose="02020603050405020304" pitchFamily="18" charset="0"/>
              </a:rPr>
              <a:t>Number of turns (loops) in solenoid</a:t>
            </a:r>
          </a:p>
        </p:txBody>
      </p:sp>
      <p:sp>
        <p:nvSpPr>
          <p:cNvPr id="111619" name="Date Placeholder 4">
            <a:extLst>
              <a:ext uri="{FF2B5EF4-FFF2-40B4-BE49-F238E27FC236}">
                <a16:creationId xmlns:a16="http://schemas.microsoft.com/office/drawing/2014/main" id="{B8B76589-D4A4-44D1-A537-3FB94C94443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377D604-C7FB-4FAF-99BF-17A57F2DBA1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1620" name="Footer Placeholder 5">
            <a:extLst>
              <a:ext uri="{FF2B5EF4-FFF2-40B4-BE49-F238E27FC236}">
                <a16:creationId xmlns:a16="http://schemas.microsoft.com/office/drawing/2014/main" id="{8C83DF97-07E8-46DA-A7D5-5655C346A93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1621" name="Slide Number Placeholder 6">
            <a:extLst>
              <a:ext uri="{FF2B5EF4-FFF2-40B4-BE49-F238E27FC236}">
                <a16:creationId xmlns:a16="http://schemas.microsoft.com/office/drawing/2014/main" id="{9D6CCCB0-B1E5-40AE-97D0-79FC9A497E6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BADC01C-BB49-436A-BA39-00B656728979}" type="slidenum">
              <a:rPr lang="en-ZA" altLang="en-US" sz="1400">
                <a:solidFill>
                  <a:srgbClr val="FFFFFF"/>
                </a:solidFill>
                <a:latin typeface="Franklin Gothic Book" panose="020B0503020102020204" pitchFamily="34" charset="0"/>
              </a:rPr>
              <a:pPr>
                <a:spcBef>
                  <a:spcPct val="0"/>
                </a:spcBef>
                <a:buClrTx/>
                <a:buSzTx/>
                <a:buFontTx/>
                <a:buNone/>
              </a:pPr>
              <a:t>35</a:t>
            </a:fld>
            <a:endParaRPr lang="en-ZA" altLang="en-US" sz="1400">
              <a:solidFill>
                <a:srgbClr val="FFFFFF"/>
              </a:solidFill>
              <a:latin typeface="Franklin Gothic Book" panose="020B0503020102020204" pitchFamily="34" charset="0"/>
            </a:endParaRPr>
          </a:p>
        </p:txBody>
      </p:sp>
      <p:pic>
        <p:nvPicPr>
          <p:cNvPr id="111622" name="Picture 5">
            <a:extLst>
              <a:ext uri="{FF2B5EF4-FFF2-40B4-BE49-F238E27FC236}">
                <a16:creationId xmlns:a16="http://schemas.microsoft.com/office/drawing/2014/main" id="{92F8FAB6-B8E2-4332-82C5-7BCB04470B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1557338"/>
            <a:ext cx="12192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3" name="Picture 6">
            <a:extLst>
              <a:ext uri="{FF2B5EF4-FFF2-40B4-BE49-F238E27FC236}">
                <a16:creationId xmlns:a16="http://schemas.microsoft.com/office/drawing/2014/main" id="{6C809244-59D4-43E8-9676-96C8EFC08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981075"/>
            <a:ext cx="2916237" cy="19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4" name="Picture 7">
            <a:extLst>
              <a:ext uri="{FF2B5EF4-FFF2-40B4-BE49-F238E27FC236}">
                <a16:creationId xmlns:a16="http://schemas.microsoft.com/office/drawing/2014/main" id="{41614B86-98EA-4B14-A133-6D0CD1308F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3068638"/>
            <a:ext cx="273526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a:extLst>
              <a:ext uri="{FF2B5EF4-FFF2-40B4-BE49-F238E27FC236}">
                <a16:creationId xmlns:a16="http://schemas.microsoft.com/office/drawing/2014/main" id="{FAF73360-2AF0-4A3F-8F37-CFE32926B106}"/>
              </a:ext>
            </a:extLst>
          </p:cNvPr>
          <p:cNvSpPr>
            <a:spLocks noGrp="1"/>
          </p:cNvSpPr>
          <p:nvPr>
            <p:ph type="title"/>
          </p:nvPr>
        </p:nvSpPr>
        <p:spPr>
          <a:xfrm>
            <a:off x="457200" y="274638"/>
            <a:ext cx="8147050" cy="561975"/>
          </a:xfrm>
        </p:spPr>
        <p:txBody>
          <a:bodyPr/>
          <a:lstStyle/>
          <a:p>
            <a:pPr eaLnBrk="1" hangingPunct="1"/>
            <a:r>
              <a:rPr lang="en-US" altLang="en-US" sz="2000" b="1"/>
              <a:t>2.2.6. Ampere’s Law applications (</a:t>
            </a:r>
            <a:r>
              <a:rPr lang="en-US" altLang="en-US" sz="2000" b="1">
                <a:solidFill>
                  <a:srgbClr val="00B050"/>
                </a:solidFill>
                <a:latin typeface="Times New Roman" panose="02020603050405020304" pitchFamily="18" charset="0"/>
                <a:cs typeface="Times New Roman" panose="02020603050405020304" pitchFamily="18" charset="0"/>
              </a:rPr>
              <a:t>The magnetic field inside the solenoid </a:t>
            </a:r>
            <a:r>
              <a:rPr lang="en-US" altLang="en-US" sz="2000" b="1"/>
              <a:t>) </a:t>
            </a:r>
            <a:endParaRPr lang="en-US" altLang="en-US" sz="2000"/>
          </a:p>
        </p:txBody>
      </p:sp>
      <p:sp>
        <p:nvSpPr>
          <p:cNvPr id="112642" name="Content Placeholder 3">
            <a:extLst>
              <a:ext uri="{FF2B5EF4-FFF2-40B4-BE49-F238E27FC236}">
                <a16:creationId xmlns:a16="http://schemas.microsoft.com/office/drawing/2014/main" id="{43313A82-6ADD-4ED2-9750-BD58F5F70979}"/>
              </a:ext>
            </a:extLst>
          </p:cNvPr>
          <p:cNvSpPr>
            <a:spLocks noGrp="1"/>
          </p:cNvSpPr>
          <p:nvPr>
            <p:ph sz="quarter" idx="1"/>
          </p:nvPr>
        </p:nvSpPr>
        <p:spPr>
          <a:xfrm>
            <a:off x="468313" y="4437063"/>
            <a:ext cx="2159000" cy="604837"/>
          </a:xfrm>
        </p:spPr>
        <p:txBody>
          <a:bodyPr/>
          <a:lstStyle/>
          <a:p>
            <a:pPr algn="ctr" eaLnBrk="1" hangingPunct="1">
              <a:buFont typeface="Arial" panose="020B0604020202020204" pitchFamily="34" charset="0"/>
              <a:buNone/>
            </a:pPr>
            <a:r>
              <a:rPr lang="en-US" altLang="en-US" b="1">
                <a:solidFill>
                  <a:srgbClr val="FF0000"/>
                </a:solidFill>
              </a:rPr>
              <a:t>Example</a:t>
            </a:r>
          </a:p>
        </p:txBody>
      </p:sp>
      <p:sp>
        <p:nvSpPr>
          <p:cNvPr id="112643" name="Content Placeholder 3">
            <a:extLst>
              <a:ext uri="{FF2B5EF4-FFF2-40B4-BE49-F238E27FC236}">
                <a16:creationId xmlns:a16="http://schemas.microsoft.com/office/drawing/2014/main" id="{CFE549CC-A81A-4C41-85E9-C177D26B7A34}"/>
              </a:ext>
            </a:extLst>
          </p:cNvPr>
          <p:cNvSpPr>
            <a:spLocks noGrp="1"/>
          </p:cNvSpPr>
          <p:nvPr>
            <p:ph sz="quarter" idx="2"/>
          </p:nvPr>
        </p:nvSpPr>
        <p:spPr>
          <a:xfrm>
            <a:off x="4716463" y="981075"/>
            <a:ext cx="4248150" cy="2592388"/>
          </a:xfrm>
        </p:spPr>
        <p:txBody>
          <a:bodyPr/>
          <a:lstStyle/>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The magnetic field inside the solenoid is </a:t>
            </a:r>
          </a:p>
          <a:p>
            <a:pPr algn="ctr" eaLnBrk="1" hangingPunct="1">
              <a:buFont typeface="Arial" panose="020B0604020202020204" pitchFamily="34" charset="0"/>
              <a:buNone/>
            </a:pPr>
            <a:endParaRPr lang="en-US" altLang="en-US" sz="1500" b="1">
              <a:solidFill>
                <a:srgbClr val="FF0000"/>
              </a:solidFill>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endParaRPr lang="en-US" altLang="en-US" sz="1500" b="1">
              <a:solidFill>
                <a:srgbClr val="FF0000"/>
              </a:solidFill>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endParaRPr lang="en-US" altLang="en-US" sz="1500" b="1">
              <a:solidFill>
                <a:srgbClr val="FF0000"/>
              </a:solidFill>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Where </a:t>
            </a:r>
          </a:p>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L- </a:t>
            </a:r>
            <a:r>
              <a:rPr lang="en-US" altLang="en-US" sz="1500" b="1">
                <a:solidFill>
                  <a:srgbClr val="002060"/>
                </a:solidFill>
                <a:latin typeface="Times New Roman" panose="02020603050405020304" pitchFamily="18" charset="0"/>
                <a:cs typeface="Times New Roman" panose="02020603050405020304" pitchFamily="18" charset="0"/>
              </a:rPr>
              <a:t>The length of the coil</a:t>
            </a:r>
          </a:p>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I- </a:t>
            </a:r>
            <a:r>
              <a:rPr lang="en-US" altLang="en-US" sz="1500" b="1">
                <a:solidFill>
                  <a:srgbClr val="002060"/>
                </a:solidFill>
                <a:latin typeface="Times New Roman" panose="02020603050405020304" pitchFamily="18" charset="0"/>
                <a:cs typeface="Times New Roman" panose="02020603050405020304" pitchFamily="18" charset="0"/>
              </a:rPr>
              <a:t>Current in the coil</a:t>
            </a:r>
          </a:p>
          <a:p>
            <a:pPr algn="ctr" eaLnBrk="1" hangingPunct="1">
              <a:buFont typeface="Arial" panose="020B0604020202020204" pitchFamily="34" charset="0"/>
              <a:buNone/>
            </a:pPr>
            <a:r>
              <a:rPr lang="en-US" altLang="en-US" sz="1500" b="1">
                <a:solidFill>
                  <a:srgbClr val="FF0000"/>
                </a:solidFill>
                <a:latin typeface="Times New Roman" panose="02020603050405020304" pitchFamily="18" charset="0"/>
                <a:cs typeface="Times New Roman" panose="02020603050405020304" pitchFamily="18" charset="0"/>
              </a:rPr>
              <a:t>N- </a:t>
            </a:r>
            <a:r>
              <a:rPr lang="en-US" altLang="en-US" sz="1500" b="1">
                <a:solidFill>
                  <a:srgbClr val="002060"/>
                </a:solidFill>
                <a:latin typeface="Times New Roman" panose="02020603050405020304" pitchFamily="18" charset="0"/>
                <a:cs typeface="Times New Roman" panose="02020603050405020304" pitchFamily="18" charset="0"/>
              </a:rPr>
              <a:t>Number of turns (loops) in solenoid</a:t>
            </a:r>
          </a:p>
        </p:txBody>
      </p:sp>
      <p:sp>
        <p:nvSpPr>
          <p:cNvPr id="112644" name="Date Placeholder 4">
            <a:extLst>
              <a:ext uri="{FF2B5EF4-FFF2-40B4-BE49-F238E27FC236}">
                <a16:creationId xmlns:a16="http://schemas.microsoft.com/office/drawing/2014/main" id="{6D854B7F-40F4-4A84-ABB2-C9857D7B66E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2ABAC05-8932-4625-BE8A-D8339820DC4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2645" name="Footer Placeholder 5">
            <a:extLst>
              <a:ext uri="{FF2B5EF4-FFF2-40B4-BE49-F238E27FC236}">
                <a16:creationId xmlns:a16="http://schemas.microsoft.com/office/drawing/2014/main" id="{CF1E030A-A19A-482E-83BB-E246948EB4A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2646" name="Slide Number Placeholder 6">
            <a:extLst>
              <a:ext uri="{FF2B5EF4-FFF2-40B4-BE49-F238E27FC236}">
                <a16:creationId xmlns:a16="http://schemas.microsoft.com/office/drawing/2014/main" id="{B71D3461-86FA-4042-A507-7A813F4268C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A2E9E4F-D283-474A-A988-CFBE83403A87}" type="slidenum">
              <a:rPr lang="en-ZA" altLang="en-US" sz="1400">
                <a:solidFill>
                  <a:srgbClr val="FFFFFF"/>
                </a:solidFill>
                <a:latin typeface="Franklin Gothic Book" panose="020B0503020102020204" pitchFamily="34" charset="0"/>
              </a:rPr>
              <a:pPr>
                <a:spcBef>
                  <a:spcPct val="0"/>
                </a:spcBef>
                <a:buClrTx/>
                <a:buSzTx/>
                <a:buFontTx/>
                <a:buNone/>
              </a:pPr>
              <a:t>36</a:t>
            </a:fld>
            <a:endParaRPr lang="en-ZA" altLang="en-US" sz="1400">
              <a:solidFill>
                <a:srgbClr val="FFFFFF"/>
              </a:solidFill>
              <a:latin typeface="Franklin Gothic Book" panose="020B0503020102020204" pitchFamily="34" charset="0"/>
            </a:endParaRPr>
          </a:p>
        </p:txBody>
      </p:sp>
      <p:pic>
        <p:nvPicPr>
          <p:cNvPr id="112647" name="Picture 2">
            <a:extLst>
              <a:ext uri="{FF2B5EF4-FFF2-40B4-BE49-F238E27FC236}">
                <a16:creationId xmlns:a16="http://schemas.microsoft.com/office/drawing/2014/main" id="{E3843AD9-B3D2-4678-BBCE-1554E40441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3860800"/>
            <a:ext cx="5867400"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8" name="Picture 5">
            <a:extLst>
              <a:ext uri="{FF2B5EF4-FFF2-40B4-BE49-F238E27FC236}">
                <a16:creationId xmlns:a16="http://schemas.microsoft.com/office/drawing/2014/main" id="{9CA12EA0-5ACD-4789-AAE8-243E42281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1557338"/>
            <a:ext cx="12192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9" name="Picture 6">
            <a:extLst>
              <a:ext uri="{FF2B5EF4-FFF2-40B4-BE49-F238E27FC236}">
                <a16:creationId xmlns:a16="http://schemas.microsoft.com/office/drawing/2014/main" id="{4676E013-8DC6-4B88-9A93-B6CF9AEFF3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981075"/>
            <a:ext cx="2916237" cy="19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50" name="Picture 7">
            <a:extLst>
              <a:ext uri="{FF2B5EF4-FFF2-40B4-BE49-F238E27FC236}">
                <a16:creationId xmlns:a16="http://schemas.microsoft.com/office/drawing/2014/main" id="{456FCCEC-7ED3-402A-B9BA-81A5F97437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2924175"/>
            <a:ext cx="2735263"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FD7E1B32-5580-42ED-A4B8-BF908FDBFF25}"/>
              </a:ext>
            </a:extLst>
          </p:cNvPr>
          <p:cNvSpPr>
            <a:spLocks noGrp="1"/>
          </p:cNvSpPr>
          <p:nvPr>
            <p:ph type="title"/>
          </p:nvPr>
        </p:nvSpPr>
        <p:spPr>
          <a:xfrm>
            <a:off x="457200" y="274638"/>
            <a:ext cx="8229600" cy="561975"/>
          </a:xfrm>
        </p:spPr>
        <p:txBody>
          <a:bodyPr/>
          <a:lstStyle/>
          <a:p>
            <a:pPr eaLnBrk="1" hangingPunct="1">
              <a:defRPr/>
            </a:pPr>
            <a:r>
              <a:rPr lang="en-US" sz="2000" b="1" dirty="0">
                <a:latin typeface="+mn-lt"/>
              </a:rPr>
              <a:t>2.2.6. Ampere’s Law applications (</a:t>
            </a:r>
            <a:r>
              <a:rPr lang="en-US" sz="2000" b="1" dirty="0">
                <a:solidFill>
                  <a:srgbClr val="00B050"/>
                </a:solidFill>
                <a:latin typeface="+mn-lt"/>
              </a:rPr>
              <a:t>The Magnetic Field of a Toroid </a:t>
            </a:r>
            <a:r>
              <a:rPr lang="en-US" sz="2000" b="1" dirty="0">
                <a:latin typeface="+mn-lt"/>
              </a:rPr>
              <a:t>(a circular solenoid))</a:t>
            </a:r>
          </a:p>
        </p:txBody>
      </p:sp>
      <p:sp>
        <p:nvSpPr>
          <p:cNvPr id="113666" name="Content Placeholder 2">
            <a:extLst>
              <a:ext uri="{FF2B5EF4-FFF2-40B4-BE49-F238E27FC236}">
                <a16:creationId xmlns:a16="http://schemas.microsoft.com/office/drawing/2014/main" id="{B62FFE92-C751-4741-8B7B-7F7452828C53}"/>
              </a:ext>
            </a:extLst>
          </p:cNvPr>
          <p:cNvSpPr>
            <a:spLocks noGrp="1"/>
          </p:cNvSpPr>
          <p:nvPr>
            <p:ph sz="quarter" idx="1"/>
          </p:nvPr>
        </p:nvSpPr>
        <p:spPr>
          <a:xfrm>
            <a:off x="468313" y="908050"/>
            <a:ext cx="8229600" cy="720725"/>
          </a:xfrm>
        </p:spPr>
        <p:txBody>
          <a:bodyPr/>
          <a:lstStyle/>
          <a:p>
            <a:pPr algn="just" eaLnBrk="1" hangingPunct="1">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rPr>
              <a:t>  Consider a toroid that consists of </a:t>
            </a:r>
            <a:r>
              <a:rPr lang="en-US" altLang="en-US" sz="1800" b="1">
                <a:latin typeface="Times New Roman" panose="02020603050405020304" pitchFamily="18" charset="0"/>
                <a:cs typeface="Times New Roman" panose="02020603050405020304" pitchFamily="18" charset="0"/>
              </a:rPr>
              <a:t>N</a:t>
            </a:r>
            <a:r>
              <a:rPr lang="en-US" altLang="en-US" sz="1800">
                <a:latin typeface="Times New Roman" panose="02020603050405020304" pitchFamily="18" charset="0"/>
                <a:cs typeface="Times New Roman" panose="02020603050405020304" pitchFamily="18" charset="0"/>
              </a:rPr>
              <a:t> turns, with inner radius </a:t>
            </a:r>
            <a:r>
              <a:rPr lang="en-US" altLang="en-US" sz="1800" b="1">
                <a:latin typeface="Times New Roman" panose="02020603050405020304" pitchFamily="18" charset="0"/>
                <a:cs typeface="Times New Roman" panose="02020603050405020304" pitchFamily="18" charset="0"/>
              </a:rPr>
              <a:t>a</a:t>
            </a:r>
            <a:r>
              <a:rPr lang="en-US" altLang="en-US" sz="1800">
                <a:latin typeface="Times New Roman" panose="02020603050405020304" pitchFamily="18" charset="0"/>
                <a:cs typeface="Times New Roman" panose="02020603050405020304" pitchFamily="18" charset="0"/>
              </a:rPr>
              <a:t> and outer radius </a:t>
            </a:r>
            <a:r>
              <a:rPr lang="en-US" altLang="en-US" sz="1800" b="1">
                <a:latin typeface="Times New Roman" panose="02020603050405020304" pitchFamily="18" charset="0"/>
                <a:cs typeface="Times New Roman" panose="02020603050405020304" pitchFamily="18" charset="0"/>
              </a:rPr>
              <a:t>b</a:t>
            </a:r>
            <a:r>
              <a:rPr lang="en-US" altLang="en-US" sz="1800">
                <a:latin typeface="Times New Roman" panose="02020603050405020304" pitchFamily="18" charset="0"/>
                <a:cs typeface="Times New Roman" panose="02020603050405020304" pitchFamily="18" charset="0"/>
              </a:rPr>
              <a:t>, as shown in Figure below. Find the magnetic field everywhere.</a:t>
            </a:r>
          </a:p>
        </p:txBody>
      </p:sp>
      <p:sp>
        <p:nvSpPr>
          <p:cNvPr id="113667" name="Date Placeholder 3">
            <a:extLst>
              <a:ext uri="{FF2B5EF4-FFF2-40B4-BE49-F238E27FC236}">
                <a16:creationId xmlns:a16="http://schemas.microsoft.com/office/drawing/2014/main" id="{9F4FF6F8-3B0A-47D7-AFC7-1D158CC3FA9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CC00853-6A7F-414B-AAB3-01FE3A7476E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3668" name="Footer Placeholder 4">
            <a:extLst>
              <a:ext uri="{FF2B5EF4-FFF2-40B4-BE49-F238E27FC236}">
                <a16:creationId xmlns:a16="http://schemas.microsoft.com/office/drawing/2014/main" id="{0532F538-12B1-46F6-BB0F-62EE80938C2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3669" name="Slide Number Placeholder 5">
            <a:extLst>
              <a:ext uri="{FF2B5EF4-FFF2-40B4-BE49-F238E27FC236}">
                <a16:creationId xmlns:a16="http://schemas.microsoft.com/office/drawing/2014/main" id="{EEA74E91-B5A4-4CC4-B608-9F2F3EA2121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B55043B-76BB-4246-ABA6-24A641EAD305}" type="slidenum">
              <a:rPr lang="en-ZA" altLang="en-US" sz="1400">
                <a:solidFill>
                  <a:srgbClr val="FFFFFF"/>
                </a:solidFill>
                <a:latin typeface="Franklin Gothic Book" panose="020B0503020102020204" pitchFamily="34" charset="0"/>
              </a:rPr>
              <a:pPr>
                <a:spcBef>
                  <a:spcPct val="0"/>
                </a:spcBef>
                <a:buClrTx/>
                <a:buSzTx/>
                <a:buFontTx/>
                <a:buNone/>
              </a:pPr>
              <a:t>37</a:t>
            </a:fld>
            <a:endParaRPr lang="en-ZA" altLang="en-US" sz="1400">
              <a:solidFill>
                <a:srgbClr val="FFFFFF"/>
              </a:solidFill>
              <a:latin typeface="Franklin Gothic Book" panose="020B0503020102020204" pitchFamily="34" charset="0"/>
            </a:endParaRPr>
          </a:p>
        </p:txBody>
      </p:sp>
      <p:pic>
        <p:nvPicPr>
          <p:cNvPr id="113670" name="Picture 2">
            <a:extLst>
              <a:ext uri="{FF2B5EF4-FFF2-40B4-BE49-F238E27FC236}">
                <a16:creationId xmlns:a16="http://schemas.microsoft.com/office/drawing/2014/main" id="{5563E07A-FCC0-4421-98B8-24056E368B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1628775"/>
            <a:ext cx="30194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71" name="Picture 4">
            <a:extLst>
              <a:ext uri="{FF2B5EF4-FFF2-40B4-BE49-F238E27FC236}">
                <a16:creationId xmlns:a16="http://schemas.microsoft.com/office/drawing/2014/main" id="{49960893-7F0C-43FD-A561-D861279F0C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89363"/>
            <a:ext cx="8893175"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72" name="Picture 5">
            <a:extLst>
              <a:ext uri="{FF2B5EF4-FFF2-40B4-BE49-F238E27FC236}">
                <a16:creationId xmlns:a16="http://schemas.microsoft.com/office/drawing/2014/main" id="{CBF4C5FD-84CF-43B1-BD66-AFE381FAC1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4005263"/>
            <a:ext cx="834707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73" name="Picture 6">
            <a:extLst>
              <a:ext uri="{FF2B5EF4-FFF2-40B4-BE49-F238E27FC236}">
                <a16:creationId xmlns:a16="http://schemas.microsoft.com/office/drawing/2014/main" id="{D420EFAD-D042-409A-9C49-81E03B277D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5949950"/>
            <a:ext cx="71437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a:extLst>
              <a:ext uri="{FF2B5EF4-FFF2-40B4-BE49-F238E27FC236}">
                <a16:creationId xmlns:a16="http://schemas.microsoft.com/office/drawing/2014/main" id="{8977AF39-FA32-4F4B-B448-70345034E68F}"/>
              </a:ext>
            </a:extLst>
          </p:cNvPr>
          <p:cNvSpPr>
            <a:spLocks noGrp="1"/>
          </p:cNvSpPr>
          <p:nvPr>
            <p:ph type="title"/>
          </p:nvPr>
        </p:nvSpPr>
        <p:spPr>
          <a:xfrm>
            <a:off x="457200" y="274638"/>
            <a:ext cx="8229600" cy="706437"/>
          </a:xfrm>
        </p:spPr>
        <p:txBody>
          <a:bodyPr/>
          <a:lstStyle/>
          <a:p>
            <a:pPr algn="ctr" eaLnBrk="1" hangingPunct="1"/>
            <a:r>
              <a:rPr lang="en-US" altLang="en-US" sz="2800" b="1"/>
              <a:t>2.2.8 Magnetic Flux</a:t>
            </a:r>
          </a:p>
        </p:txBody>
      </p:sp>
      <p:sp>
        <p:nvSpPr>
          <p:cNvPr id="114690" name="Date Placeholder 3">
            <a:extLst>
              <a:ext uri="{FF2B5EF4-FFF2-40B4-BE49-F238E27FC236}">
                <a16:creationId xmlns:a16="http://schemas.microsoft.com/office/drawing/2014/main" id="{D7C34A13-491D-484A-ABE8-84C0EA9B3DC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C8C65BA-BFD0-4FAA-8E1B-600AFF8D5A6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4691" name="Footer Placeholder 4">
            <a:extLst>
              <a:ext uri="{FF2B5EF4-FFF2-40B4-BE49-F238E27FC236}">
                <a16:creationId xmlns:a16="http://schemas.microsoft.com/office/drawing/2014/main" id="{9AAAFB94-CF7D-4999-B157-4A2BB5A0119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4692" name="Slide Number Placeholder 5">
            <a:extLst>
              <a:ext uri="{FF2B5EF4-FFF2-40B4-BE49-F238E27FC236}">
                <a16:creationId xmlns:a16="http://schemas.microsoft.com/office/drawing/2014/main" id="{8F6F9BD7-54C6-47CF-A3D4-B1BE3B019E1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6375309-9E05-4295-AE48-CE689D884351}" type="slidenum">
              <a:rPr lang="en-ZA" altLang="en-US" sz="1400">
                <a:solidFill>
                  <a:srgbClr val="FFFFFF"/>
                </a:solidFill>
                <a:latin typeface="Franklin Gothic Book" panose="020B0503020102020204" pitchFamily="34" charset="0"/>
              </a:rPr>
              <a:pPr>
                <a:spcBef>
                  <a:spcPct val="0"/>
                </a:spcBef>
                <a:buClrTx/>
                <a:buSzTx/>
                <a:buFontTx/>
                <a:buNone/>
              </a:pPr>
              <a:t>38</a:t>
            </a:fld>
            <a:endParaRPr lang="en-ZA" altLang="en-US" sz="1400">
              <a:solidFill>
                <a:srgbClr val="FFFFFF"/>
              </a:solidFill>
              <a:latin typeface="Franklin Gothic Book" panose="020B0503020102020204" pitchFamily="34" charset="0"/>
            </a:endParaRPr>
          </a:p>
        </p:txBody>
      </p:sp>
      <p:pic>
        <p:nvPicPr>
          <p:cNvPr id="114693" name="Picture 2">
            <a:extLst>
              <a:ext uri="{FF2B5EF4-FFF2-40B4-BE49-F238E27FC236}">
                <a16:creationId xmlns:a16="http://schemas.microsoft.com/office/drawing/2014/main" id="{21869A86-1F0E-45F3-8FE6-D1AF94EB3A7E}"/>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0" y="981075"/>
            <a:ext cx="9144000" cy="5184775"/>
          </a:xfrm>
          <a:noFill/>
        </p:spPr>
      </p:pic>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Date Placeholder 3">
            <a:extLst>
              <a:ext uri="{FF2B5EF4-FFF2-40B4-BE49-F238E27FC236}">
                <a16:creationId xmlns:a16="http://schemas.microsoft.com/office/drawing/2014/main" id="{F3C86F1D-8AF1-46C2-B07D-C24AD96E17B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3382F6A-5D24-4EEA-BA78-5C25ECF0CE94}"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5714" name="Footer Placeholder 4">
            <a:extLst>
              <a:ext uri="{FF2B5EF4-FFF2-40B4-BE49-F238E27FC236}">
                <a16:creationId xmlns:a16="http://schemas.microsoft.com/office/drawing/2014/main" id="{20BCBBEA-31EA-4E91-8456-82C6982EC7F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5715" name="Slide Number Placeholder 5">
            <a:extLst>
              <a:ext uri="{FF2B5EF4-FFF2-40B4-BE49-F238E27FC236}">
                <a16:creationId xmlns:a16="http://schemas.microsoft.com/office/drawing/2014/main" id="{5C1F04B6-5002-4A44-B7E4-8928DCFB68C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673F09B-BC78-4F62-930F-5D0894ED753B}" type="slidenum">
              <a:rPr lang="en-ZA" altLang="en-US" sz="1400">
                <a:solidFill>
                  <a:srgbClr val="FFFFFF"/>
                </a:solidFill>
                <a:latin typeface="Franklin Gothic Book" panose="020B0503020102020204" pitchFamily="34" charset="0"/>
              </a:rPr>
              <a:pPr>
                <a:spcBef>
                  <a:spcPct val="0"/>
                </a:spcBef>
                <a:buClrTx/>
                <a:buSzTx/>
                <a:buFontTx/>
                <a:buNone/>
              </a:pPr>
              <a:t>39</a:t>
            </a:fld>
            <a:endParaRPr lang="en-ZA" altLang="en-US" sz="1400">
              <a:solidFill>
                <a:srgbClr val="FFFFFF"/>
              </a:solidFill>
              <a:latin typeface="Franklin Gothic Book" panose="020B0503020102020204" pitchFamily="34" charset="0"/>
            </a:endParaRPr>
          </a:p>
        </p:txBody>
      </p:sp>
      <p:pic>
        <p:nvPicPr>
          <p:cNvPr id="115716" name="Picture 2">
            <a:extLst>
              <a:ext uri="{FF2B5EF4-FFF2-40B4-BE49-F238E27FC236}">
                <a16:creationId xmlns:a16="http://schemas.microsoft.com/office/drawing/2014/main" id="{B6FB865B-1A61-467C-B98F-2073FAD9FF45}"/>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39750" y="188913"/>
            <a:ext cx="8064500" cy="4392612"/>
          </a:xfrm>
          <a:noFill/>
        </p:spPr>
      </p:pic>
      <p:pic>
        <p:nvPicPr>
          <p:cNvPr id="115717" name="Picture 3">
            <a:extLst>
              <a:ext uri="{FF2B5EF4-FFF2-40B4-BE49-F238E27FC236}">
                <a16:creationId xmlns:a16="http://schemas.microsoft.com/office/drawing/2014/main" id="{1D611352-633C-4E6C-A9DC-351455F23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4724400"/>
            <a:ext cx="4219575" cy="1095375"/>
          </a:xfrm>
          <a:prstGeom prst="rect">
            <a:avLst/>
          </a:prstGeom>
          <a:noFill/>
          <a:ln w="9525">
            <a:solidFill>
              <a:srgbClr val="7030A0"/>
            </a:solidFill>
            <a:miter lim="800000"/>
            <a:headEnd/>
            <a:tailEnd/>
          </a:ln>
          <a:extLst>
            <a:ext uri="{909E8E84-426E-40DD-AFC4-6F175D3DCCD1}">
              <a14:hiddenFill xmlns:a14="http://schemas.microsoft.com/office/drawing/2010/main">
                <a:solidFill>
                  <a:srgbClr val="FFFFFF"/>
                </a:solidFill>
              </a14:hiddenFill>
            </a:ext>
          </a:extLst>
        </p:spPr>
      </p:pic>
      <p:pic>
        <p:nvPicPr>
          <p:cNvPr id="115718" name="Picture 8">
            <a:extLst>
              <a:ext uri="{FF2B5EF4-FFF2-40B4-BE49-F238E27FC236}">
                <a16:creationId xmlns:a16="http://schemas.microsoft.com/office/drawing/2014/main" id="{25718DC1-4B1A-4712-8360-6EAC73C36F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908050"/>
            <a:ext cx="13684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9" name="Picture 8">
            <a:extLst>
              <a:ext uri="{FF2B5EF4-FFF2-40B4-BE49-F238E27FC236}">
                <a16:creationId xmlns:a16="http://schemas.microsoft.com/office/drawing/2014/main" id="{009E0222-D291-4FBB-9819-3F7D1AC071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4652963"/>
            <a:ext cx="2879725" cy="14351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10EE6D1B-48CD-4857-B1F9-9F22E96BCC98}"/>
              </a:ext>
            </a:extLst>
          </p:cNvPr>
          <p:cNvSpPr>
            <a:spLocks noGrp="1"/>
          </p:cNvSpPr>
          <p:nvPr>
            <p:ph type="title"/>
          </p:nvPr>
        </p:nvSpPr>
        <p:spPr>
          <a:xfrm>
            <a:off x="2700338" y="274638"/>
            <a:ext cx="4751387" cy="561975"/>
          </a:xfrm>
          <a:solidFill>
            <a:srgbClr val="FFFF00"/>
          </a:solidFill>
        </p:spPr>
        <p:txBody>
          <a:bodyPr/>
          <a:lstStyle/>
          <a:p>
            <a:pPr algn="ctr" eaLnBrk="1" hangingPunct="1"/>
            <a:r>
              <a:rPr lang="en-US" altLang="en-US" sz="2400" b="1"/>
              <a:t>2.3. Faraday’s Law of induction</a:t>
            </a:r>
          </a:p>
        </p:txBody>
      </p:sp>
      <p:sp>
        <p:nvSpPr>
          <p:cNvPr id="116738" name="Date Placeholder 4">
            <a:extLst>
              <a:ext uri="{FF2B5EF4-FFF2-40B4-BE49-F238E27FC236}">
                <a16:creationId xmlns:a16="http://schemas.microsoft.com/office/drawing/2014/main" id="{BB1EA280-8081-4859-801C-F7725670DF7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AF921B9-3170-4968-87FA-912CA11170E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6739" name="Footer Placeholder 5">
            <a:extLst>
              <a:ext uri="{FF2B5EF4-FFF2-40B4-BE49-F238E27FC236}">
                <a16:creationId xmlns:a16="http://schemas.microsoft.com/office/drawing/2014/main" id="{D09D90A9-89FC-4782-907B-0F6CF250A22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6740" name="Slide Number Placeholder 6">
            <a:extLst>
              <a:ext uri="{FF2B5EF4-FFF2-40B4-BE49-F238E27FC236}">
                <a16:creationId xmlns:a16="http://schemas.microsoft.com/office/drawing/2014/main" id="{3B1E0FC9-9403-413B-85EF-6C927A41295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7BA7582-78BE-495D-BC48-7C1548E045AB}" type="slidenum">
              <a:rPr lang="en-ZA" altLang="en-US" sz="1400">
                <a:solidFill>
                  <a:srgbClr val="FFFFFF"/>
                </a:solidFill>
                <a:latin typeface="Franklin Gothic Book" panose="020B0503020102020204" pitchFamily="34" charset="0"/>
              </a:rPr>
              <a:pPr>
                <a:spcBef>
                  <a:spcPct val="0"/>
                </a:spcBef>
                <a:buClrTx/>
                <a:buSzTx/>
                <a:buFontTx/>
                <a:buNone/>
              </a:pPr>
              <a:t>40</a:t>
            </a:fld>
            <a:endParaRPr lang="en-ZA" altLang="en-US" sz="1400">
              <a:solidFill>
                <a:srgbClr val="FFFFFF"/>
              </a:solidFill>
              <a:latin typeface="Franklin Gothic Book" panose="020B0503020102020204" pitchFamily="34" charset="0"/>
            </a:endParaRPr>
          </a:p>
        </p:txBody>
      </p:sp>
      <p:pic>
        <p:nvPicPr>
          <p:cNvPr id="116741" name="Picture 3">
            <a:extLst>
              <a:ext uri="{FF2B5EF4-FFF2-40B4-BE49-F238E27FC236}">
                <a16:creationId xmlns:a16="http://schemas.microsoft.com/office/drawing/2014/main" id="{0C08498E-FD88-4F55-BB04-3F7055E84058}"/>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940425" y="1557338"/>
            <a:ext cx="2362200" cy="1223962"/>
          </a:xfrm>
          <a:noFill/>
        </p:spPr>
      </p:pic>
      <p:pic>
        <p:nvPicPr>
          <p:cNvPr id="79874" name="Picture 2">
            <a:extLst>
              <a:ext uri="{FF2B5EF4-FFF2-40B4-BE49-F238E27FC236}">
                <a16:creationId xmlns:a16="http://schemas.microsoft.com/office/drawing/2014/main" id="{7CA5099C-50EA-4400-9B26-F27C1D2D9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341438"/>
            <a:ext cx="5373688" cy="3486150"/>
          </a:xfrm>
          <a:prstGeom prst="rect">
            <a:avLst/>
          </a:prstGeom>
          <a:noFill/>
          <a:ln w="38100" cap="sq">
            <a:solidFill>
              <a:srgbClr val="000000"/>
            </a:solidFill>
            <a:miter lim="800000"/>
            <a:headEnd/>
            <a:tailEnd/>
          </a:ln>
          <a:effectLst>
            <a:outerShdw blurRad="50800" dist="38100" dir="2700000" algn="tl" rotWithShape="0">
              <a:srgbClr val="000000">
                <a:alpha val="42999"/>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a:extLst>
              <a:ext uri="{FF2B5EF4-FFF2-40B4-BE49-F238E27FC236}">
                <a16:creationId xmlns:a16="http://schemas.microsoft.com/office/drawing/2014/main" id="{D7A3FA70-312A-41D4-B061-E3A033CB7646}"/>
              </a:ext>
            </a:extLst>
          </p:cNvPr>
          <p:cNvSpPr>
            <a:spLocks noGrp="1"/>
          </p:cNvSpPr>
          <p:nvPr>
            <p:ph type="title"/>
          </p:nvPr>
        </p:nvSpPr>
        <p:spPr>
          <a:xfrm>
            <a:off x="2700338" y="274638"/>
            <a:ext cx="4751387" cy="561975"/>
          </a:xfrm>
          <a:solidFill>
            <a:srgbClr val="FFFF00"/>
          </a:solidFill>
        </p:spPr>
        <p:txBody>
          <a:bodyPr/>
          <a:lstStyle/>
          <a:p>
            <a:pPr algn="ctr" eaLnBrk="1" hangingPunct="1"/>
            <a:r>
              <a:rPr lang="en-US" altLang="en-US" sz="2400" b="1"/>
              <a:t>2.3. Faraday’s Law of induction</a:t>
            </a:r>
          </a:p>
        </p:txBody>
      </p:sp>
      <p:sp>
        <p:nvSpPr>
          <p:cNvPr id="117762" name="Date Placeholder 4">
            <a:extLst>
              <a:ext uri="{FF2B5EF4-FFF2-40B4-BE49-F238E27FC236}">
                <a16:creationId xmlns:a16="http://schemas.microsoft.com/office/drawing/2014/main" id="{31E314A5-2B0F-4395-A164-F8B7A03E66F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B6BB4B8-25B9-4FC5-B633-D82A897D931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7763" name="Footer Placeholder 5">
            <a:extLst>
              <a:ext uri="{FF2B5EF4-FFF2-40B4-BE49-F238E27FC236}">
                <a16:creationId xmlns:a16="http://schemas.microsoft.com/office/drawing/2014/main" id="{6B3BE132-139A-47C0-86B6-EC4B8D0C331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7764" name="Slide Number Placeholder 6">
            <a:extLst>
              <a:ext uri="{FF2B5EF4-FFF2-40B4-BE49-F238E27FC236}">
                <a16:creationId xmlns:a16="http://schemas.microsoft.com/office/drawing/2014/main" id="{1F64FDF2-72A8-40EE-A159-42567B6713FF}"/>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0FE309B-6455-471A-A0B1-AB4DBD422BAB}" type="slidenum">
              <a:rPr lang="en-ZA" altLang="en-US" sz="1400">
                <a:solidFill>
                  <a:srgbClr val="FFFFFF"/>
                </a:solidFill>
                <a:latin typeface="Franklin Gothic Book" panose="020B0503020102020204" pitchFamily="34" charset="0"/>
              </a:rPr>
              <a:pPr>
                <a:spcBef>
                  <a:spcPct val="0"/>
                </a:spcBef>
                <a:buClrTx/>
                <a:buSzTx/>
                <a:buFontTx/>
                <a:buNone/>
              </a:pPr>
              <a:t>41</a:t>
            </a:fld>
            <a:endParaRPr lang="en-ZA" altLang="en-US" sz="1400">
              <a:solidFill>
                <a:srgbClr val="FFFFFF"/>
              </a:solidFill>
              <a:latin typeface="Franklin Gothic Book" panose="020B0503020102020204" pitchFamily="34" charset="0"/>
            </a:endParaRPr>
          </a:p>
        </p:txBody>
      </p:sp>
      <p:pic>
        <p:nvPicPr>
          <p:cNvPr id="117765" name="Picture 3">
            <a:extLst>
              <a:ext uri="{FF2B5EF4-FFF2-40B4-BE49-F238E27FC236}">
                <a16:creationId xmlns:a16="http://schemas.microsoft.com/office/drawing/2014/main" id="{5115BD8E-80AB-4909-958D-16AB435379E8}"/>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940425" y="1557338"/>
            <a:ext cx="2362200" cy="1223962"/>
          </a:xfrm>
          <a:noFill/>
        </p:spPr>
      </p:pic>
      <p:pic>
        <p:nvPicPr>
          <p:cNvPr id="79874" name="Picture 2">
            <a:extLst>
              <a:ext uri="{FF2B5EF4-FFF2-40B4-BE49-F238E27FC236}">
                <a16:creationId xmlns:a16="http://schemas.microsoft.com/office/drawing/2014/main" id="{C19477EB-7538-47CA-BDC7-B616287B9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341438"/>
            <a:ext cx="5373688" cy="3486150"/>
          </a:xfrm>
          <a:prstGeom prst="rect">
            <a:avLst/>
          </a:prstGeom>
          <a:noFill/>
          <a:ln w="38100" cap="sq">
            <a:solidFill>
              <a:srgbClr val="000000"/>
            </a:solidFill>
            <a:miter lim="800000"/>
            <a:headEnd/>
            <a:tailEnd/>
          </a:ln>
          <a:effectLst>
            <a:outerShdw blurRad="50800" dist="38100" dir="2700000" algn="tl" rotWithShape="0">
              <a:srgbClr val="000000">
                <a:alpha val="42999"/>
              </a:srgbClr>
            </a:outerShdw>
          </a:effectLst>
          <a:extLst>
            <a:ext uri="{909E8E84-426E-40DD-AFC4-6F175D3DCCD1}">
              <a14:hiddenFill xmlns:a14="http://schemas.microsoft.com/office/drawing/2010/main">
                <a:solidFill>
                  <a:srgbClr val="FFFFFF"/>
                </a:solidFill>
              </a14:hiddenFill>
            </a:ext>
          </a:extLst>
        </p:spPr>
      </p:pic>
      <p:pic>
        <p:nvPicPr>
          <p:cNvPr id="117767" name="Picture 9">
            <a:extLst>
              <a:ext uri="{FF2B5EF4-FFF2-40B4-BE49-F238E27FC236}">
                <a16:creationId xmlns:a16="http://schemas.microsoft.com/office/drawing/2014/main" id="{90C84E5E-033C-4D92-B84B-4508C0C825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5229225"/>
            <a:ext cx="3725862"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a:extLst>
              <a:ext uri="{FF2B5EF4-FFF2-40B4-BE49-F238E27FC236}">
                <a16:creationId xmlns:a16="http://schemas.microsoft.com/office/drawing/2014/main" id="{1E9632AE-A085-4265-9562-2A3DE4B2D5C5}"/>
              </a:ext>
            </a:extLst>
          </p:cNvPr>
          <p:cNvSpPr>
            <a:spLocks noGrp="1"/>
          </p:cNvSpPr>
          <p:nvPr>
            <p:ph type="title"/>
          </p:nvPr>
        </p:nvSpPr>
        <p:spPr>
          <a:xfrm>
            <a:off x="2700338" y="274638"/>
            <a:ext cx="4751387" cy="561975"/>
          </a:xfrm>
          <a:solidFill>
            <a:srgbClr val="FFFF00"/>
          </a:solidFill>
        </p:spPr>
        <p:txBody>
          <a:bodyPr/>
          <a:lstStyle/>
          <a:p>
            <a:pPr algn="ctr" eaLnBrk="1" hangingPunct="1"/>
            <a:r>
              <a:rPr lang="en-US" altLang="en-US" sz="2400" b="1"/>
              <a:t>2.3. Faraday’s Law of induction</a:t>
            </a:r>
          </a:p>
        </p:txBody>
      </p:sp>
      <p:sp>
        <p:nvSpPr>
          <p:cNvPr id="118786" name="Date Placeholder 4">
            <a:extLst>
              <a:ext uri="{FF2B5EF4-FFF2-40B4-BE49-F238E27FC236}">
                <a16:creationId xmlns:a16="http://schemas.microsoft.com/office/drawing/2014/main" id="{1CD437D7-3F76-4985-8ED4-8DC049853E1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2941817-F4EB-45C6-B4A7-CF7CF9AF707B}"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8787" name="Footer Placeholder 5">
            <a:extLst>
              <a:ext uri="{FF2B5EF4-FFF2-40B4-BE49-F238E27FC236}">
                <a16:creationId xmlns:a16="http://schemas.microsoft.com/office/drawing/2014/main" id="{D3C73BD3-DC09-4905-8132-EA74EAB1341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8788" name="Slide Number Placeholder 6">
            <a:extLst>
              <a:ext uri="{FF2B5EF4-FFF2-40B4-BE49-F238E27FC236}">
                <a16:creationId xmlns:a16="http://schemas.microsoft.com/office/drawing/2014/main" id="{240A996D-A473-4495-BC22-4517FF011D2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C66E777-4629-48CE-BA29-67D06C83F001}" type="slidenum">
              <a:rPr lang="en-ZA" altLang="en-US" sz="1400">
                <a:solidFill>
                  <a:srgbClr val="FFFFFF"/>
                </a:solidFill>
                <a:latin typeface="Franklin Gothic Book" panose="020B0503020102020204" pitchFamily="34" charset="0"/>
              </a:rPr>
              <a:pPr>
                <a:spcBef>
                  <a:spcPct val="0"/>
                </a:spcBef>
                <a:buClrTx/>
                <a:buSzTx/>
                <a:buFontTx/>
                <a:buNone/>
              </a:pPr>
              <a:t>42</a:t>
            </a:fld>
            <a:endParaRPr lang="en-ZA" altLang="en-US" sz="1400">
              <a:solidFill>
                <a:srgbClr val="FFFFFF"/>
              </a:solidFill>
              <a:latin typeface="Franklin Gothic Book" panose="020B0503020102020204" pitchFamily="34" charset="0"/>
            </a:endParaRPr>
          </a:p>
        </p:txBody>
      </p:sp>
      <p:sp>
        <p:nvSpPr>
          <p:cNvPr id="3" name="Content Placeholder 2">
            <a:extLst>
              <a:ext uri="{FF2B5EF4-FFF2-40B4-BE49-F238E27FC236}">
                <a16:creationId xmlns:a16="http://schemas.microsoft.com/office/drawing/2014/main" id="{6DB29F52-002A-4532-A019-08FE37EC2C11}"/>
              </a:ext>
            </a:extLst>
          </p:cNvPr>
          <p:cNvSpPr>
            <a:spLocks noGrp="1"/>
          </p:cNvSpPr>
          <p:nvPr>
            <p:ph sz="quarter" idx="1"/>
          </p:nvPr>
        </p:nvSpPr>
        <p:spPr>
          <a:xfrm>
            <a:off x="6011863" y="4221163"/>
            <a:ext cx="2952750" cy="1728787"/>
          </a:xfrm>
          <a:solidFill>
            <a:schemeClr val="accent2">
              <a:lumMod val="60000"/>
              <a:lumOff val="40000"/>
            </a:schemeClr>
          </a:solidFill>
          <a:ln>
            <a:solidFill>
              <a:srgbClr val="00B0F0"/>
            </a:solidFill>
          </a:ln>
        </p:spPr>
        <p:txBody>
          <a:bodyPr>
            <a:normAutofit fontScale="70000" lnSpcReduction="20000"/>
          </a:bodyPr>
          <a:lstStyle/>
          <a:p>
            <a:pPr marL="274320" indent="-274320" algn="just" eaLnBrk="1" fontAlgn="auto" hangingPunct="1">
              <a:spcBef>
                <a:spcPts val="580"/>
              </a:spcBef>
              <a:spcAft>
                <a:spcPts val="0"/>
              </a:spcAft>
              <a:buFont typeface="Wingdings 2"/>
              <a:buNone/>
              <a:defRPr/>
            </a:pPr>
            <a:r>
              <a:rPr lang="en-US" sz="1600" b="1" i="1" dirty="0">
                <a:latin typeface="Times New Roman" pitchFamily="18" charset="0"/>
                <a:cs typeface="Times New Roman" pitchFamily="18" charset="0"/>
              </a:rPr>
              <a:t>      </a:t>
            </a:r>
            <a:r>
              <a:rPr lang="en-US" sz="2300" b="1" i="1" dirty="0">
                <a:solidFill>
                  <a:srgbClr val="002060"/>
                </a:solidFill>
                <a:cs typeface="Times New Roman" pitchFamily="18" charset="0"/>
              </a:rPr>
              <a:t>Definition: </a:t>
            </a:r>
          </a:p>
          <a:p>
            <a:pPr marL="274320" indent="-274320" algn="just" eaLnBrk="1" fontAlgn="auto" hangingPunct="1">
              <a:spcBef>
                <a:spcPts val="580"/>
              </a:spcBef>
              <a:spcAft>
                <a:spcPts val="0"/>
              </a:spcAft>
              <a:buFont typeface="Wingdings 2"/>
              <a:buNone/>
              <a:defRPr/>
            </a:pPr>
            <a:r>
              <a:rPr lang="en-US" sz="2300" b="1" i="1" dirty="0">
                <a:solidFill>
                  <a:srgbClr val="002060"/>
                </a:solidFill>
                <a:cs typeface="Times New Roman" pitchFamily="18" charset="0"/>
              </a:rPr>
              <a:t>   </a:t>
            </a:r>
            <a:r>
              <a:rPr lang="en-US" sz="2300" b="1" i="1" dirty="0">
                <a:cs typeface="Times New Roman" pitchFamily="18" charset="0"/>
              </a:rPr>
              <a:t>Induced EMF, also known as electromagnetic induction or EMF Induction is the production of voltage in a coil because of the change in a magnetic flux through a coil.</a:t>
            </a:r>
          </a:p>
        </p:txBody>
      </p:sp>
      <p:pic>
        <p:nvPicPr>
          <p:cNvPr id="118790" name="Picture 3">
            <a:extLst>
              <a:ext uri="{FF2B5EF4-FFF2-40B4-BE49-F238E27FC236}">
                <a16:creationId xmlns:a16="http://schemas.microsoft.com/office/drawing/2014/main" id="{9F052E7B-C222-4C39-A64C-00A30F3C4F19}"/>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940425" y="1557338"/>
            <a:ext cx="2362200" cy="1223962"/>
          </a:xfrm>
          <a:noFill/>
        </p:spPr>
      </p:pic>
      <p:pic>
        <p:nvPicPr>
          <p:cNvPr id="79874" name="Picture 2">
            <a:extLst>
              <a:ext uri="{FF2B5EF4-FFF2-40B4-BE49-F238E27FC236}">
                <a16:creationId xmlns:a16="http://schemas.microsoft.com/office/drawing/2014/main" id="{25F45B23-A7BC-480C-B195-E297308F64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341438"/>
            <a:ext cx="5373688" cy="3486150"/>
          </a:xfrm>
          <a:prstGeom prst="rect">
            <a:avLst/>
          </a:prstGeom>
          <a:noFill/>
          <a:ln w="38100" cap="sq">
            <a:solidFill>
              <a:srgbClr val="000000"/>
            </a:solidFill>
            <a:miter lim="800000"/>
            <a:headEnd/>
            <a:tailEnd/>
          </a:ln>
          <a:effectLst>
            <a:outerShdw blurRad="50800" dist="38100" dir="2700000" algn="tl" rotWithShape="0">
              <a:srgbClr val="000000">
                <a:alpha val="42999"/>
              </a:srgbClr>
            </a:outerShdw>
          </a:effectLst>
          <a:extLst>
            <a:ext uri="{909E8E84-426E-40DD-AFC4-6F175D3DCCD1}">
              <a14:hiddenFill xmlns:a14="http://schemas.microsoft.com/office/drawing/2010/main">
                <a:solidFill>
                  <a:srgbClr val="FFFFFF"/>
                </a:solidFill>
              </a14:hiddenFill>
            </a:ext>
          </a:extLst>
        </p:spPr>
      </p:pic>
      <p:pic>
        <p:nvPicPr>
          <p:cNvPr id="118792" name="Picture 9">
            <a:extLst>
              <a:ext uri="{FF2B5EF4-FFF2-40B4-BE49-F238E27FC236}">
                <a16:creationId xmlns:a16="http://schemas.microsoft.com/office/drawing/2014/main" id="{46F8391C-3140-4EAB-B115-104DF72E0B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5229225"/>
            <a:ext cx="3725862"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C0DAE-3798-41E8-A87D-22016D1C0F90}"/>
              </a:ext>
            </a:extLst>
          </p:cNvPr>
          <p:cNvSpPr>
            <a:spLocks noGrp="1"/>
          </p:cNvSpPr>
          <p:nvPr>
            <p:ph type="title"/>
          </p:nvPr>
        </p:nvSpPr>
        <p:spPr>
          <a:xfrm>
            <a:off x="1116013" y="1412875"/>
            <a:ext cx="1727200" cy="431800"/>
          </a:xfrm>
          <a:ln>
            <a:solidFill>
              <a:srgbClr val="C00000"/>
            </a:solidFill>
          </a:ln>
        </p:spPr>
        <p:txBody>
          <a:bodyPr>
            <a:normAutofit fontScale="90000"/>
          </a:bodyPr>
          <a:lstStyle/>
          <a:p>
            <a:pPr eaLnBrk="1" fontAlgn="auto" hangingPunct="1">
              <a:spcAft>
                <a:spcPts val="0"/>
              </a:spcAft>
              <a:defRPr/>
            </a:pPr>
            <a:r>
              <a:rPr lang="en-US" sz="2800" b="1" dirty="0">
                <a:solidFill>
                  <a:srgbClr val="002060"/>
                </a:solidFill>
              </a:rPr>
              <a:t>LENZ LAW</a:t>
            </a:r>
          </a:p>
        </p:txBody>
      </p:sp>
      <p:sp>
        <p:nvSpPr>
          <p:cNvPr id="119810" name="Date Placeholder 4">
            <a:extLst>
              <a:ext uri="{FF2B5EF4-FFF2-40B4-BE49-F238E27FC236}">
                <a16:creationId xmlns:a16="http://schemas.microsoft.com/office/drawing/2014/main" id="{23D7CE81-4206-4B19-88C7-889E76F1ADF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D4DBFA6-32E1-4B63-ADC9-4A2DF811EB98}"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19811" name="Footer Placeholder 5">
            <a:extLst>
              <a:ext uri="{FF2B5EF4-FFF2-40B4-BE49-F238E27FC236}">
                <a16:creationId xmlns:a16="http://schemas.microsoft.com/office/drawing/2014/main" id="{BAFFEA67-ABE4-4E90-9E5D-7ACBF4F9282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19812" name="Slide Number Placeholder 6">
            <a:extLst>
              <a:ext uri="{FF2B5EF4-FFF2-40B4-BE49-F238E27FC236}">
                <a16:creationId xmlns:a16="http://schemas.microsoft.com/office/drawing/2014/main" id="{ABC8CBE0-A488-4E30-AFE3-F1D69A119D7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F6EA96A-0F80-44C5-A982-DCCCCBA1C740}" type="slidenum">
              <a:rPr lang="en-ZA" altLang="en-US" sz="1400">
                <a:solidFill>
                  <a:srgbClr val="FFFFFF"/>
                </a:solidFill>
                <a:latin typeface="Franklin Gothic Book" panose="020B0503020102020204" pitchFamily="34" charset="0"/>
              </a:rPr>
              <a:pPr>
                <a:spcBef>
                  <a:spcPct val="0"/>
                </a:spcBef>
                <a:buClrTx/>
                <a:buSzTx/>
                <a:buFontTx/>
                <a:buNone/>
              </a:pPr>
              <a:t>43</a:t>
            </a:fld>
            <a:endParaRPr lang="en-ZA" altLang="en-US"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0A985-4AF4-4666-B9AA-B2808FAD4B4A}"/>
              </a:ext>
            </a:extLst>
          </p:cNvPr>
          <p:cNvSpPr>
            <a:spLocks noGrp="1"/>
          </p:cNvSpPr>
          <p:nvPr>
            <p:ph type="title"/>
          </p:nvPr>
        </p:nvSpPr>
        <p:spPr>
          <a:xfrm>
            <a:off x="1116013" y="1412875"/>
            <a:ext cx="1727200" cy="431800"/>
          </a:xfrm>
          <a:ln>
            <a:solidFill>
              <a:srgbClr val="C00000"/>
            </a:solidFill>
          </a:ln>
        </p:spPr>
        <p:txBody>
          <a:bodyPr>
            <a:normAutofit fontScale="90000"/>
          </a:bodyPr>
          <a:lstStyle/>
          <a:p>
            <a:pPr eaLnBrk="1" fontAlgn="auto" hangingPunct="1">
              <a:spcAft>
                <a:spcPts val="0"/>
              </a:spcAft>
              <a:defRPr/>
            </a:pPr>
            <a:r>
              <a:rPr lang="en-US" sz="2800" b="1" dirty="0">
                <a:solidFill>
                  <a:srgbClr val="002060"/>
                </a:solidFill>
              </a:rPr>
              <a:t>LENZ LAW</a:t>
            </a:r>
          </a:p>
        </p:txBody>
      </p:sp>
      <p:sp>
        <p:nvSpPr>
          <p:cNvPr id="120834" name="Date Placeholder 4">
            <a:extLst>
              <a:ext uri="{FF2B5EF4-FFF2-40B4-BE49-F238E27FC236}">
                <a16:creationId xmlns:a16="http://schemas.microsoft.com/office/drawing/2014/main" id="{251F6DD4-192D-4ECE-870D-7F566808168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B536CFB-0A4D-4EB3-990E-B52986B9ED74}"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20835" name="Footer Placeholder 5">
            <a:extLst>
              <a:ext uri="{FF2B5EF4-FFF2-40B4-BE49-F238E27FC236}">
                <a16:creationId xmlns:a16="http://schemas.microsoft.com/office/drawing/2014/main" id="{0B6317FD-9F69-41D0-A856-1C6F2663D8D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20836" name="Slide Number Placeholder 6">
            <a:extLst>
              <a:ext uri="{FF2B5EF4-FFF2-40B4-BE49-F238E27FC236}">
                <a16:creationId xmlns:a16="http://schemas.microsoft.com/office/drawing/2014/main" id="{ADB34198-834C-4941-80C6-E42364A92F3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D1A738F-5217-4588-BFBF-3C1CBE0B83CB}" type="slidenum">
              <a:rPr lang="en-ZA" altLang="en-US" sz="1400">
                <a:solidFill>
                  <a:srgbClr val="FFFFFF"/>
                </a:solidFill>
                <a:latin typeface="Franklin Gothic Book" panose="020B0503020102020204" pitchFamily="34" charset="0"/>
              </a:rPr>
              <a:pPr>
                <a:spcBef>
                  <a:spcPct val="0"/>
                </a:spcBef>
                <a:buClrTx/>
                <a:buSzTx/>
                <a:buFontTx/>
                <a:buNone/>
              </a:pPr>
              <a:t>44</a:t>
            </a:fld>
            <a:endParaRPr lang="en-ZA" altLang="en-US" sz="1400">
              <a:solidFill>
                <a:srgbClr val="FFFFFF"/>
              </a:solidFill>
              <a:latin typeface="Franklin Gothic Book" panose="020B0503020102020204" pitchFamily="34" charset="0"/>
            </a:endParaRPr>
          </a:p>
        </p:txBody>
      </p:sp>
      <p:sp>
        <p:nvSpPr>
          <p:cNvPr id="120837" name="Content Placeholder 3">
            <a:extLst>
              <a:ext uri="{FF2B5EF4-FFF2-40B4-BE49-F238E27FC236}">
                <a16:creationId xmlns:a16="http://schemas.microsoft.com/office/drawing/2014/main" id="{25AEE2CA-A9EE-46D3-91AB-8C6A3BA43820}"/>
              </a:ext>
            </a:extLst>
          </p:cNvPr>
          <p:cNvSpPr>
            <a:spLocks noGrp="1"/>
          </p:cNvSpPr>
          <p:nvPr>
            <p:ph sz="quarter" idx="2"/>
          </p:nvPr>
        </p:nvSpPr>
        <p:spPr>
          <a:xfrm>
            <a:off x="539750" y="1989138"/>
            <a:ext cx="4464050" cy="1079500"/>
          </a:xfrm>
          <a:solidFill>
            <a:srgbClr val="00B0F0"/>
          </a:solidFill>
        </p:spPr>
        <p:txBody>
          <a:bodyPr/>
          <a:lstStyle/>
          <a:p>
            <a:pPr algn="just" eaLnBrk="1" hangingPunct="1">
              <a:buFont typeface="Wingdings 2" panose="05020102010507070707" pitchFamily="18" charset="2"/>
              <a:buNone/>
            </a:pPr>
            <a:r>
              <a:rPr lang="en-US" altLang="en-US" sz="1800" b="1" i="1"/>
              <a:t>     “An induced current always flows in a direction such that it opposes the change which produced it”. See the figures below</a:t>
            </a: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EBD2-17A8-4765-9CC7-00055123C56F}"/>
              </a:ext>
            </a:extLst>
          </p:cNvPr>
          <p:cNvSpPr>
            <a:spLocks noGrp="1"/>
          </p:cNvSpPr>
          <p:nvPr>
            <p:ph type="title"/>
          </p:nvPr>
        </p:nvSpPr>
        <p:spPr>
          <a:xfrm>
            <a:off x="1116013" y="1412875"/>
            <a:ext cx="1584325" cy="431800"/>
          </a:xfrm>
          <a:ln>
            <a:solidFill>
              <a:srgbClr val="C00000"/>
            </a:solidFill>
          </a:ln>
        </p:spPr>
        <p:txBody>
          <a:bodyPr>
            <a:normAutofit fontScale="90000"/>
          </a:bodyPr>
          <a:lstStyle/>
          <a:p>
            <a:pPr eaLnBrk="1" fontAlgn="auto" hangingPunct="1">
              <a:spcAft>
                <a:spcPts val="0"/>
              </a:spcAft>
              <a:defRPr/>
            </a:pPr>
            <a:r>
              <a:rPr lang="en-US" sz="2800" b="1" dirty="0">
                <a:solidFill>
                  <a:srgbClr val="002060"/>
                </a:solidFill>
              </a:rPr>
              <a:t>LENZ LAW</a:t>
            </a:r>
          </a:p>
        </p:txBody>
      </p:sp>
      <p:sp>
        <p:nvSpPr>
          <p:cNvPr id="121858" name="Date Placeholder 4">
            <a:extLst>
              <a:ext uri="{FF2B5EF4-FFF2-40B4-BE49-F238E27FC236}">
                <a16:creationId xmlns:a16="http://schemas.microsoft.com/office/drawing/2014/main" id="{3546EB8B-1337-4BE3-AF58-C6335804624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231253F-F58B-4196-8F29-AAC1DCF4005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21859" name="Footer Placeholder 5">
            <a:extLst>
              <a:ext uri="{FF2B5EF4-FFF2-40B4-BE49-F238E27FC236}">
                <a16:creationId xmlns:a16="http://schemas.microsoft.com/office/drawing/2014/main" id="{2DC792E8-95E3-47B4-B66F-BEDAEDE0796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21860" name="Slide Number Placeholder 6">
            <a:extLst>
              <a:ext uri="{FF2B5EF4-FFF2-40B4-BE49-F238E27FC236}">
                <a16:creationId xmlns:a16="http://schemas.microsoft.com/office/drawing/2014/main" id="{097EB446-E610-41FA-9F45-4FDF11E1CC1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865E430-97AF-49F5-8CE7-01F4BDF1EB2D}" type="slidenum">
              <a:rPr lang="en-ZA" altLang="en-US" sz="1400">
                <a:solidFill>
                  <a:srgbClr val="FFFFFF"/>
                </a:solidFill>
                <a:latin typeface="Franklin Gothic Book" panose="020B0503020102020204" pitchFamily="34" charset="0"/>
              </a:rPr>
              <a:pPr>
                <a:spcBef>
                  <a:spcPct val="0"/>
                </a:spcBef>
                <a:buClrTx/>
                <a:buSzTx/>
                <a:buFontTx/>
                <a:buNone/>
              </a:pPr>
              <a:t>45</a:t>
            </a:fld>
            <a:endParaRPr lang="en-ZA" altLang="en-US" sz="1400">
              <a:solidFill>
                <a:srgbClr val="FFFFFF"/>
              </a:solidFill>
              <a:latin typeface="Franklin Gothic Book" panose="020B0503020102020204" pitchFamily="34" charset="0"/>
            </a:endParaRPr>
          </a:p>
        </p:txBody>
      </p:sp>
      <p:pic>
        <p:nvPicPr>
          <p:cNvPr id="80898" name="Picture 2">
            <a:extLst>
              <a:ext uri="{FF2B5EF4-FFF2-40B4-BE49-F238E27FC236}">
                <a16:creationId xmlns:a16="http://schemas.microsoft.com/office/drawing/2014/main" id="{C5D50FD4-2869-4AEF-B45B-73A065CEA44E}"/>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194300" y="88900"/>
            <a:ext cx="3873500" cy="2184400"/>
          </a:xfrm>
        </p:spPr>
      </p:pic>
      <p:sp>
        <p:nvSpPr>
          <p:cNvPr id="121862" name="Content Placeholder 3">
            <a:extLst>
              <a:ext uri="{FF2B5EF4-FFF2-40B4-BE49-F238E27FC236}">
                <a16:creationId xmlns:a16="http://schemas.microsoft.com/office/drawing/2014/main" id="{D064613F-BC91-4243-B3CE-0E413493E21C}"/>
              </a:ext>
            </a:extLst>
          </p:cNvPr>
          <p:cNvSpPr>
            <a:spLocks noGrp="1"/>
          </p:cNvSpPr>
          <p:nvPr>
            <p:ph sz="quarter" idx="2"/>
          </p:nvPr>
        </p:nvSpPr>
        <p:spPr>
          <a:xfrm>
            <a:off x="539750" y="1989138"/>
            <a:ext cx="4464050" cy="1079500"/>
          </a:xfrm>
          <a:solidFill>
            <a:srgbClr val="00B0F0"/>
          </a:solidFill>
        </p:spPr>
        <p:txBody>
          <a:bodyPr/>
          <a:lstStyle/>
          <a:p>
            <a:pPr algn="just" eaLnBrk="1" hangingPunct="1">
              <a:buFont typeface="Wingdings 2" panose="05020102010507070707" pitchFamily="18" charset="2"/>
              <a:buNone/>
            </a:pPr>
            <a:r>
              <a:rPr lang="en-US" altLang="en-US" sz="1800" b="1" i="1"/>
              <a:t>     “An induced current always flows in a direction such that it opposes the change which produced it”. See the figures below</a:t>
            </a:r>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B21EB-ADFB-4043-8C09-37C949F9CE14}"/>
              </a:ext>
            </a:extLst>
          </p:cNvPr>
          <p:cNvSpPr>
            <a:spLocks noGrp="1"/>
          </p:cNvSpPr>
          <p:nvPr>
            <p:ph type="title"/>
          </p:nvPr>
        </p:nvSpPr>
        <p:spPr>
          <a:xfrm>
            <a:off x="1116013" y="1412875"/>
            <a:ext cx="1584325" cy="431800"/>
          </a:xfrm>
          <a:ln>
            <a:solidFill>
              <a:srgbClr val="C00000"/>
            </a:solidFill>
          </a:ln>
        </p:spPr>
        <p:txBody>
          <a:bodyPr>
            <a:normAutofit fontScale="90000"/>
          </a:bodyPr>
          <a:lstStyle/>
          <a:p>
            <a:pPr eaLnBrk="1" fontAlgn="auto" hangingPunct="1">
              <a:spcAft>
                <a:spcPts val="0"/>
              </a:spcAft>
              <a:defRPr/>
            </a:pPr>
            <a:r>
              <a:rPr lang="en-US" sz="2800" b="1" dirty="0">
                <a:solidFill>
                  <a:srgbClr val="002060"/>
                </a:solidFill>
              </a:rPr>
              <a:t>LENZ LAW</a:t>
            </a:r>
          </a:p>
        </p:txBody>
      </p:sp>
      <p:sp>
        <p:nvSpPr>
          <p:cNvPr id="122882" name="Date Placeholder 4">
            <a:extLst>
              <a:ext uri="{FF2B5EF4-FFF2-40B4-BE49-F238E27FC236}">
                <a16:creationId xmlns:a16="http://schemas.microsoft.com/office/drawing/2014/main" id="{FE951875-66B7-48AC-9567-EFE596BDF01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963F057-C965-416D-8176-A71D53313F2B}"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22883" name="Footer Placeholder 5">
            <a:extLst>
              <a:ext uri="{FF2B5EF4-FFF2-40B4-BE49-F238E27FC236}">
                <a16:creationId xmlns:a16="http://schemas.microsoft.com/office/drawing/2014/main" id="{7577F67B-2765-4396-916F-4E944CD3F68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22884" name="Slide Number Placeholder 6">
            <a:extLst>
              <a:ext uri="{FF2B5EF4-FFF2-40B4-BE49-F238E27FC236}">
                <a16:creationId xmlns:a16="http://schemas.microsoft.com/office/drawing/2014/main" id="{C8DA846D-00E3-4EDC-B4B4-5450FADB6F03}"/>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22A3046-AF8F-439D-A1BE-0D2FD4E6E96D}" type="slidenum">
              <a:rPr lang="en-ZA" altLang="en-US" sz="1400">
                <a:solidFill>
                  <a:srgbClr val="FFFFFF"/>
                </a:solidFill>
                <a:latin typeface="Franklin Gothic Book" panose="020B0503020102020204" pitchFamily="34" charset="0"/>
              </a:rPr>
              <a:pPr>
                <a:spcBef>
                  <a:spcPct val="0"/>
                </a:spcBef>
                <a:buClrTx/>
                <a:buSzTx/>
                <a:buFontTx/>
                <a:buNone/>
              </a:pPr>
              <a:t>46</a:t>
            </a:fld>
            <a:endParaRPr lang="en-ZA" altLang="en-US" sz="1400">
              <a:solidFill>
                <a:srgbClr val="FFFFFF"/>
              </a:solidFill>
              <a:latin typeface="Franklin Gothic Book" panose="020B0503020102020204" pitchFamily="34" charset="0"/>
            </a:endParaRPr>
          </a:p>
        </p:txBody>
      </p:sp>
      <p:pic>
        <p:nvPicPr>
          <p:cNvPr id="80898" name="Picture 2">
            <a:extLst>
              <a:ext uri="{FF2B5EF4-FFF2-40B4-BE49-F238E27FC236}">
                <a16:creationId xmlns:a16="http://schemas.microsoft.com/office/drawing/2014/main" id="{9A14C9FF-942D-4B82-97B6-8496D41C47E8}"/>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194300" y="88900"/>
            <a:ext cx="3873500" cy="2184400"/>
          </a:xfrm>
        </p:spPr>
      </p:pic>
      <p:sp>
        <p:nvSpPr>
          <p:cNvPr id="122886" name="Content Placeholder 3">
            <a:extLst>
              <a:ext uri="{FF2B5EF4-FFF2-40B4-BE49-F238E27FC236}">
                <a16:creationId xmlns:a16="http://schemas.microsoft.com/office/drawing/2014/main" id="{1ACDE81F-340B-40D6-99BD-CA284B3A660C}"/>
              </a:ext>
            </a:extLst>
          </p:cNvPr>
          <p:cNvSpPr>
            <a:spLocks noGrp="1"/>
          </p:cNvSpPr>
          <p:nvPr>
            <p:ph sz="quarter" idx="2"/>
          </p:nvPr>
        </p:nvSpPr>
        <p:spPr>
          <a:xfrm>
            <a:off x="539750" y="1989138"/>
            <a:ext cx="4464050" cy="1079500"/>
          </a:xfrm>
          <a:solidFill>
            <a:srgbClr val="00B0F0"/>
          </a:solidFill>
        </p:spPr>
        <p:txBody>
          <a:bodyPr/>
          <a:lstStyle/>
          <a:p>
            <a:pPr algn="just" eaLnBrk="1" hangingPunct="1">
              <a:buFont typeface="Wingdings 2" panose="05020102010507070707" pitchFamily="18" charset="2"/>
              <a:buNone/>
            </a:pPr>
            <a:r>
              <a:rPr lang="en-US" altLang="en-US" sz="1800" b="1" i="1"/>
              <a:t>     “An induced current always flows in a direction such that it opposes the change which produced it”. See the figures below</a:t>
            </a:r>
          </a:p>
        </p:txBody>
      </p:sp>
      <p:pic>
        <p:nvPicPr>
          <p:cNvPr id="122887" name="Picture 5">
            <a:extLst>
              <a:ext uri="{FF2B5EF4-FFF2-40B4-BE49-F238E27FC236}">
                <a16:creationId xmlns:a16="http://schemas.microsoft.com/office/drawing/2014/main" id="{1D215A66-A225-4651-B158-EF31FFE3A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3679825"/>
            <a:ext cx="3967163" cy="255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8" name="Picture 6">
            <a:extLst>
              <a:ext uri="{FF2B5EF4-FFF2-40B4-BE49-F238E27FC236}">
                <a16:creationId xmlns:a16="http://schemas.microsoft.com/office/drawing/2014/main" id="{63462599-7E0D-47E4-986C-DA77A9592C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3068638"/>
            <a:ext cx="44878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40D47-3635-404E-A486-FA19B039F390}"/>
              </a:ext>
            </a:extLst>
          </p:cNvPr>
          <p:cNvSpPr>
            <a:spLocks noGrp="1"/>
          </p:cNvSpPr>
          <p:nvPr>
            <p:ph type="title"/>
          </p:nvPr>
        </p:nvSpPr>
        <p:spPr>
          <a:xfrm>
            <a:off x="1116013" y="1412875"/>
            <a:ext cx="2663825" cy="431800"/>
          </a:xfrm>
          <a:ln>
            <a:solidFill>
              <a:srgbClr val="C00000"/>
            </a:solidFill>
          </a:ln>
        </p:spPr>
        <p:txBody>
          <a:bodyPr>
            <a:normAutofit fontScale="90000"/>
          </a:bodyPr>
          <a:lstStyle/>
          <a:p>
            <a:pPr eaLnBrk="1" fontAlgn="auto" hangingPunct="1">
              <a:spcAft>
                <a:spcPts val="0"/>
              </a:spcAft>
              <a:defRPr/>
            </a:pPr>
            <a:r>
              <a:rPr lang="en-US" sz="2800" b="1" dirty="0">
                <a:solidFill>
                  <a:srgbClr val="002060"/>
                </a:solidFill>
              </a:rPr>
              <a:t>LENZ LAW</a:t>
            </a:r>
          </a:p>
        </p:txBody>
      </p:sp>
      <p:sp>
        <p:nvSpPr>
          <p:cNvPr id="123906" name="Date Placeholder 4">
            <a:extLst>
              <a:ext uri="{FF2B5EF4-FFF2-40B4-BE49-F238E27FC236}">
                <a16:creationId xmlns:a16="http://schemas.microsoft.com/office/drawing/2014/main" id="{FCC82D20-7262-4D64-837C-B33CCB55DBA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03DDE56-CF8F-4E6F-AA49-E1F7B846CD83}"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23907" name="Footer Placeholder 5">
            <a:extLst>
              <a:ext uri="{FF2B5EF4-FFF2-40B4-BE49-F238E27FC236}">
                <a16:creationId xmlns:a16="http://schemas.microsoft.com/office/drawing/2014/main" id="{3CA9BD80-25D5-4649-A01A-19017D7377A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23908" name="Slide Number Placeholder 6">
            <a:extLst>
              <a:ext uri="{FF2B5EF4-FFF2-40B4-BE49-F238E27FC236}">
                <a16:creationId xmlns:a16="http://schemas.microsoft.com/office/drawing/2014/main" id="{DAA9BEBA-A285-4904-B30A-2C3CD3325BF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F58F76A-7D26-4BB6-B660-7E3EED7BD457}" type="slidenum">
              <a:rPr lang="en-ZA" altLang="en-US" sz="1400">
                <a:solidFill>
                  <a:srgbClr val="FFFFFF"/>
                </a:solidFill>
                <a:latin typeface="Franklin Gothic Book" panose="020B0503020102020204" pitchFamily="34" charset="0"/>
              </a:rPr>
              <a:pPr>
                <a:spcBef>
                  <a:spcPct val="0"/>
                </a:spcBef>
                <a:buClrTx/>
                <a:buSzTx/>
                <a:buFontTx/>
                <a:buNone/>
              </a:pPr>
              <a:t>47</a:t>
            </a:fld>
            <a:endParaRPr lang="en-ZA" altLang="en-US" sz="1400">
              <a:solidFill>
                <a:srgbClr val="FFFFFF"/>
              </a:solidFill>
              <a:latin typeface="Franklin Gothic Book" panose="020B0503020102020204" pitchFamily="34" charset="0"/>
            </a:endParaRPr>
          </a:p>
        </p:txBody>
      </p:sp>
      <p:pic>
        <p:nvPicPr>
          <p:cNvPr id="80898" name="Picture 2">
            <a:extLst>
              <a:ext uri="{FF2B5EF4-FFF2-40B4-BE49-F238E27FC236}">
                <a16:creationId xmlns:a16="http://schemas.microsoft.com/office/drawing/2014/main" id="{6A5E7072-81C9-426B-ACA4-25F29612162B}"/>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194300" y="88900"/>
            <a:ext cx="3873500" cy="2184400"/>
          </a:xfrm>
        </p:spPr>
      </p:pic>
      <p:sp>
        <p:nvSpPr>
          <p:cNvPr id="123910" name="Content Placeholder 3">
            <a:extLst>
              <a:ext uri="{FF2B5EF4-FFF2-40B4-BE49-F238E27FC236}">
                <a16:creationId xmlns:a16="http://schemas.microsoft.com/office/drawing/2014/main" id="{BE4FCCCE-124F-432F-A9C0-94133DD3D7C1}"/>
              </a:ext>
            </a:extLst>
          </p:cNvPr>
          <p:cNvSpPr>
            <a:spLocks noGrp="1"/>
          </p:cNvSpPr>
          <p:nvPr>
            <p:ph sz="quarter" idx="2"/>
          </p:nvPr>
        </p:nvSpPr>
        <p:spPr>
          <a:xfrm>
            <a:off x="539750" y="1989138"/>
            <a:ext cx="4464050" cy="1079500"/>
          </a:xfrm>
          <a:solidFill>
            <a:srgbClr val="00B0F0"/>
          </a:solidFill>
        </p:spPr>
        <p:txBody>
          <a:bodyPr/>
          <a:lstStyle/>
          <a:p>
            <a:pPr algn="just" eaLnBrk="1" hangingPunct="1">
              <a:buFont typeface="Wingdings 2" panose="05020102010507070707" pitchFamily="18" charset="2"/>
              <a:buNone/>
            </a:pPr>
            <a:r>
              <a:rPr lang="en-US" altLang="en-US" sz="1800" b="1" i="1"/>
              <a:t>     “An induced current always flows in a direction such that it opposes the change which produced it”. See the figures below</a:t>
            </a:r>
          </a:p>
        </p:txBody>
      </p:sp>
      <p:pic>
        <p:nvPicPr>
          <p:cNvPr id="123911" name="Picture 4">
            <a:extLst>
              <a:ext uri="{FF2B5EF4-FFF2-40B4-BE49-F238E27FC236}">
                <a16:creationId xmlns:a16="http://schemas.microsoft.com/office/drawing/2014/main" id="{F403EB85-39A1-4F8A-BA5B-AA65EA60CA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3795713"/>
            <a:ext cx="4249737"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2" name="Picture 5">
            <a:extLst>
              <a:ext uri="{FF2B5EF4-FFF2-40B4-BE49-F238E27FC236}">
                <a16:creationId xmlns:a16="http://schemas.microsoft.com/office/drawing/2014/main" id="{B3255FBB-8BC1-4063-9D80-A9248F90B3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3679825"/>
            <a:ext cx="3967163" cy="255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3" name="Picture 6">
            <a:extLst>
              <a:ext uri="{FF2B5EF4-FFF2-40B4-BE49-F238E27FC236}">
                <a16:creationId xmlns:a16="http://schemas.microsoft.com/office/drawing/2014/main" id="{EF446ED9-E0DA-4984-A328-01C4D5531E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3068638"/>
            <a:ext cx="44878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4" name="Picture 7">
            <a:extLst>
              <a:ext uri="{FF2B5EF4-FFF2-40B4-BE49-F238E27FC236}">
                <a16:creationId xmlns:a16="http://schemas.microsoft.com/office/drawing/2014/main" id="{77CAD988-1629-4B16-A628-E3EB4C5B2D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7425" y="3141663"/>
            <a:ext cx="4167188"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Date Placeholder 2">
            <a:extLst>
              <a:ext uri="{FF2B5EF4-FFF2-40B4-BE49-F238E27FC236}">
                <a16:creationId xmlns:a16="http://schemas.microsoft.com/office/drawing/2014/main" id="{E4CB2CFF-1763-41A0-9884-82B7DE0067E3}"/>
              </a:ext>
            </a:extLst>
          </p:cNvPr>
          <p:cNvSpPr>
            <a:spLocks noGrp="1"/>
          </p:cNvSpPr>
          <p:nvPr>
            <p:ph type="dt" sz="quarter" idx="10"/>
          </p:nvPr>
        </p:nvSpPr>
        <p:spPr bwMode="auto">
          <a:xfrm>
            <a:off x="3779838" y="6165850"/>
            <a:ext cx="24765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E43F741-B5A9-4EC9-BACE-4F98F48702B2}"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24930" name="Footer Placeholder 3">
            <a:extLst>
              <a:ext uri="{FF2B5EF4-FFF2-40B4-BE49-F238E27FC236}">
                <a16:creationId xmlns:a16="http://schemas.microsoft.com/office/drawing/2014/main" id="{478C5344-D750-4E96-894C-033D8C8C39B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24931" name="Slide Number Placeholder 4">
            <a:extLst>
              <a:ext uri="{FF2B5EF4-FFF2-40B4-BE49-F238E27FC236}">
                <a16:creationId xmlns:a16="http://schemas.microsoft.com/office/drawing/2014/main" id="{47D85F26-8C03-4ECD-AFC6-A4A42E09C1C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B5E4EF2-2DD2-4623-8FB9-E75B0755519D}" type="slidenum">
              <a:rPr lang="en-ZA" altLang="en-US" sz="1400">
                <a:solidFill>
                  <a:srgbClr val="FFFFFF"/>
                </a:solidFill>
                <a:latin typeface="Franklin Gothic Book" panose="020B0503020102020204" pitchFamily="34" charset="0"/>
              </a:rPr>
              <a:pPr>
                <a:spcBef>
                  <a:spcPct val="0"/>
                </a:spcBef>
                <a:buClrTx/>
                <a:buSzTx/>
                <a:buFontTx/>
                <a:buNone/>
              </a:pPr>
              <a:t>48</a:t>
            </a:fld>
            <a:endParaRPr lang="en-ZA" altLang="en-US" sz="1400">
              <a:solidFill>
                <a:srgbClr val="FFFFFF"/>
              </a:solidFill>
              <a:latin typeface="Franklin Gothic Book" panose="020B0503020102020204" pitchFamily="34" charset="0"/>
            </a:endParaRPr>
          </a:p>
        </p:txBody>
      </p:sp>
      <p:pic>
        <p:nvPicPr>
          <p:cNvPr id="124932" name="Picture 3">
            <a:extLst>
              <a:ext uri="{FF2B5EF4-FFF2-40B4-BE49-F238E27FC236}">
                <a16:creationId xmlns:a16="http://schemas.microsoft.com/office/drawing/2014/main" id="{B089F589-6E34-45FA-BF3B-056599F90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36613"/>
            <a:ext cx="54006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itle 1">
            <a:extLst>
              <a:ext uri="{FF2B5EF4-FFF2-40B4-BE49-F238E27FC236}">
                <a16:creationId xmlns:a16="http://schemas.microsoft.com/office/drawing/2014/main" id="{14B4C28E-C0FA-46D5-A013-B1890324206D}"/>
              </a:ext>
            </a:extLst>
          </p:cNvPr>
          <p:cNvSpPr txBox="1">
            <a:spLocks/>
          </p:cNvSpPr>
          <p:nvPr/>
        </p:nvSpPr>
        <p:spPr>
          <a:xfrm>
            <a:off x="539750" y="188913"/>
            <a:ext cx="7772400" cy="633412"/>
          </a:xfrm>
          <a:prstGeom prst="rect">
            <a:avLst/>
          </a:prstGeom>
        </p:spPr>
        <p:txBody>
          <a:bodyPr bIns="91440" anchor="b">
            <a:normAutofit fontScale="90000" lnSpcReduction="10000"/>
          </a:bodyPr>
          <a:lstStyle/>
          <a:p>
            <a:pPr algn="ctr" eaLnBrk="1" fontAlgn="auto" hangingPunct="1">
              <a:spcAft>
                <a:spcPts val="0"/>
              </a:spcAft>
              <a:defRPr/>
            </a:pPr>
            <a:r>
              <a:rPr lang="en-US" sz="4000" b="1" dirty="0">
                <a:solidFill>
                  <a:schemeClr val="tx2"/>
                </a:solidFill>
                <a:latin typeface="+mj-lt"/>
                <a:ea typeface="+mj-ea"/>
                <a:cs typeface="+mj-cs"/>
              </a:rPr>
              <a:t>Self inductance</a:t>
            </a:r>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30F88-DC53-4CC1-A1BF-BE6BE5BD9A92}"/>
              </a:ext>
            </a:extLst>
          </p:cNvPr>
          <p:cNvSpPr>
            <a:spLocks noGrp="1"/>
          </p:cNvSpPr>
          <p:nvPr>
            <p:ph type="title"/>
          </p:nvPr>
        </p:nvSpPr>
        <p:spPr>
          <a:xfrm>
            <a:off x="1619250" y="1628775"/>
            <a:ext cx="2987675" cy="431800"/>
          </a:xfrm>
          <a:solidFill>
            <a:srgbClr val="00B0F0"/>
          </a:solidFill>
          <a:ln>
            <a:solidFill>
              <a:srgbClr val="002060"/>
            </a:solidFill>
          </a:ln>
        </p:spPr>
        <p:txBody>
          <a:bodyPr>
            <a:noAutofit/>
          </a:bodyPr>
          <a:lstStyle/>
          <a:p>
            <a:pPr algn="ctr" eaLnBrk="1" fontAlgn="auto" hangingPunct="1">
              <a:spcAft>
                <a:spcPts val="0"/>
              </a:spcAft>
              <a:defRPr/>
            </a:pPr>
            <a:r>
              <a:rPr lang="en-US" sz="1400" b="1" i="1" dirty="0">
                <a:solidFill>
                  <a:schemeClr val="bg2">
                    <a:lumMod val="10000"/>
                  </a:schemeClr>
                </a:solidFill>
                <a:latin typeface="+mn-lt"/>
              </a:rPr>
              <a:t>The inductance is measured in Henrys</a:t>
            </a:r>
          </a:p>
        </p:txBody>
      </p:sp>
      <p:sp>
        <p:nvSpPr>
          <p:cNvPr id="125954" name="Date Placeholder 2">
            <a:extLst>
              <a:ext uri="{FF2B5EF4-FFF2-40B4-BE49-F238E27FC236}">
                <a16:creationId xmlns:a16="http://schemas.microsoft.com/office/drawing/2014/main" id="{330FACE1-831C-48CB-B6B1-9651F8F91CF9}"/>
              </a:ext>
            </a:extLst>
          </p:cNvPr>
          <p:cNvSpPr>
            <a:spLocks noGrp="1"/>
          </p:cNvSpPr>
          <p:nvPr>
            <p:ph type="dt" sz="quarter" idx="10"/>
          </p:nvPr>
        </p:nvSpPr>
        <p:spPr bwMode="auto">
          <a:xfrm>
            <a:off x="3779838" y="6165850"/>
            <a:ext cx="24765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E815896-9B8B-4D6E-93B2-26814B79565D}"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25955" name="Footer Placeholder 3">
            <a:extLst>
              <a:ext uri="{FF2B5EF4-FFF2-40B4-BE49-F238E27FC236}">
                <a16:creationId xmlns:a16="http://schemas.microsoft.com/office/drawing/2014/main" id="{D2CB2155-12CF-4D34-8C62-07C770A8E51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25956" name="Slide Number Placeholder 4">
            <a:extLst>
              <a:ext uri="{FF2B5EF4-FFF2-40B4-BE49-F238E27FC236}">
                <a16:creationId xmlns:a16="http://schemas.microsoft.com/office/drawing/2014/main" id="{D3CF614B-A501-407B-83F6-ADD6B2227EE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F07B0BD-23C9-4677-8AFE-99298A192CAE}" type="slidenum">
              <a:rPr lang="en-ZA" altLang="en-US" sz="1400">
                <a:solidFill>
                  <a:srgbClr val="FFFFFF"/>
                </a:solidFill>
                <a:latin typeface="Franklin Gothic Book" panose="020B0503020102020204" pitchFamily="34" charset="0"/>
              </a:rPr>
              <a:pPr>
                <a:spcBef>
                  <a:spcPct val="0"/>
                </a:spcBef>
                <a:buClrTx/>
                <a:buSzTx/>
                <a:buFontTx/>
                <a:buNone/>
              </a:pPr>
              <a:t>49</a:t>
            </a:fld>
            <a:endParaRPr lang="en-ZA" altLang="en-US" sz="1400">
              <a:solidFill>
                <a:srgbClr val="FFFFFF"/>
              </a:solidFill>
              <a:latin typeface="Franklin Gothic Book" panose="020B0503020102020204" pitchFamily="34" charset="0"/>
            </a:endParaRPr>
          </a:p>
        </p:txBody>
      </p:sp>
      <p:pic>
        <p:nvPicPr>
          <p:cNvPr id="125957" name="Picture 3">
            <a:extLst>
              <a:ext uri="{FF2B5EF4-FFF2-40B4-BE49-F238E27FC236}">
                <a16:creationId xmlns:a16="http://schemas.microsoft.com/office/drawing/2014/main" id="{739D7480-3E6A-4D30-8E17-C9B46DEFA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36613"/>
            <a:ext cx="54006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itle 1">
            <a:extLst>
              <a:ext uri="{FF2B5EF4-FFF2-40B4-BE49-F238E27FC236}">
                <a16:creationId xmlns:a16="http://schemas.microsoft.com/office/drawing/2014/main" id="{55D06F13-CC16-42D4-8B04-6409C858E477}"/>
              </a:ext>
            </a:extLst>
          </p:cNvPr>
          <p:cNvSpPr txBox="1">
            <a:spLocks/>
          </p:cNvSpPr>
          <p:nvPr/>
        </p:nvSpPr>
        <p:spPr>
          <a:xfrm>
            <a:off x="539750" y="188913"/>
            <a:ext cx="7772400" cy="633412"/>
          </a:xfrm>
          <a:prstGeom prst="rect">
            <a:avLst/>
          </a:prstGeom>
        </p:spPr>
        <p:txBody>
          <a:bodyPr bIns="91440" anchor="b">
            <a:normAutofit fontScale="90000" lnSpcReduction="10000"/>
          </a:bodyPr>
          <a:lstStyle/>
          <a:p>
            <a:pPr algn="ctr" eaLnBrk="1" fontAlgn="auto" hangingPunct="1">
              <a:spcAft>
                <a:spcPts val="0"/>
              </a:spcAft>
              <a:defRPr/>
            </a:pPr>
            <a:r>
              <a:rPr lang="en-US" sz="4000" b="1" dirty="0">
                <a:solidFill>
                  <a:schemeClr val="tx2"/>
                </a:solidFill>
                <a:latin typeface="+mj-lt"/>
                <a:ea typeface="+mj-ea"/>
                <a:cs typeface="+mj-cs"/>
              </a:rPr>
              <a:t>Self inductance</a:t>
            </a: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88515-70A1-47CF-AB27-F78E682015DA}"/>
              </a:ext>
            </a:extLst>
          </p:cNvPr>
          <p:cNvSpPr>
            <a:spLocks noGrp="1"/>
          </p:cNvSpPr>
          <p:nvPr>
            <p:ph type="title"/>
          </p:nvPr>
        </p:nvSpPr>
        <p:spPr>
          <a:xfrm>
            <a:off x="1619250" y="1628775"/>
            <a:ext cx="2987675" cy="431800"/>
          </a:xfrm>
          <a:solidFill>
            <a:srgbClr val="00B0F0"/>
          </a:solidFill>
          <a:ln>
            <a:solidFill>
              <a:srgbClr val="002060"/>
            </a:solidFill>
          </a:ln>
        </p:spPr>
        <p:txBody>
          <a:bodyPr>
            <a:noAutofit/>
          </a:bodyPr>
          <a:lstStyle/>
          <a:p>
            <a:pPr algn="ctr" eaLnBrk="1" fontAlgn="auto" hangingPunct="1">
              <a:spcAft>
                <a:spcPts val="0"/>
              </a:spcAft>
              <a:defRPr/>
            </a:pPr>
            <a:r>
              <a:rPr lang="en-US" sz="1400" b="1" i="1" dirty="0">
                <a:solidFill>
                  <a:schemeClr val="bg2">
                    <a:lumMod val="10000"/>
                  </a:schemeClr>
                </a:solidFill>
                <a:latin typeface="+mn-lt"/>
              </a:rPr>
              <a:t>The inductance is measured in Henrys</a:t>
            </a:r>
          </a:p>
        </p:txBody>
      </p:sp>
      <p:sp>
        <p:nvSpPr>
          <p:cNvPr id="126978" name="Date Placeholder 2">
            <a:extLst>
              <a:ext uri="{FF2B5EF4-FFF2-40B4-BE49-F238E27FC236}">
                <a16:creationId xmlns:a16="http://schemas.microsoft.com/office/drawing/2014/main" id="{270FBAEC-196E-4B1C-A7C0-3060DCC939F5}"/>
              </a:ext>
            </a:extLst>
          </p:cNvPr>
          <p:cNvSpPr>
            <a:spLocks noGrp="1"/>
          </p:cNvSpPr>
          <p:nvPr>
            <p:ph type="dt" sz="quarter" idx="10"/>
          </p:nvPr>
        </p:nvSpPr>
        <p:spPr bwMode="auto">
          <a:xfrm>
            <a:off x="3779838" y="6165850"/>
            <a:ext cx="24765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F4826CC-CEEB-4E58-8C2F-E64DBE348AD2}"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26979" name="Footer Placeholder 3">
            <a:extLst>
              <a:ext uri="{FF2B5EF4-FFF2-40B4-BE49-F238E27FC236}">
                <a16:creationId xmlns:a16="http://schemas.microsoft.com/office/drawing/2014/main" id="{DC57B928-FCDD-4009-8EF9-54E6A4A593A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26980" name="Slide Number Placeholder 4">
            <a:extLst>
              <a:ext uri="{FF2B5EF4-FFF2-40B4-BE49-F238E27FC236}">
                <a16:creationId xmlns:a16="http://schemas.microsoft.com/office/drawing/2014/main" id="{E6E418CB-E577-41D3-A308-784D291B5BB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658D1E1-5D61-44B0-8018-20D737FC6FE0}" type="slidenum">
              <a:rPr lang="en-ZA" altLang="en-US" sz="1400">
                <a:solidFill>
                  <a:srgbClr val="FFFFFF"/>
                </a:solidFill>
                <a:latin typeface="Franklin Gothic Book" panose="020B0503020102020204" pitchFamily="34" charset="0"/>
              </a:rPr>
              <a:pPr>
                <a:spcBef>
                  <a:spcPct val="0"/>
                </a:spcBef>
                <a:buClrTx/>
                <a:buSzTx/>
                <a:buFontTx/>
                <a:buNone/>
              </a:pPr>
              <a:t>50</a:t>
            </a:fld>
            <a:endParaRPr lang="en-ZA" altLang="en-US" sz="1400">
              <a:solidFill>
                <a:srgbClr val="FFFFFF"/>
              </a:solidFill>
              <a:latin typeface="Franklin Gothic Book" panose="020B0503020102020204" pitchFamily="34" charset="0"/>
            </a:endParaRPr>
          </a:p>
        </p:txBody>
      </p:sp>
      <p:sp>
        <p:nvSpPr>
          <p:cNvPr id="6" name="Content Placeholder 5">
            <a:extLst>
              <a:ext uri="{FF2B5EF4-FFF2-40B4-BE49-F238E27FC236}">
                <a16:creationId xmlns:a16="http://schemas.microsoft.com/office/drawing/2014/main" id="{579F726D-6C91-4B28-8F4B-BF7FBCB53147}"/>
              </a:ext>
            </a:extLst>
          </p:cNvPr>
          <p:cNvSpPr>
            <a:spLocks noGrp="1"/>
          </p:cNvSpPr>
          <p:nvPr>
            <p:ph sz="quarter" idx="1"/>
          </p:nvPr>
        </p:nvSpPr>
        <p:spPr>
          <a:xfrm>
            <a:off x="468313" y="2060575"/>
            <a:ext cx="6191250" cy="1728788"/>
          </a:xfrm>
          <a:solidFill>
            <a:srgbClr val="00B050"/>
          </a:solidFill>
          <a:ln>
            <a:solidFill>
              <a:srgbClr val="FF0000"/>
            </a:solidFill>
          </a:ln>
        </p:spPr>
        <p:txBody>
          <a:bodyPr>
            <a:normAutofit fontScale="70000" lnSpcReduction="20000"/>
          </a:bodyPr>
          <a:lstStyle/>
          <a:p>
            <a:pPr marL="274320" indent="-274320" algn="just" eaLnBrk="1" fontAlgn="auto" hangingPunct="1">
              <a:spcBef>
                <a:spcPts val="580"/>
              </a:spcBef>
              <a:spcAft>
                <a:spcPts val="0"/>
              </a:spcAft>
              <a:buFont typeface="Wingdings 2"/>
              <a:buNone/>
              <a:defRPr/>
            </a:pPr>
            <a:r>
              <a:rPr lang="en-US" b="1" i="1" dirty="0"/>
              <a:t>Consider a solenoid of length l, area A and N turns, connected to a battery of emf </a:t>
            </a:r>
            <a:r>
              <a:rPr lang="el-GR" b="1" i="1" dirty="0"/>
              <a:t>ε</a:t>
            </a:r>
            <a:r>
              <a:rPr lang="en-US" b="1" i="1" dirty="0"/>
              <a:t> (or E).</a:t>
            </a:r>
          </a:p>
          <a:p>
            <a:pPr marL="274320" indent="-274320" algn="just" eaLnBrk="1" fontAlgn="auto" hangingPunct="1">
              <a:spcBef>
                <a:spcPts val="580"/>
              </a:spcBef>
              <a:spcAft>
                <a:spcPts val="0"/>
              </a:spcAft>
              <a:buFont typeface="Wingdings 2"/>
              <a:buNone/>
              <a:defRPr/>
            </a:pPr>
            <a:r>
              <a:rPr lang="en-US" b="1" i="1" dirty="0"/>
              <a:t>What happens as you close the switch?</a:t>
            </a:r>
          </a:p>
          <a:p>
            <a:pPr marL="274320" indent="-274320" algn="just" eaLnBrk="1" fontAlgn="auto" hangingPunct="1">
              <a:spcBef>
                <a:spcPts val="580"/>
              </a:spcBef>
              <a:spcAft>
                <a:spcPts val="0"/>
              </a:spcAft>
              <a:buFont typeface="Arial" pitchFamily="34" charset="0"/>
              <a:buChar char="•"/>
              <a:defRPr/>
            </a:pPr>
            <a:r>
              <a:rPr lang="en-US" b="1" i="1" dirty="0"/>
              <a:t>Lenz Law– loops resists change in magnetic field</a:t>
            </a:r>
          </a:p>
          <a:p>
            <a:pPr marL="274320" indent="-274320" algn="just" eaLnBrk="1" fontAlgn="auto" hangingPunct="1">
              <a:spcBef>
                <a:spcPts val="580"/>
              </a:spcBef>
              <a:spcAft>
                <a:spcPts val="0"/>
              </a:spcAft>
              <a:buFont typeface="Arial" pitchFamily="34" charset="0"/>
              <a:buChar char="•"/>
              <a:defRPr/>
            </a:pPr>
            <a:r>
              <a:rPr lang="en-US" b="1" i="1" dirty="0"/>
              <a:t>Magnetic field caused by the current</a:t>
            </a:r>
          </a:p>
          <a:p>
            <a:pPr marL="274320" indent="-274320" algn="just" eaLnBrk="1" fontAlgn="auto" hangingPunct="1">
              <a:spcBef>
                <a:spcPts val="580"/>
              </a:spcBef>
              <a:spcAft>
                <a:spcPts val="0"/>
              </a:spcAft>
              <a:buFont typeface="Arial" pitchFamily="34" charset="0"/>
              <a:buChar char="•"/>
              <a:defRPr/>
            </a:pPr>
            <a:r>
              <a:rPr lang="en-US" b="1" i="1" dirty="0"/>
              <a:t>“Inductor” resists change in current</a:t>
            </a:r>
          </a:p>
          <a:p>
            <a:pPr marL="274320" indent="-274320" eaLnBrk="1" fontAlgn="auto" hangingPunct="1">
              <a:spcBef>
                <a:spcPts val="580"/>
              </a:spcBef>
              <a:spcAft>
                <a:spcPts val="0"/>
              </a:spcAft>
              <a:buFont typeface="Arial" pitchFamily="34" charset="0"/>
              <a:buChar char="•"/>
              <a:defRPr/>
            </a:pPr>
            <a:endParaRPr lang="en-US" dirty="0"/>
          </a:p>
        </p:txBody>
      </p:sp>
      <p:pic>
        <p:nvPicPr>
          <p:cNvPr id="126982" name="Picture 3">
            <a:extLst>
              <a:ext uri="{FF2B5EF4-FFF2-40B4-BE49-F238E27FC236}">
                <a16:creationId xmlns:a16="http://schemas.microsoft.com/office/drawing/2014/main" id="{B4EE2B0C-A6A9-46EC-BC69-2730B9DF97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36613"/>
            <a:ext cx="54006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83" name="Picture 4">
            <a:extLst>
              <a:ext uri="{FF2B5EF4-FFF2-40B4-BE49-F238E27FC236}">
                <a16:creationId xmlns:a16="http://schemas.microsoft.com/office/drawing/2014/main" id="{B98379A4-D27D-4A1A-9FEC-D16628D8EF6D}"/>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875463" y="1412875"/>
            <a:ext cx="1895475" cy="2343150"/>
          </a:xfrm>
          <a:noFill/>
        </p:spPr>
      </p:pic>
      <p:sp>
        <p:nvSpPr>
          <p:cNvPr id="18" name="Title 1">
            <a:extLst>
              <a:ext uri="{FF2B5EF4-FFF2-40B4-BE49-F238E27FC236}">
                <a16:creationId xmlns:a16="http://schemas.microsoft.com/office/drawing/2014/main" id="{FCB5B749-18C1-48A2-8E3E-24CEADF4F067}"/>
              </a:ext>
            </a:extLst>
          </p:cNvPr>
          <p:cNvSpPr txBox="1">
            <a:spLocks/>
          </p:cNvSpPr>
          <p:nvPr/>
        </p:nvSpPr>
        <p:spPr>
          <a:xfrm>
            <a:off x="539750" y="188913"/>
            <a:ext cx="7772400" cy="633412"/>
          </a:xfrm>
          <a:prstGeom prst="rect">
            <a:avLst/>
          </a:prstGeom>
        </p:spPr>
        <p:txBody>
          <a:bodyPr bIns="91440" anchor="b">
            <a:normAutofit fontScale="90000" lnSpcReduction="10000"/>
          </a:bodyPr>
          <a:lstStyle/>
          <a:p>
            <a:pPr algn="ctr" eaLnBrk="1" fontAlgn="auto" hangingPunct="1">
              <a:spcAft>
                <a:spcPts val="0"/>
              </a:spcAft>
              <a:defRPr/>
            </a:pPr>
            <a:r>
              <a:rPr lang="en-US" sz="4000" b="1" dirty="0">
                <a:solidFill>
                  <a:schemeClr val="tx2"/>
                </a:solidFill>
                <a:latin typeface="+mj-lt"/>
                <a:ea typeface="+mj-ea"/>
                <a:cs typeface="+mj-cs"/>
              </a:rPr>
              <a:t>Self inductance</a:t>
            </a: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F683A-09C8-4F75-A66F-E4E428BB5735}"/>
              </a:ext>
            </a:extLst>
          </p:cNvPr>
          <p:cNvSpPr>
            <a:spLocks noGrp="1"/>
          </p:cNvSpPr>
          <p:nvPr>
            <p:ph type="title"/>
          </p:nvPr>
        </p:nvSpPr>
        <p:spPr>
          <a:xfrm>
            <a:off x="1619250" y="1628775"/>
            <a:ext cx="2987675" cy="431800"/>
          </a:xfrm>
          <a:solidFill>
            <a:srgbClr val="00B0F0"/>
          </a:solidFill>
          <a:ln>
            <a:solidFill>
              <a:srgbClr val="002060"/>
            </a:solidFill>
          </a:ln>
        </p:spPr>
        <p:txBody>
          <a:bodyPr>
            <a:noAutofit/>
          </a:bodyPr>
          <a:lstStyle/>
          <a:p>
            <a:pPr algn="ctr" eaLnBrk="1" fontAlgn="auto" hangingPunct="1">
              <a:spcAft>
                <a:spcPts val="0"/>
              </a:spcAft>
              <a:defRPr/>
            </a:pPr>
            <a:r>
              <a:rPr lang="en-US" sz="1400" b="1" i="1" dirty="0">
                <a:solidFill>
                  <a:schemeClr val="bg2">
                    <a:lumMod val="10000"/>
                  </a:schemeClr>
                </a:solidFill>
                <a:latin typeface="+mn-lt"/>
              </a:rPr>
              <a:t>The inductance is measured in Henrys</a:t>
            </a:r>
          </a:p>
        </p:txBody>
      </p:sp>
      <p:sp>
        <p:nvSpPr>
          <p:cNvPr id="128002" name="Date Placeholder 2">
            <a:extLst>
              <a:ext uri="{FF2B5EF4-FFF2-40B4-BE49-F238E27FC236}">
                <a16:creationId xmlns:a16="http://schemas.microsoft.com/office/drawing/2014/main" id="{8E99E410-ED16-407C-AE5F-72CC008D3A37}"/>
              </a:ext>
            </a:extLst>
          </p:cNvPr>
          <p:cNvSpPr>
            <a:spLocks noGrp="1"/>
          </p:cNvSpPr>
          <p:nvPr>
            <p:ph type="dt" sz="quarter" idx="10"/>
          </p:nvPr>
        </p:nvSpPr>
        <p:spPr bwMode="auto">
          <a:xfrm>
            <a:off x="3779838" y="6165850"/>
            <a:ext cx="24765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44AACF5-1B07-4381-98D0-7385EE7F3B70}"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28003" name="Footer Placeholder 3">
            <a:extLst>
              <a:ext uri="{FF2B5EF4-FFF2-40B4-BE49-F238E27FC236}">
                <a16:creationId xmlns:a16="http://schemas.microsoft.com/office/drawing/2014/main" id="{09D0E6DA-1993-487C-BF09-F606AF563EE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28004" name="Slide Number Placeholder 4">
            <a:extLst>
              <a:ext uri="{FF2B5EF4-FFF2-40B4-BE49-F238E27FC236}">
                <a16:creationId xmlns:a16="http://schemas.microsoft.com/office/drawing/2014/main" id="{C7E28331-5674-4D59-9134-F2EA33241D7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B7B26F8-B891-4562-A50C-6C3E1AB45997}" type="slidenum">
              <a:rPr lang="en-ZA" altLang="en-US" sz="1400">
                <a:solidFill>
                  <a:srgbClr val="FFFFFF"/>
                </a:solidFill>
                <a:latin typeface="Franklin Gothic Book" panose="020B0503020102020204" pitchFamily="34" charset="0"/>
              </a:rPr>
              <a:pPr>
                <a:spcBef>
                  <a:spcPct val="0"/>
                </a:spcBef>
                <a:buClrTx/>
                <a:buSzTx/>
                <a:buFontTx/>
                <a:buNone/>
              </a:pPr>
              <a:t>51</a:t>
            </a:fld>
            <a:endParaRPr lang="en-ZA" altLang="en-US" sz="1400">
              <a:solidFill>
                <a:srgbClr val="FFFFFF"/>
              </a:solidFill>
              <a:latin typeface="Franklin Gothic Book" panose="020B0503020102020204" pitchFamily="34" charset="0"/>
            </a:endParaRPr>
          </a:p>
        </p:txBody>
      </p:sp>
      <p:sp>
        <p:nvSpPr>
          <p:cNvPr id="6" name="Content Placeholder 5">
            <a:extLst>
              <a:ext uri="{FF2B5EF4-FFF2-40B4-BE49-F238E27FC236}">
                <a16:creationId xmlns:a16="http://schemas.microsoft.com/office/drawing/2014/main" id="{7E2E62CF-B74B-4EB4-869D-92804018BF6C}"/>
              </a:ext>
            </a:extLst>
          </p:cNvPr>
          <p:cNvSpPr>
            <a:spLocks noGrp="1"/>
          </p:cNvSpPr>
          <p:nvPr>
            <p:ph sz="quarter" idx="1"/>
          </p:nvPr>
        </p:nvSpPr>
        <p:spPr>
          <a:xfrm>
            <a:off x="468313" y="2060575"/>
            <a:ext cx="6191250" cy="1728788"/>
          </a:xfrm>
          <a:solidFill>
            <a:srgbClr val="00B050"/>
          </a:solidFill>
          <a:ln>
            <a:solidFill>
              <a:srgbClr val="FF0000"/>
            </a:solidFill>
          </a:ln>
        </p:spPr>
        <p:txBody>
          <a:bodyPr>
            <a:normAutofit fontScale="70000" lnSpcReduction="20000"/>
          </a:bodyPr>
          <a:lstStyle/>
          <a:p>
            <a:pPr marL="274320" indent="-274320" algn="just" eaLnBrk="1" fontAlgn="auto" hangingPunct="1">
              <a:spcBef>
                <a:spcPts val="580"/>
              </a:spcBef>
              <a:spcAft>
                <a:spcPts val="0"/>
              </a:spcAft>
              <a:buFont typeface="Wingdings 2"/>
              <a:buNone/>
              <a:defRPr/>
            </a:pPr>
            <a:r>
              <a:rPr lang="en-US" b="1" i="1" dirty="0"/>
              <a:t>Consider a solenoid of length l, area A and N turns, connected to a battery of emf </a:t>
            </a:r>
            <a:r>
              <a:rPr lang="el-GR" b="1" i="1" dirty="0"/>
              <a:t>ε</a:t>
            </a:r>
            <a:r>
              <a:rPr lang="en-US" b="1" i="1" dirty="0"/>
              <a:t> (or E).</a:t>
            </a:r>
          </a:p>
          <a:p>
            <a:pPr marL="274320" indent="-274320" algn="just" eaLnBrk="1" fontAlgn="auto" hangingPunct="1">
              <a:spcBef>
                <a:spcPts val="580"/>
              </a:spcBef>
              <a:spcAft>
                <a:spcPts val="0"/>
              </a:spcAft>
              <a:buFont typeface="Wingdings 2"/>
              <a:buNone/>
              <a:defRPr/>
            </a:pPr>
            <a:r>
              <a:rPr lang="en-US" b="1" i="1" dirty="0"/>
              <a:t>What happens as you close the switch?</a:t>
            </a:r>
          </a:p>
          <a:p>
            <a:pPr marL="274320" indent="-274320" algn="just" eaLnBrk="1" fontAlgn="auto" hangingPunct="1">
              <a:spcBef>
                <a:spcPts val="580"/>
              </a:spcBef>
              <a:spcAft>
                <a:spcPts val="0"/>
              </a:spcAft>
              <a:buFont typeface="Arial" pitchFamily="34" charset="0"/>
              <a:buChar char="•"/>
              <a:defRPr/>
            </a:pPr>
            <a:r>
              <a:rPr lang="en-US" b="1" i="1" dirty="0"/>
              <a:t>Lenz Law– loops resists change in magnetic field</a:t>
            </a:r>
          </a:p>
          <a:p>
            <a:pPr marL="274320" indent="-274320" algn="just" eaLnBrk="1" fontAlgn="auto" hangingPunct="1">
              <a:spcBef>
                <a:spcPts val="580"/>
              </a:spcBef>
              <a:spcAft>
                <a:spcPts val="0"/>
              </a:spcAft>
              <a:buFont typeface="Arial" pitchFamily="34" charset="0"/>
              <a:buChar char="•"/>
              <a:defRPr/>
            </a:pPr>
            <a:r>
              <a:rPr lang="en-US" b="1" i="1" dirty="0"/>
              <a:t>Magnetic field caused by the current</a:t>
            </a:r>
          </a:p>
          <a:p>
            <a:pPr marL="274320" indent="-274320" algn="just" eaLnBrk="1" fontAlgn="auto" hangingPunct="1">
              <a:spcBef>
                <a:spcPts val="580"/>
              </a:spcBef>
              <a:spcAft>
                <a:spcPts val="0"/>
              </a:spcAft>
              <a:buFont typeface="Arial" pitchFamily="34" charset="0"/>
              <a:buChar char="•"/>
              <a:defRPr/>
            </a:pPr>
            <a:r>
              <a:rPr lang="en-US" b="1" i="1" dirty="0"/>
              <a:t>“Inductor” resists change in current</a:t>
            </a:r>
          </a:p>
          <a:p>
            <a:pPr marL="274320" indent="-274320" eaLnBrk="1" fontAlgn="auto" hangingPunct="1">
              <a:spcBef>
                <a:spcPts val="580"/>
              </a:spcBef>
              <a:spcAft>
                <a:spcPts val="0"/>
              </a:spcAft>
              <a:buFont typeface="Arial" pitchFamily="34" charset="0"/>
              <a:buChar char="•"/>
              <a:defRPr/>
            </a:pPr>
            <a:endParaRPr lang="en-US" dirty="0"/>
          </a:p>
        </p:txBody>
      </p:sp>
      <p:pic>
        <p:nvPicPr>
          <p:cNvPr id="128006" name="Picture 3">
            <a:extLst>
              <a:ext uri="{FF2B5EF4-FFF2-40B4-BE49-F238E27FC236}">
                <a16:creationId xmlns:a16="http://schemas.microsoft.com/office/drawing/2014/main" id="{40D9CCBF-6EA0-4B57-B28C-6ED5CF6599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36613"/>
            <a:ext cx="54006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7" name="Picture 4">
            <a:extLst>
              <a:ext uri="{FF2B5EF4-FFF2-40B4-BE49-F238E27FC236}">
                <a16:creationId xmlns:a16="http://schemas.microsoft.com/office/drawing/2014/main" id="{89986315-ADE2-4D8D-AF30-C0B28864CB98}"/>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875463" y="1412875"/>
            <a:ext cx="1895475" cy="2343150"/>
          </a:xfrm>
          <a:noFill/>
        </p:spPr>
      </p:pic>
      <p:pic>
        <p:nvPicPr>
          <p:cNvPr id="128008" name="Picture 5">
            <a:extLst>
              <a:ext uri="{FF2B5EF4-FFF2-40B4-BE49-F238E27FC236}">
                <a16:creationId xmlns:a16="http://schemas.microsoft.com/office/drawing/2014/main" id="{FE9C830C-C88B-4F82-B32F-45B3A01FF5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221163"/>
            <a:ext cx="33909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itle 1">
            <a:extLst>
              <a:ext uri="{FF2B5EF4-FFF2-40B4-BE49-F238E27FC236}">
                <a16:creationId xmlns:a16="http://schemas.microsoft.com/office/drawing/2014/main" id="{F451252A-D2E5-49ED-88A3-A2A75AFAAE66}"/>
              </a:ext>
            </a:extLst>
          </p:cNvPr>
          <p:cNvSpPr txBox="1">
            <a:spLocks/>
          </p:cNvSpPr>
          <p:nvPr/>
        </p:nvSpPr>
        <p:spPr>
          <a:xfrm>
            <a:off x="539750" y="188913"/>
            <a:ext cx="7772400" cy="633412"/>
          </a:xfrm>
          <a:prstGeom prst="rect">
            <a:avLst/>
          </a:prstGeom>
        </p:spPr>
        <p:txBody>
          <a:bodyPr bIns="91440" anchor="b">
            <a:normAutofit fontScale="90000" lnSpcReduction="10000"/>
          </a:bodyPr>
          <a:lstStyle/>
          <a:p>
            <a:pPr algn="ctr" eaLnBrk="1" fontAlgn="auto" hangingPunct="1">
              <a:spcAft>
                <a:spcPts val="0"/>
              </a:spcAft>
              <a:defRPr/>
            </a:pPr>
            <a:r>
              <a:rPr lang="en-US" sz="4000" b="1" dirty="0">
                <a:solidFill>
                  <a:schemeClr val="tx2"/>
                </a:solidFill>
                <a:latin typeface="+mj-lt"/>
                <a:ea typeface="+mj-ea"/>
                <a:cs typeface="+mj-cs"/>
              </a:rPr>
              <a:t>Self inductance</a:t>
            </a: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8E5D2-3B37-4940-94A0-E456C4879748}"/>
              </a:ext>
            </a:extLst>
          </p:cNvPr>
          <p:cNvSpPr>
            <a:spLocks noGrp="1"/>
          </p:cNvSpPr>
          <p:nvPr>
            <p:ph type="title"/>
          </p:nvPr>
        </p:nvSpPr>
        <p:spPr>
          <a:xfrm>
            <a:off x="1619250" y="1628775"/>
            <a:ext cx="2987675" cy="431800"/>
          </a:xfrm>
          <a:solidFill>
            <a:srgbClr val="00B0F0"/>
          </a:solidFill>
          <a:ln>
            <a:solidFill>
              <a:srgbClr val="002060"/>
            </a:solidFill>
          </a:ln>
        </p:spPr>
        <p:txBody>
          <a:bodyPr>
            <a:noAutofit/>
          </a:bodyPr>
          <a:lstStyle/>
          <a:p>
            <a:pPr algn="ctr" eaLnBrk="1" fontAlgn="auto" hangingPunct="1">
              <a:spcAft>
                <a:spcPts val="0"/>
              </a:spcAft>
              <a:defRPr/>
            </a:pPr>
            <a:r>
              <a:rPr lang="en-US" sz="1400" b="1" i="1" dirty="0">
                <a:solidFill>
                  <a:schemeClr val="bg2">
                    <a:lumMod val="10000"/>
                  </a:schemeClr>
                </a:solidFill>
                <a:latin typeface="+mn-lt"/>
              </a:rPr>
              <a:t>The inductance is measured in Henrys</a:t>
            </a:r>
          </a:p>
        </p:txBody>
      </p:sp>
      <p:sp>
        <p:nvSpPr>
          <p:cNvPr id="129026" name="Date Placeholder 2">
            <a:extLst>
              <a:ext uri="{FF2B5EF4-FFF2-40B4-BE49-F238E27FC236}">
                <a16:creationId xmlns:a16="http://schemas.microsoft.com/office/drawing/2014/main" id="{C057BFDD-9E2E-48CC-AF27-61C5EF0D0583}"/>
              </a:ext>
            </a:extLst>
          </p:cNvPr>
          <p:cNvSpPr>
            <a:spLocks noGrp="1"/>
          </p:cNvSpPr>
          <p:nvPr>
            <p:ph type="dt" sz="quarter" idx="10"/>
          </p:nvPr>
        </p:nvSpPr>
        <p:spPr bwMode="auto">
          <a:xfrm>
            <a:off x="3779838" y="6165850"/>
            <a:ext cx="24765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352E036-6124-492E-9BF3-7171A45AF911}"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29027" name="Footer Placeholder 3">
            <a:extLst>
              <a:ext uri="{FF2B5EF4-FFF2-40B4-BE49-F238E27FC236}">
                <a16:creationId xmlns:a16="http://schemas.microsoft.com/office/drawing/2014/main" id="{D18C4834-95B8-4C4E-B081-52BF5E96960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29028" name="Slide Number Placeholder 4">
            <a:extLst>
              <a:ext uri="{FF2B5EF4-FFF2-40B4-BE49-F238E27FC236}">
                <a16:creationId xmlns:a16="http://schemas.microsoft.com/office/drawing/2014/main" id="{F0BF1204-D4EC-4165-ACAC-08EA2A7A050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8B99914-2450-4C2A-9F8A-A342FCEDF6F3}" type="slidenum">
              <a:rPr lang="en-ZA" altLang="en-US" sz="1400">
                <a:solidFill>
                  <a:srgbClr val="FFFFFF"/>
                </a:solidFill>
                <a:latin typeface="Franklin Gothic Book" panose="020B0503020102020204" pitchFamily="34" charset="0"/>
              </a:rPr>
              <a:pPr>
                <a:spcBef>
                  <a:spcPct val="0"/>
                </a:spcBef>
                <a:buClrTx/>
                <a:buSzTx/>
                <a:buFontTx/>
                <a:buNone/>
              </a:pPr>
              <a:t>52</a:t>
            </a:fld>
            <a:endParaRPr lang="en-ZA" altLang="en-US" sz="1400">
              <a:solidFill>
                <a:srgbClr val="FFFFFF"/>
              </a:solidFill>
              <a:latin typeface="Franklin Gothic Book" panose="020B0503020102020204" pitchFamily="34" charset="0"/>
            </a:endParaRPr>
          </a:p>
        </p:txBody>
      </p:sp>
      <p:sp>
        <p:nvSpPr>
          <p:cNvPr id="6" name="Content Placeholder 5">
            <a:extLst>
              <a:ext uri="{FF2B5EF4-FFF2-40B4-BE49-F238E27FC236}">
                <a16:creationId xmlns:a16="http://schemas.microsoft.com/office/drawing/2014/main" id="{492711B9-CC1A-41F7-9971-C5A986311E7E}"/>
              </a:ext>
            </a:extLst>
          </p:cNvPr>
          <p:cNvSpPr>
            <a:spLocks noGrp="1"/>
          </p:cNvSpPr>
          <p:nvPr>
            <p:ph sz="quarter" idx="1"/>
          </p:nvPr>
        </p:nvSpPr>
        <p:spPr>
          <a:xfrm>
            <a:off x="468313" y="2060575"/>
            <a:ext cx="6191250" cy="1728788"/>
          </a:xfrm>
          <a:solidFill>
            <a:srgbClr val="00B050"/>
          </a:solidFill>
          <a:ln>
            <a:solidFill>
              <a:srgbClr val="FF0000"/>
            </a:solidFill>
          </a:ln>
        </p:spPr>
        <p:txBody>
          <a:bodyPr>
            <a:normAutofit fontScale="70000" lnSpcReduction="20000"/>
          </a:bodyPr>
          <a:lstStyle/>
          <a:p>
            <a:pPr marL="274320" indent="-274320" algn="just" eaLnBrk="1" fontAlgn="auto" hangingPunct="1">
              <a:spcBef>
                <a:spcPts val="580"/>
              </a:spcBef>
              <a:spcAft>
                <a:spcPts val="0"/>
              </a:spcAft>
              <a:buFont typeface="Wingdings 2"/>
              <a:buNone/>
              <a:defRPr/>
            </a:pPr>
            <a:r>
              <a:rPr lang="en-US" b="1" i="1" dirty="0"/>
              <a:t>Consider a solenoid of length l, area A and N turns, connected to a battery of emf </a:t>
            </a:r>
            <a:r>
              <a:rPr lang="el-GR" b="1" i="1" dirty="0"/>
              <a:t>ε</a:t>
            </a:r>
            <a:r>
              <a:rPr lang="en-US" b="1" i="1" dirty="0"/>
              <a:t> (or E).</a:t>
            </a:r>
          </a:p>
          <a:p>
            <a:pPr marL="274320" indent="-274320" algn="just" eaLnBrk="1" fontAlgn="auto" hangingPunct="1">
              <a:spcBef>
                <a:spcPts val="580"/>
              </a:spcBef>
              <a:spcAft>
                <a:spcPts val="0"/>
              </a:spcAft>
              <a:buFont typeface="Wingdings 2"/>
              <a:buNone/>
              <a:defRPr/>
            </a:pPr>
            <a:r>
              <a:rPr lang="en-US" b="1" i="1" dirty="0"/>
              <a:t>What happens as you close the switch?</a:t>
            </a:r>
          </a:p>
          <a:p>
            <a:pPr marL="274320" indent="-274320" algn="just" eaLnBrk="1" fontAlgn="auto" hangingPunct="1">
              <a:spcBef>
                <a:spcPts val="580"/>
              </a:spcBef>
              <a:spcAft>
                <a:spcPts val="0"/>
              </a:spcAft>
              <a:buFont typeface="Arial" pitchFamily="34" charset="0"/>
              <a:buChar char="•"/>
              <a:defRPr/>
            </a:pPr>
            <a:r>
              <a:rPr lang="en-US" b="1" i="1" dirty="0"/>
              <a:t>Lenz Law– loops resists change in magnetic field</a:t>
            </a:r>
          </a:p>
          <a:p>
            <a:pPr marL="274320" indent="-274320" algn="just" eaLnBrk="1" fontAlgn="auto" hangingPunct="1">
              <a:spcBef>
                <a:spcPts val="580"/>
              </a:spcBef>
              <a:spcAft>
                <a:spcPts val="0"/>
              </a:spcAft>
              <a:buFont typeface="Arial" pitchFamily="34" charset="0"/>
              <a:buChar char="•"/>
              <a:defRPr/>
            </a:pPr>
            <a:r>
              <a:rPr lang="en-US" b="1" i="1" dirty="0"/>
              <a:t>Magnetic field caused by the current</a:t>
            </a:r>
          </a:p>
          <a:p>
            <a:pPr marL="274320" indent="-274320" algn="just" eaLnBrk="1" fontAlgn="auto" hangingPunct="1">
              <a:spcBef>
                <a:spcPts val="580"/>
              </a:spcBef>
              <a:spcAft>
                <a:spcPts val="0"/>
              </a:spcAft>
              <a:buFont typeface="Arial" pitchFamily="34" charset="0"/>
              <a:buChar char="•"/>
              <a:defRPr/>
            </a:pPr>
            <a:r>
              <a:rPr lang="en-US" b="1" i="1" dirty="0"/>
              <a:t>“Inductor” resists change in current</a:t>
            </a:r>
          </a:p>
          <a:p>
            <a:pPr marL="274320" indent="-274320" eaLnBrk="1" fontAlgn="auto" hangingPunct="1">
              <a:spcBef>
                <a:spcPts val="580"/>
              </a:spcBef>
              <a:spcAft>
                <a:spcPts val="0"/>
              </a:spcAft>
              <a:buFont typeface="Arial" pitchFamily="34" charset="0"/>
              <a:buChar char="•"/>
              <a:defRPr/>
            </a:pPr>
            <a:endParaRPr lang="en-US" dirty="0"/>
          </a:p>
        </p:txBody>
      </p:sp>
      <p:pic>
        <p:nvPicPr>
          <p:cNvPr id="129030" name="Picture 3">
            <a:extLst>
              <a:ext uri="{FF2B5EF4-FFF2-40B4-BE49-F238E27FC236}">
                <a16:creationId xmlns:a16="http://schemas.microsoft.com/office/drawing/2014/main" id="{5B7AA45D-DF84-45B4-96FB-B3E8916F13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36613"/>
            <a:ext cx="54006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31" name="Picture 4">
            <a:extLst>
              <a:ext uri="{FF2B5EF4-FFF2-40B4-BE49-F238E27FC236}">
                <a16:creationId xmlns:a16="http://schemas.microsoft.com/office/drawing/2014/main" id="{A96B6382-A405-453F-94FB-7290CFCC2A32}"/>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875463" y="1412875"/>
            <a:ext cx="1895475" cy="2343150"/>
          </a:xfrm>
          <a:noFill/>
        </p:spPr>
      </p:pic>
      <p:pic>
        <p:nvPicPr>
          <p:cNvPr id="129032" name="Picture 5">
            <a:extLst>
              <a:ext uri="{FF2B5EF4-FFF2-40B4-BE49-F238E27FC236}">
                <a16:creationId xmlns:a16="http://schemas.microsoft.com/office/drawing/2014/main" id="{06C99E8A-F655-43D5-8EBD-83A0B7457F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221163"/>
            <a:ext cx="33909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33" name="Picture 6">
            <a:extLst>
              <a:ext uri="{FF2B5EF4-FFF2-40B4-BE49-F238E27FC236}">
                <a16:creationId xmlns:a16="http://schemas.microsoft.com/office/drawing/2014/main" id="{C0AC596F-4BFF-42B9-BF68-3DAD989D93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4797425"/>
            <a:ext cx="66103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itle 1">
            <a:extLst>
              <a:ext uri="{FF2B5EF4-FFF2-40B4-BE49-F238E27FC236}">
                <a16:creationId xmlns:a16="http://schemas.microsoft.com/office/drawing/2014/main" id="{DFDBA2A0-7635-458B-8874-00BF5C8F2EB0}"/>
              </a:ext>
            </a:extLst>
          </p:cNvPr>
          <p:cNvSpPr txBox="1">
            <a:spLocks/>
          </p:cNvSpPr>
          <p:nvPr/>
        </p:nvSpPr>
        <p:spPr>
          <a:xfrm>
            <a:off x="539750" y="188913"/>
            <a:ext cx="7772400" cy="633412"/>
          </a:xfrm>
          <a:prstGeom prst="rect">
            <a:avLst/>
          </a:prstGeom>
        </p:spPr>
        <p:txBody>
          <a:bodyPr bIns="91440" anchor="b">
            <a:normAutofit fontScale="90000" lnSpcReduction="10000"/>
          </a:bodyPr>
          <a:lstStyle/>
          <a:p>
            <a:pPr algn="ctr" eaLnBrk="1" fontAlgn="auto" hangingPunct="1">
              <a:spcAft>
                <a:spcPts val="0"/>
              </a:spcAft>
              <a:defRPr/>
            </a:pPr>
            <a:r>
              <a:rPr lang="en-US" sz="4000" b="1" dirty="0">
                <a:solidFill>
                  <a:schemeClr val="tx2"/>
                </a:solidFill>
                <a:latin typeface="+mj-lt"/>
                <a:ea typeface="+mj-ea"/>
                <a:cs typeface="+mj-cs"/>
              </a:rPr>
              <a:t>Self inductance</a:t>
            </a: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4CEE-26E1-45A3-BF90-F4FD2CBA0B38}"/>
              </a:ext>
            </a:extLst>
          </p:cNvPr>
          <p:cNvSpPr>
            <a:spLocks noGrp="1"/>
          </p:cNvSpPr>
          <p:nvPr>
            <p:ph type="title"/>
          </p:nvPr>
        </p:nvSpPr>
        <p:spPr>
          <a:xfrm>
            <a:off x="1619250" y="1628775"/>
            <a:ext cx="2987675" cy="431800"/>
          </a:xfrm>
          <a:solidFill>
            <a:srgbClr val="00B0F0"/>
          </a:solidFill>
          <a:ln>
            <a:solidFill>
              <a:srgbClr val="002060"/>
            </a:solidFill>
          </a:ln>
        </p:spPr>
        <p:txBody>
          <a:bodyPr>
            <a:noAutofit/>
          </a:bodyPr>
          <a:lstStyle/>
          <a:p>
            <a:pPr algn="ctr" eaLnBrk="1" fontAlgn="auto" hangingPunct="1">
              <a:spcAft>
                <a:spcPts val="0"/>
              </a:spcAft>
              <a:defRPr/>
            </a:pPr>
            <a:r>
              <a:rPr lang="en-US" sz="1400" b="1" i="1" dirty="0">
                <a:solidFill>
                  <a:schemeClr val="bg2">
                    <a:lumMod val="10000"/>
                  </a:schemeClr>
                </a:solidFill>
                <a:latin typeface="+mn-lt"/>
              </a:rPr>
              <a:t>The inductance is measured in Henrys</a:t>
            </a:r>
          </a:p>
        </p:txBody>
      </p:sp>
      <p:sp>
        <p:nvSpPr>
          <p:cNvPr id="130050" name="Date Placeholder 2">
            <a:extLst>
              <a:ext uri="{FF2B5EF4-FFF2-40B4-BE49-F238E27FC236}">
                <a16:creationId xmlns:a16="http://schemas.microsoft.com/office/drawing/2014/main" id="{AAF26105-E1C6-428F-B24C-C3A75C3E9452}"/>
              </a:ext>
            </a:extLst>
          </p:cNvPr>
          <p:cNvSpPr>
            <a:spLocks noGrp="1"/>
          </p:cNvSpPr>
          <p:nvPr>
            <p:ph type="dt" sz="quarter" idx="10"/>
          </p:nvPr>
        </p:nvSpPr>
        <p:spPr bwMode="auto">
          <a:xfrm>
            <a:off x="3779838" y="6165850"/>
            <a:ext cx="24765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B7D5153-5DF7-45D9-ACDF-51D9FED9CEBC}"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30051" name="Footer Placeholder 3">
            <a:extLst>
              <a:ext uri="{FF2B5EF4-FFF2-40B4-BE49-F238E27FC236}">
                <a16:creationId xmlns:a16="http://schemas.microsoft.com/office/drawing/2014/main" id="{DC4D63B5-A796-41E5-8544-AAB01431A70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30052" name="Slide Number Placeholder 4">
            <a:extLst>
              <a:ext uri="{FF2B5EF4-FFF2-40B4-BE49-F238E27FC236}">
                <a16:creationId xmlns:a16="http://schemas.microsoft.com/office/drawing/2014/main" id="{7A7E2F90-73AB-49AE-BAB3-4CDB57EDE9A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EC0D1BC-D5E1-458C-8FB0-6EC245FE2FD9}" type="slidenum">
              <a:rPr lang="en-ZA" altLang="en-US" sz="1400">
                <a:solidFill>
                  <a:srgbClr val="FFFFFF"/>
                </a:solidFill>
                <a:latin typeface="Franklin Gothic Book" panose="020B0503020102020204" pitchFamily="34" charset="0"/>
              </a:rPr>
              <a:pPr>
                <a:spcBef>
                  <a:spcPct val="0"/>
                </a:spcBef>
                <a:buClrTx/>
                <a:buSzTx/>
                <a:buFontTx/>
                <a:buNone/>
              </a:pPr>
              <a:t>53</a:t>
            </a:fld>
            <a:endParaRPr lang="en-ZA" altLang="en-US" sz="1400">
              <a:solidFill>
                <a:srgbClr val="FFFFFF"/>
              </a:solidFill>
              <a:latin typeface="Franklin Gothic Book" panose="020B0503020102020204" pitchFamily="34" charset="0"/>
            </a:endParaRPr>
          </a:p>
        </p:txBody>
      </p:sp>
      <p:sp>
        <p:nvSpPr>
          <p:cNvPr id="6" name="Content Placeholder 5">
            <a:extLst>
              <a:ext uri="{FF2B5EF4-FFF2-40B4-BE49-F238E27FC236}">
                <a16:creationId xmlns:a16="http://schemas.microsoft.com/office/drawing/2014/main" id="{6414A864-8D27-4241-84E4-18B15F4EE566}"/>
              </a:ext>
            </a:extLst>
          </p:cNvPr>
          <p:cNvSpPr>
            <a:spLocks noGrp="1"/>
          </p:cNvSpPr>
          <p:nvPr>
            <p:ph sz="quarter" idx="1"/>
          </p:nvPr>
        </p:nvSpPr>
        <p:spPr>
          <a:xfrm>
            <a:off x="468313" y="2060575"/>
            <a:ext cx="6191250" cy="1728788"/>
          </a:xfrm>
          <a:solidFill>
            <a:srgbClr val="00B050"/>
          </a:solidFill>
          <a:ln>
            <a:solidFill>
              <a:srgbClr val="FF0000"/>
            </a:solidFill>
          </a:ln>
        </p:spPr>
        <p:txBody>
          <a:bodyPr>
            <a:normAutofit fontScale="70000" lnSpcReduction="20000"/>
          </a:bodyPr>
          <a:lstStyle/>
          <a:p>
            <a:pPr marL="274320" indent="-274320" algn="just" eaLnBrk="1" fontAlgn="auto" hangingPunct="1">
              <a:spcBef>
                <a:spcPts val="580"/>
              </a:spcBef>
              <a:spcAft>
                <a:spcPts val="0"/>
              </a:spcAft>
              <a:buFont typeface="Wingdings 2"/>
              <a:buNone/>
              <a:defRPr/>
            </a:pPr>
            <a:r>
              <a:rPr lang="en-US" b="1" i="1" dirty="0"/>
              <a:t>Consider a solenoid of length l, area A and N turns, connected to a battery of emf </a:t>
            </a:r>
            <a:r>
              <a:rPr lang="el-GR" b="1" i="1" dirty="0"/>
              <a:t>ε</a:t>
            </a:r>
            <a:r>
              <a:rPr lang="en-US" b="1" i="1" dirty="0"/>
              <a:t> (or E).</a:t>
            </a:r>
          </a:p>
          <a:p>
            <a:pPr marL="274320" indent="-274320" algn="just" eaLnBrk="1" fontAlgn="auto" hangingPunct="1">
              <a:spcBef>
                <a:spcPts val="580"/>
              </a:spcBef>
              <a:spcAft>
                <a:spcPts val="0"/>
              </a:spcAft>
              <a:buFont typeface="Wingdings 2"/>
              <a:buNone/>
              <a:defRPr/>
            </a:pPr>
            <a:r>
              <a:rPr lang="en-US" b="1" i="1" dirty="0"/>
              <a:t>What happens as you close the switch?</a:t>
            </a:r>
          </a:p>
          <a:p>
            <a:pPr marL="274320" indent="-274320" algn="just" eaLnBrk="1" fontAlgn="auto" hangingPunct="1">
              <a:spcBef>
                <a:spcPts val="580"/>
              </a:spcBef>
              <a:spcAft>
                <a:spcPts val="0"/>
              </a:spcAft>
              <a:buFont typeface="Arial" pitchFamily="34" charset="0"/>
              <a:buChar char="•"/>
              <a:defRPr/>
            </a:pPr>
            <a:r>
              <a:rPr lang="en-US" b="1" i="1" dirty="0"/>
              <a:t>Lenz Law– loops resists change in magnetic field</a:t>
            </a:r>
          </a:p>
          <a:p>
            <a:pPr marL="274320" indent="-274320" algn="just" eaLnBrk="1" fontAlgn="auto" hangingPunct="1">
              <a:spcBef>
                <a:spcPts val="580"/>
              </a:spcBef>
              <a:spcAft>
                <a:spcPts val="0"/>
              </a:spcAft>
              <a:buFont typeface="Arial" pitchFamily="34" charset="0"/>
              <a:buChar char="•"/>
              <a:defRPr/>
            </a:pPr>
            <a:r>
              <a:rPr lang="en-US" b="1" i="1" dirty="0"/>
              <a:t>Magnetic field caused by the current</a:t>
            </a:r>
          </a:p>
          <a:p>
            <a:pPr marL="274320" indent="-274320" algn="just" eaLnBrk="1" fontAlgn="auto" hangingPunct="1">
              <a:spcBef>
                <a:spcPts val="580"/>
              </a:spcBef>
              <a:spcAft>
                <a:spcPts val="0"/>
              </a:spcAft>
              <a:buFont typeface="Arial" pitchFamily="34" charset="0"/>
              <a:buChar char="•"/>
              <a:defRPr/>
            </a:pPr>
            <a:r>
              <a:rPr lang="en-US" b="1" i="1" dirty="0"/>
              <a:t>“Inductor” resists change in current</a:t>
            </a:r>
          </a:p>
          <a:p>
            <a:pPr marL="274320" indent="-274320" eaLnBrk="1" fontAlgn="auto" hangingPunct="1">
              <a:spcBef>
                <a:spcPts val="580"/>
              </a:spcBef>
              <a:spcAft>
                <a:spcPts val="0"/>
              </a:spcAft>
              <a:buFont typeface="Arial" pitchFamily="34" charset="0"/>
              <a:buChar char="•"/>
              <a:defRPr/>
            </a:pPr>
            <a:endParaRPr lang="en-US" dirty="0"/>
          </a:p>
        </p:txBody>
      </p:sp>
      <p:pic>
        <p:nvPicPr>
          <p:cNvPr id="130054" name="Picture 3">
            <a:extLst>
              <a:ext uri="{FF2B5EF4-FFF2-40B4-BE49-F238E27FC236}">
                <a16:creationId xmlns:a16="http://schemas.microsoft.com/office/drawing/2014/main" id="{554B777E-0779-4513-A3A0-24489ABFA9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36613"/>
            <a:ext cx="54006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5" name="Picture 4">
            <a:extLst>
              <a:ext uri="{FF2B5EF4-FFF2-40B4-BE49-F238E27FC236}">
                <a16:creationId xmlns:a16="http://schemas.microsoft.com/office/drawing/2014/main" id="{0C952ED5-C631-4FBF-AEA4-5B8588CED79B}"/>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875463" y="1412875"/>
            <a:ext cx="1895475" cy="2343150"/>
          </a:xfrm>
          <a:noFill/>
        </p:spPr>
      </p:pic>
      <p:pic>
        <p:nvPicPr>
          <p:cNvPr id="130056" name="Picture 5">
            <a:extLst>
              <a:ext uri="{FF2B5EF4-FFF2-40B4-BE49-F238E27FC236}">
                <a16:creationId xmlns:a16="http://schemas.microsoft.com/office/drawing/2014/main" id="{877459CD-85BB-4F82-805A-3BDD1F109F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221163"/>
            <a:ext cx="33909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7" name="Picture 6">
            <a:extLst>
              <a:ext uri="{FF2B5EF4-FFF2-40B4-BE49-F238E27FC236}">
                <a16:creationId xmlns:a16="http://schemas.microsoft.com/office/drawing/2014/main" id="{DD1A099A-9B3D-4234-B24F-A7D5FFAE80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4797425"/>
            <a:ext cx="66103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8" name="Picture 7">
            <a:extLst>
              <a:ext uri="{FF2B5EF4-FFF2-40B4-BE49-F238E27FC236}">
                <a16:creationId xmlns:a16="http://schemas.microsoft.com/office/drawing/2014/main" id="{26B0E2E5-CB69-41B0-A5F2-1E4F16DEEE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025" y="5300663"/>
            <a:ext cx="208915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itle 1">
            <a:extLst>
              <a:ext uri="{FF2B5EF4-FFF2-40B4-BE49-F238E27FC236}">
                <a16:creationId xmlns:a16="http://schemas.microsoft.com/office/drawing/2014/main" id="{1B9E6222-BB6B-40A0-BD7D-AB5AADCA55AF}"/>
              </a:ext>
            </a:extLst>
          </p:cNvPr>
          <p:cNvSpPr txBox="1">
            <a:spLocks/>
          </p:cNvSpPr>
          <p:nvPr/>
        </p:nvSpPr>
        <p:spPr>
          <a:xfrm>
            <a:off x="539750" y="188913"/>
            <a:ext cx="7772400" cy="633412"/>
          </a:xfrm>
          <a:prstGeom prst="rect">
            <a:avLst/>
          </a:prstGeom>
        </p:spPr>
        <p:txBody>
          <a:bodyPr bIns="91440" anchor="b">
            <a:normAutofit fontScale="90000" lnSpcReduction="10000"/>
          </a:bodyPr>
          <a:lstStyle/>
          <a:p>
            <a:pPr algn="ctr" eaLnBrk="1" fontAlgn="auto" hangingPunct="1">
              <a:spcAft>
                <a:spcPts val="0"/>
              </a:spcAft>
              <a:defRPr/>
            </a:pPr>
            <a:r>
              <a:rPr lang="en-US" sz="4000" b="1" dirty="0">
                <a:solidFill>
                  <a:schemeClr val="tx2"/>
                </a:solidFill>
                <a:latin typeface="+mj-lt"/>
                <a:ea typeface="+mj-ea"/>
                <a:cs typeface="+mj-cs"/>
              </a:rPr>
              <a:t>Self inductance</a:t>
            </a:r>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9D0B5-221E-428B-9C7E-F82A14F06309}"/>
              </a:ext>
            </a:extLst>
          </p:cNvPr>
          <p:cNvSpPr>
            <a:spLocks noGrp="1"/>
          </p:cNvSpPr>
          <p:nvPr>
            <p:ph type="title"/>
          </p:nvPr>
        </p:nvSpPr>
        <p:spPr>
          <a:xfrm>
            <a:off x="1619250" y="1628775"/>
            <a:ext cx="2987675" cy="431800"/>
          </a:xfrm>
          <a:solidFill>
            <a:srgbClr val="00B0F0"/>
          </a:solidFill>
          <a:ln>
            <a:solidFill>
              <a:srgbClr val="002060"/>
            </a:solidFill>
          </a:ln>
        </p:spPr>
        <p:txBody>
          <a:bodyPr>
            <a:noAutofit/>
          </a:bodyPr>
          <a:lstStyle/>
          <a:p>
            <a:pPr algn="ctr" eaLnBrk="1" fontAlgn="auto" hangingPunct="1">
              <a:spcAft>
                <a:spcPts val="0"/>
              </a:spcAft>
              <a:defRPr/>
            </a:pPr>
            <a:r>
              <a:rPr lang="en-US" sz="1400" b="1" i="1" dirty="0">
                <a:solidFill>
                  <a:schemeClr val="bg2">
                    <a:lumMod val="10000"/>
                  </a:schemeClr>
                </a:solidFill>
                <a:latin typeface="+mn-lt"/>
              </a:rPr>
              <a:t>The inductance is measured in Henrys</a:t>
            </a:r>
          </a:p>
        </p:txBody>
      </p:sp>
      <p:sp>
        <p:nvSpPr>
          <p:cNvPr id="131074" name="Date Placeholder 2">
            <a:extLst>
              <a:ext uri="{FF2B5EF4-FFF2-40B4-BE49-F238E27FC236}">
                <a16:creationId xmlns:a16="http://schemas.microsoft.com/office/drawing/2014/main" id="{4DCB7596-E64B-43D9-8000-153CF46113E3}"/>
              </a:ext>
            </a:extLst>
          </p:cNvPr>
          <p:cNvSpPr>
            <a:spLocks noGrp="1"/>
          </p:cNvSpPr>
          <p:nvPr>
            <p:ph type="dt" sz="quarter" idx="10"/>
          </p:nvPr>
        </p:nvSpPr>
        <p:spPr bwMode="auto">
          <a:xfrm>
            <a:off x="3779838" y="6165850"/>
            <a:ext cx="24765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CC6AD09-0754-42AD-8930-95E84096BD3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31075" name="Footer Placeholder 3">
            <a:extLst>
              <a:ext uri="{FF2B5EF4-FFF2-40B4-BE49-F238E27FC236}">
                <a16:creationId xmlns:a16="http://schemas.microsoft.com/office/drawing/2014/main" id="{06CE3D45-1225-4EF7-BC2E-DAFA5717AFD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31076" name="Slide Number Placeholder 4">
            <a:extLst>
              <a:ext uri="{FF2B5EF4-FFF2-40B4-BE49-F238E27FC236}">
                <a16:creationId xmlns:a16="http://schemas.microsoft.com/office/drawing/2014/main" id="{A3998A7C-2121-4F71-939D-6ABE2C6F4E0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A9D340E-A851-45B9-BA2A-6484789400C1}" type="slidenum">
              <a:rPr lang="en-ZA" altLang="en-US" sz="1400">
                <a:solidFill>
                  <a:srgbClr val="FFFFFF"/>
                </a:solidFill>
                <a:latin typeface="Franklin Gothic Book" panose="020B0503020102020204" pitchFamily="34" charset="0"/>
              </a:rPr>
              <a:pPr>
                <a:spcBef>
                  <a:spcPct val="0"/>
                </a:spcBef>
                <a:buClrTx/>
                <a:buSzTx/>
                <a:buFontTx/>
                <a:buNone/>
              </a:pPr>
              <a:t>54</a:t>
            </a:fld>
            <a:endParaRPr lang="en-ZA" altLang="en-US" sz="1400">
              <a:solidFill>
                <a:srgbClr val="FFFFFF"/>
              </a:solidFill>
              <a:latin typeface="Franklin Gothic Book" panose="020B0503020102020204" pitchFamily="34" charset="0"/>
            </a:endParaRPr>
          </a:p>
        </p:txBody>
      </p:sp>
      <p:sp>
        <p:nvSpPr>
          <p:cNvPr id="6" name="Content Placeholder 5">
            <a:extLst>
              <a:ext uri="{FF2B5EF4-FFF2-40B4-BE49-F238E27FC236}">
                <a16:creationId xmlns:a16="http://schemas.microsoft.com/office/drawing/2014/main" id="{63ABB34F-0F28-44F5-8DAA-91B65523DA69}"/>
              </a:ext>
            </a:extLst>
          </p:cNvPr>
          <p:cNvSpPr>
            <a:spLocks noGrp="1"/>
          </p:cNvSpPr>
          <p:nvPr>
            <p:ph sz="quarter" idx="1"/>
          </p:nvPr>
        </p:nvSpPr>
        <p:spPr>
          <a:xfrm>
            <a:off x="468313" y="2060575"/>
            <a:ext cx="6191250" cy="1728788"/>
          </a:xfrm>
          <a:solidFill>
            <a:srgbClr val="00B050"/>
          </a:solidFill>
          <a:ln>
            <a:solidFill>
              <a:srgbClr val="FF0000"/>
            </a:solidFill>
          </a:ln>
        </p:spPr>
        <p:txBody>
          <a:bodyPr>
            <a:normAutofit fontScale="70000" lnSpcReduction="20000"/>
          </a:bodyPr>
          <a:lstStyle/>
          <a:p>
            <a:pPr marL="274320" indent="-274320" algn="just" eaLnBrk="1" fontAlgn="auto" hangingPunct="1">
              <a:spcBef>
                <a:spcPts val="580"/>
              </a:spcBef>
              <a:spcAft>
                <a:spcPts val="0"/>
              </a:spcAft>
              <a:buFont typeface="Wingdings 2"/>
              <a:buNone/>
              <a:defRPr/>
            </a:pPr>
            <a:r>
              <a:rPr lang="en-US" b="1" i="1" dirty="0"/>
              <a:t>Consider a solenoid of length l, area A and N turns, connected to a battery of emf </a:t>
            </a:r>
            <a:r>
              <a:rPr lang="el-GR" b="1" i="1" dirty="0"/>
              <a:t>ε</a:t>
            </a:r>
            <a:r>
              <a:rPr lang="en-US" b="1" i="1" dirty="0"/>
              <a:t> (or E).</a:t>
            </a:r>
          </a:p>
          <a:p>
            <a:pPr marL="274320" indent="-274320" algn="just" eaLnBrk="1" fontAlgn="auto" hangingPunct="1">
              <a:spcBef>
                <a:spcPts val="580"/>
              </a:spcBef>
              <a:spcAft>
                <a:spcPts val="0"/>
              </a:spcAft>
              <a:buFont typeface="Wingdings 2"/>
              <a:buNone/>
              <a:defRPr/>
            </a:pPr>
            <a:r>
              <a:rPr lang="en-US" b="1" i="1" dirty="0"/>
              <a:t>What happens as you close the switch?</a:t>
            </a:r>
          </a:p>
          <a:p>
            <a:pPr marL="274320" indent="-274320" algn="just" eaLnBrk="1" fontAlgn="auto" hangingPunct="1">
              <a:spcBef>
                <a:spcPts val="580"/>
              </a:spcBef>
              <a:spcAft>
                <a:spcPts val="0"/>
              </a:spcAft>
              <a:buFont typeface="Arial" pitchFamily="34" charset="0"/>
              <a:buChar char="•"/>
              <a:defRPr/>
            </a:pPr>
            <a:r>
              <a:rPr lang="en-US" b="1" i="1" dirty="0"/>
              <a:t>Lenz Law– loops resists change in magnetic field</a:t>
            </a:r>
          </a:p>
          <a:p>
            <a:pPr marL="274320" indent="-274320" algn="just" eaLnBrk="1" fontAlgn="auto" hangingPunct="1">
              <a:spcBef>
                <a:spcPts val="580"/>
              </a:spcBef>
              <a:spcAft>
                <a:spcPts val="0"/>
              </a:spcAft>
              <a:buFont typeface="Arial" pitchFamily="34" charset="0"/>
              <a:buChar char="•"/>
              <a:defRPr/>
            </a:pPr>
            <a:r>
              <a:rPr lang="en-US" b="1" i="1" dirty="0"/>
              <a:t>Magnetic field caused by the current</a:t>
            </a:r>
          </a:p>
          <a:p>
            <a:pPr marL="274320" indent="-274320" algn="just" eaLnBrk="1" fontAlgn="auto" hangingPunct="1">
              <a:spcBef>
                <a:spcPts val="580"/>
              </a:spcBef>
              <a:spcAft>
                <a:spcPts val="0"/>
              </a:spcAft>
              <a:buFont typeface="Arial" pitchFamily="34" charset="0"/>
              <a:buChar char="•"/>
              <a:defRPr/>
            </a:pPr>
            <a:r>
              <a:rPr lang="en-US" b="1" i="1" dirty="0"/>
              <a:t>“Inductor” resists change in current</a:t>
            </a:r>
          </a:p>
          <a:p>
            <a:pPr marL="274320" indent="-274320" eaLnBrk="1" fontAlgn="auto" hangingPunct="1">
              <a:spcBef>
                <a:spcPts val="580"/>
              </a:spcBef>
              <a:spcAft>
                <a:spcPts val="0"/>
              </a:spcAft>
              <a:buFont typeface="Arial" pitchFamily="34" charset="0"/>
              <a:buChar char="•"/>
              <a:defRPr/>
            </a:pPr>
            <a:endParaRPr lang="en-US" dirty="0"/>
          </a:p>
        </p:txBody>
      </p:sp>
      <p:pic>
        <p:nvPicPr>
          <p:cNvPr id="131078" name="Picture 3">
            <a:extLst>
              <a:ext uri="{FF2B5EF4-FFF2-40B4-BE49-F238E27FC236}">
                <a16:creationId xmlns:a16="http://schemas.microsoft.com/office/drawing/2014/main" id="{D6C8AF8B-F53C-492E-AFAA-8DE26071E4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36613"/>
            <a:ext cx="54006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079" name="Picture 4">
            <a:extLst>
              <a:ext uri="{FF2B5EF4-FFF2-40B4-BE49-F238E27FC236}">
                <a16:creationId xmlns:a16="http://schemas.microsoft.com/office/drawing/2014/main" id="{FBE21651-EDFA-496A-8318-809B53ADAA1B}"/>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875463" y="1412875"/>
            <a:ext cx="1895475" cy="2343150"/>
          </a:xfrm>
          <a:noFill/>
        </p:spPr>
      </p:pic>
      <p:pic>
        <p:nvPicPr>
          <p:cNvPr id="131080" name="Picture 5">
            <a:extLst>
              <a:ext uri="{FF2B5EF4-FFF2-40B4-BE49-F238E27FC236}">
                <a16:creationId xmlns:a16="http://schemas.microsoft.com/office/drawing/2014/main" id="{13E89187-AA94-453D-BA14-CC6EA0A129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221163"/>
            <a:ext cx="33909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081" name="Picture 6">
            <a:extLst>
              <a:ext uri="{FF2B5EF4-FFF2-40B4-BE49-F238E27FC236}">
                <a16:creationId xmlns:a16="http://schemas.microsoft.com/office/drawing/2014/main" id="{BB7E90B0-8065-46EC-B769-07B9C46ABB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4797425"/>
            <a:ext cx="66103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082" name="Picture 7">
            <a:extLst>
              <a:ext uri="{FF2B5EF4-FFF2-40B4-BE49-F238E27FC236}">
                <a16:creationId xmlns:a16="http://schemas.microsoft.com/office/drawing/2014/main" id="{9FC6FE0C-55BF-43E0-8BD3-70B13099C5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025" y="5300663"/>
            <a:ext cx="208915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Content Placeholder 5">
            <a:extLst>
              <a:ext uri="{FF2B5EF4-FFF2-40B4-BE49-F238E27FC236}">
                <a16:creationId xmlns:a16="http://schemas.microsoft.com/office/drawing/2014/main" id="{B8EE0D6B-09C0-4938-8350-176CCEE1749A}"/>
              </a:ext>
            </a:extLst>
          </p:cNvPr>
          <p:cNvSpPr txBox="1">
            <a:spLocks/>
          </p:cNvSpPr>
          <p:nvPr/>
        </p:nvSpPr>
        <p:spPr>
          <a:xfrm>
            <a:off x="4932363" y="3860800"/>
            <a:ext cx="4067175" cy="936625"/>
          </a:xfrm>
          <a:prstGeom prst="rect">
            <a:avLst/>
          </a:prstGeom>
        </p:spPr>
        <p:style>
          <a:lnRef idx="2">
            <a:schemeClr val="dk1">
              <a:shade val="50000"/>
            </a:schemeClr>
          </a:lnRef>
          <a:fillRef idx="1">
            <a:schemeClr val="dk1"/>
          </a:fillRef>
          <a:effectRef idx="0">
            <a:schemeClr val="dk1"/>
          </a:effectRef>
          <a:fontRef idx="minor">
            <a:schemeClr val="lt1"/>
          </a:fontRef>
        </p:style>
        <p:txBody>
          <a:bodyPr/>
          <a:lstStyle/>
          <a:p>
            <a:pPr marL="274320" indent="-274320" algn="just" eaLnBrk="1" fontAlgn="auto" hangingPunct="1">
              <a:spcBef>
                <a:spcPts val="580"/>
              </a:spcBef>
              <a:spcAft>
                <a:spcPts val="0"/>
              </a:spcAft>
              <a:buClr>
                <a:schemeClr val="accent1"/>
              </a:buClr>
              <a:buSzPct val="85000"/>
              <a:buFont typeface="Wingdings 2"/>
              <a:buNone/>
              <a:defRPr/>
            </a:pPr>
            <a:r>
              <a:rPr lang="en-US" b="1" i="1" dirty="0"/>
              <a:t>NB: The self-inductance of a toroid in the limit of l=2</a:t>
            </a:r>
            <a:r>
              <a:rPr lang="el-GR" b="1" i="1" dirty="0"/>
              <a:t>π</a:t>
            </a:r>
            <a:r>
              <a:rPr lang="en-US" b="1" i="1" dirty="0"/>
              <a:t>a has the same form as that of a solenoid</a:t>
            </a:r>
          </a:p>
        </p:txBody>
      </p:sp>
      <p:sp>
        <p:nvSpPr>
          <p:cNvPr id="18" name="Title 1">
            <a:extLst>
              <a:ext uri="{FF2B5EF4-FFF2-40B4-BE49-F238E27FC236}">
                <a16:creationId xmlns:a16="http://schemas.microsoft.com/office/drawing/2014/main" id="{36E4CC7E-CDDF-4A21-8CC8-208BD4611BFD}"/>
              </a:ext>
            </a:extLst>
          </p:cNvPr>
          <p:cNvSpPr txBox="1">
            <a:spLocks/>
          </p:cNvSpPr>
          <p:nvPr/>
        </p:nvSpPr>
        <p:spPr>
          <a:xfrm>
            <a:off x="539750" y="188913"/>
            <a:ext cx="7772400" cy="633412"/>
          </a:xfrm>
          <a:prstGeom prst="rect">
            <a:avLst/>
          </a:prstGeom>
        </p:spPr>
        <p:txBody>
          <a:bodyPr bIns="91440" anchor="b">
            <a:normAutofit fontScale="90000" lnSpcReduction="10000"/>
          </a:bodyPr>
          <a:lstStyle/>
          <a:p>
            <a:pPr algn="ctr" eaLnBrk="1" fontAlgn="auto" hangingPunct="1">
              <a:spcAft>
                <a:spcPts val="0"/>
              </a:spcAft>
              <a:defRPr/>
            </a:pPr>
            <a:r>
              <a:rPr lang="en-US" sz="4000" b="1" dirty="0">
                <a:solidFill>
                  <a:schemeClr val="tx2"/>
                </a:solidFill>
                <a:latin typeface="+mj-lt"/>
                <a:ea typeface="+mj-ea"/>
                <a:cs typeface="+mj-cs"/>
              </a:rPr>
              <a:t>Self inductance</a:t>
            </a:r>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7A6FE-B5CC-46C4-92E2-C9B242E5B4E1}"/>
              </a:ext>
            </a:extLst>
          </p:cNvPr>
          <p:cNvSpPr>
            <a:spLocks noGrp="1"/>
          </p:cNvSpPr>
          <p:nvPr>
            <p:ph type="title"/>
          </p:nvPr>
        </p:nvSpPr>
        <p:spPr>
          <a:xfrm>
            <a:off x="914400" y="274638"/>
            <a:ext cx="7772400" cy="633412"/>
          </a:xfrm>
        </p:spPr>
        <p:txBody>
          <a:bodyPr>
            <a:normAutofit fontScale="90000"/>
          </a:bodyPr>
          <a:lstStyle/>
          <a:p>
            <a:pPr algn="ctr" eaLnBrk="1" fontAlgn="auto" hangingPunct="1">
              <a:spcAft>
                <a:spcPts val="0"/>
              </a:spcAft>
              <a:defRPr/>
            </a:pPr>
            <a:r>
              <a:rPr lang="en-US" b="1" dirty="0"/>
              <a:t>Mutual inductance</a:t>
            </a:r>
          </a:p>
        </p:txBody>
      </p:sp>
      <p:sp>
        <p:nvSpPr>
          <p:cNvPr id="132098" name="Date Placeholder 2">
            <a:extLst>
              <a:ext uri="{FF2B5EF4-FFF2-40B4-BE49-F238E27FC236}">
                <a16:creationId xmlns:a16="http://schemas.microsoft.com/office/drawing/2014/main" id="{DDA10E8F-6CD3-43B0-97F4-F454ABD30E4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FFE7DB4-7711-4035-B64E-EC01A3DB852D}"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32099" name="Footer Placeholder 3">
            <a:extLst>
              <a:ext uri="{FF2B5EF4-FFF2-40B4-BE49-F238E27FC236}">
                <a16:creationId xmlns:a16="http://schemas.microsoft.com/office/drawing/2014/main" id="{D07F2A6A-7F6B-4ED2-A15A-38740C03A51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32100" name="Slide Number Placeholder 4">
            <a:extLst>
              <a:ext uri="{FF2B5EF4-FFF2-40B4-BE49-F238E27FC236}">
                <a16:creationId xmlns:a16="http://schemas.microsoft.com/office/drawing/2014/main" id="{0C1E37B2-C370-4136-9F59-F92883219EE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806297D-70A4-4934-8BC8-E70140B593FA}" type="slidenum">
              <a:rPr lang="en-ZA" altLang="en-US" sz="1400">
                <a:solidFill>
                  <a:srgbClr val="FFFFFF"/>
                </a:solidFill>
                <a:latin typeface="Franklin Gothic Book" panose="020B0503020102020204" pitchFamily="34" charset="0"/>
              </a:rPr>
              <a:pPr>
                <a:spcBef>
                  <a:spcPct val="0"/>
                </a:spcBef>
                <a:buClrTx/>
                <a:buSzTx/>
                <a:buFontTx/>
                <a:buNone/>
              </a:pPr>
              <a:t>55</a:t>
            </a:fld>
            <a:endParaRPr lang="en-ZA" altLang="en-US" sz="1400">
              <a:solidFill>
                <a:srgbClr val="FFFFFF"/>
              </a:solidFill>
              <a:latin typeface="Franklin Gothic Book" panose="020B0503020102020204" pitchFamily="34" charset="0"/>
            </a:endParaRPr>
          </a:p>
        </p:txBody>
      </p:sp>
      <p:pic>
        <p:nvPicPr>
          <p:cNvPr id="132101" name="Picture 2">
            <a:extLst>
              <a:ext uri="{FF2B5EF4-FFF2-40B4-BE49-F238E27FC236}">
                <a16:creationId xmlns:a16="http://schemas.microsoft.com/office/drawing/2014/main" id="{5D0760B2-AE7B-446D-8FE4-DCB6B6A9BE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836613"/>
            <a:ext cx="4205287"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737D-09C7-4C25-8F7C-0801ED949063}"/>
              </a:ext>
            </a:extLst>
          </p:cNvPr>
          <p:cNvSpPr>
            <a:spLocks noGrp="1"/>
          </p:cNvSpPr>
          <p:nvPr>
            <p:ph type="title"/>
          </p:nvPr>
        </p:nvSpPr>
        <p:spPr>
          <a:xfrm>
            <a:off x="914400" y="274638"/>
            <a:ext cx="7772400" cy="633412"/>
          </a:xfrm>
        </p:spPr>
        <p:txBody>
          <a:bodyPr>
            <a:normAutofit fontScale="90000"/>
          </a:bodyPr>
          <a:lstStyle/>
          <a:p>
            <a:pPr algn="ctr" eaLnBrk="1" fontAlgn="auto" hangingPunct="1">
              <a:spcAft>
                <a:spcPts val="0"/>
              </a:spcAft>
              <a:defRPr/>
            </a:pPr>
            <a:r>
              <a:rPr lang="en-US" b="1" dirty="0"/>
              <a:t>Mutual inductance</a:t>
            </a:r>
          </a:p>
        </p:txBody>
      </p:sp>
      <p:sp>
        <p:nvSpPr>
          <p:cNvPr id="133122" name="Date Placeholder 2">
            <a:extLst>
              <a:ext uri="{FF2B5EF4-FFF2-40B4-BE49-F238E27FC236}">
                <a16:creationId xmlns:a16="http://schemas.microsoft.com/office/drawing/2014/main" id="{AC9D914F-A167-4FDA-8FDB-B4247DDFD74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19E2AE9-8555-4894-86C6-B3700AB3B76F}"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33123" name="Footer Placeholder 3">
            <a:extLst>
              <a:ext uri="{FF2B5EF4-FFF2-40B4-BE49-F238E27FC236}">
                <a16:creationId xmlns:a16="http://schemas.microsoft.com/office/drawing/2014/main" id="{5257DC66-3C68-414D-BC6C-86AEAE05685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33124" name="Slide Number Placeholder 4">
            <a:extLst>
              <a:ext uri="{FF2B5EF4-FFF2-40B4-BE49-F238E27FC236}">
                <a16:creationId xmlns:a16="http://schemas.microsoft.com/office/drawing/2014/main" id="{386BF1AC-D8AA-4E69-BDB1-A9A4601CB80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8FB519C-8696-45DD-A70D-AB0F29CCAC4A}" type="slidenum">
              <a:rPr lang="en-ZA" altLang="en-US" sz="1400">
                <a:solidFill>
                  <a:srgbClr val="FFFFFF"/>
                </a:solidFill>
                <a:latin typeface="Franklin Gothic Book" panose="020B0503020102020204" pitchFamily="34" charset="0"/>
              </a:rPr>
              <a:pPr>
                <a:spcBef>
                  <a:spcPct val="0"/>
                </a:spcBef>
                <a:buClrTx/>
                <a:buSzTx/>
                <a:buFontTx/>
                <a:buNone/>
              </a:pPr>
              <a:t>56</a:t>
            </a:fld>
            <a:endParaRPr lang="en-ZA" altLang="en-US" sz="1400">
              <a:solidFill>
                <a:srgbClr val="FFFFFF"/>
              </a:solidFill>
              <a:latin typeface="Franklin Gothic Book" panose="020B0503020102020204" pitchFamily="34" charset="0"/>
            </a:endParaRPr>
          </a:p>
        </p:txBody>
      </p:sp>
      <p:pic>
        <p:nvPicPr>
          <p:cNvPr id="133125" name="Picture 2">
            <a:extLst>
              <a:ext uri="{FF2B5EF4-FFF2-40B4-BE49-F238E27FC236}">
                <a16:creationId xmlns:a16="http://schemas.microsoft.com/office/drawing/2014/main" id="{45FAC3B6-CCC8-4D7D-B572-93A577574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836613"/>
            <a:ext cx="4205287"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26" name="Picture 3">
            <a:extLst>
              <a:ext uri="{FF2B5EF4-FFF2-40B4-BE49-F238E27FC236}">
                <a16:creationId xmlns:a16="http://schemas.microsoft.com/office/drawing/2014/main" id="{4929494D-DBDB-41FD-A597-6D7E4A85D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3573463"/>
            <a:ext cx="4572000" cy="293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70E8E-53B2-4ECA-B31D-6CCB3F15B589}"/>
              </a:ext>
            </a:extLst>
          </p:cNvPr>
          <p:cNvSpPr>
            <a:spLocks noGrp="1"/>
          </p:cNvSpPr>
          <p:nvPr>
            <p:ph type="title"/>
          </p:nvPr>
        </p:nvSpPr>
        <p:spPr>
          <a:xfrm>
            <a:off x="914400" y="274638"/>
            <a:ext cx="7772400" cy="633412"/>
          </a:xfrm>
        </p:spPr>
        <p:txBody>
          <a:bodyPr>
            <a:normAutofit fontScale="90000"/>
          </a:bodyPr>
          <a:lstStyle/>
          <a:p>
            <a:pPr algn="ctr" eaLnBrk="1" fontAlgn="auto" hangingPunct="1">
              <a:spcAft>
                <a:spcPts val="0"/>
              </a:spcAft>
              <a:defRPr/>
            </a:pPr>
            <a:r>
              <a:rPr lang="en-US" b="1" dirty="0"/>
              <a:t>Mutual inductance</a:t>
            </a:r>
          </a:p>
        </p:txBody>
      </p:sp>
      <p:sp>
        <p:nvSpPr>
          <p:cNvPr id="134146" name="Date Placeholder 2">
            <a:extLst>
              <a:ext uri="{FF2B5EF4-FFF2-40B4-BE49-F238E27FC236}">
                <a16:creationId xmlns:a16="http://schemas.microsoft.com/office/drawing/2014/main" id="{7D804F8F-48CD-4287-9655-2A3B094A99A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75722AB-D8A5-4D1E-A3BD-6FEF9AD794F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34147" name="Footer Placeholder 3">
            <a:extLst>
              <a:ext uri="{FF2B5EF4-FFF2-40B4-BE49-F238E27FC236}">
                <a16:creationId xmlns:a16="http://schemas.microsoft.com/office/drawing/2014/main" id="{D4A147C1-B714-45FB-A747-7642363C69B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34148" name="Slide Number Placeholder 4">
            <a:extLst>
              <a:ext uri="{FF2B5EF4-FFF2-40B4-BE49-F238E27FC236}">
                <a16:creationId xmlns:a16="http://schemas.microsoft.com/office/drawing/2014/main" id="{23649EAB-F80B-4702-A218-A3C1D6C14A9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013F2F6-2340-4CFF-AED3-4D17EB1F9628}" type="slidenum">
              <a:rPr lang="en-ZA" altLang="en-US" sz="1400">
                <a:solidFill>
                  <a:srgbClr val="FFFFFF"/>
                </a:solidFill>
                <a:latin typeface="Franklin Gothic Book" panose="020B0503020102020204" pitchFamily="34" charset="0"/>
              </a:rPr>
              <a:pPr>
                <a:spcBef>
                  <a:spcPct val="0"/>
                </a:spcBef>
                <a:buClrTx/>
                <a:buSzTx/>
                <a:buFontTx/>
                <a:buNone/>
              </a:pPr>
              <a:t>57</a:t>
            </a:fld>
            <a:endParaRPr lang="en-ZA" altLang="en-US" sz="1400">
              <a:solidFill>
                <a:srgbClr val="FFFFFF"/>
              </a:solidFill>
              <a:latin typeface="Franklin Gothic Book" panose="020B0503020102020204" pitchFamily="34" charset="0"/>
            </a:endParaRPr>
          </a:p>
        </p:txBody>
      </p:sp>
      <p:pic>
        <p:nvPicPr>
          <p:cNvPr id="134149" name="Picture 2">
            <a:extLst>
              <a:ext uri="{FF2B5EF4-FFF2-40B4-BE49-F238E27FC236}">
                <a16:creationId xmlns:a16="http://schemas.microsoft.com/office/drawing/2014/main" id="{5F7E73CD-E581-4B90-BFDA-5D55B6F91B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836613"/>
            <a:ext cx="4205287"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0" name="Picture 3">
            <a:extLst>
              <a:ext uri="{FF2B5EF4-FFF2-40B4-BE49-F238E27FC236}">
                <a16:creationId xmlns:a16="http://schemas.microsoft.com/office/drawing/2014/main" id="{7C8EE666-6E1D-4EF5-BE53-F89313F8BA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3573463"/>
            <a:ext cx="4572000" cy="293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1" name="Picture 4">
            <a:extLst>
              <a:ext uri="{FF2B5EF4-FFF2-40B4-BE49-F238E27FC236}">
                <a16:creationId xmlns:a16="http://schemas.microsoft.com/office/drawing/2014/main" id="{76058EC4-217B-49BC-B165-7CE7521101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7125" y="1196975"/>
            <a:ext cx="4022725"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39889-14A0-4400-BBF3-C7484F7114C7}"/>
              </a:ext>
            </a:extLst>
          </p:cNvPr>
          <p:cNvSpPr>
            <a:spLocks noGrp="1"/>
          </p:cNvSpPr>
          <p:nvPr>
            <p:ph type="title"/>
          </p:nvPr>
        </p:nvSpPr>
        <p:spPr>
          <a:xfrm>
            <a:off x="914400" y="274638"/>
            <a:ext cx="7772400" cy="633412"/>
          </a:xfrm>
        </p:spPr>
        <p:txBody>
          <a:bodyPr>
            <a:normAutofit fontScale="90000"/>
          </a:bodyPr>
          <a:lstStyle/>
          <a:p>
            <a:pPr algn="ctr" eaLnBrk="1" fontAlgn="auto" hangingPunct="1">
              <a:spcAft>
                <a:spcPts val="0"/>
              </a:spcAft>
              <a:defRPr/>
            </a:pPr>
            <a:r>
              <a:rPr lang="en-US" b="1" dirty="0"/>
              <a:t>Mutual inductance</a:t>
            </a:r>
          </a:p>
        </p:txBody>
      </p:sp>
      <p:sp>
        <p:nvSpPr>
          <p:cNvPr id="135170" name="Date Placeholder 2">
            <a:extLst>
              <a:ext uri="{FF2B5EF4-FFF2-40B4-BE49-F238E27FC236}">
                <a16:creationId xmlns:a16="http://schemas.microsoft.com/office/drawing/2014/main" id="{E983EE69-57F1-4AF2-A98F-1C3562B2C59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E907B7C-DF91-42E9-BC07-A5816850CABE}"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35171" name="Footer Placeholder 3">
            <a:extLst>
              <a:ext uri="{FF2B5EF4-FFF2-40B4-BE49-F238E27FC236}">
                <a16:creationId xmlns:a16="http://schemas.microsoft.com/office/drawing/2014/main" id="{43B82AF3-0364-44CF-98F2-23FF1199D71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35172" name="Slide Number Placeholder 4">
            <a:extLst>
              <a:ext uri="{FF2B5EF4-FFF2-40B4-BE49-F238E27FC236}">
                <a16:creationId xmlns:a16="http://schemas.microsoft.com/office/drawing/2014/main" id="{D3604E19-5C62-43B0-8234-4A1CDE3E4C3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740C63D-D594-4BAA-A0E6-86A757199C8F}" type="slidenum">
              <a:rPr lang="en-ZA" altLang="en-US" sz="1400">
                <a:solidFill>
                  <a:srgbClr val="FFFFFF"/>
                </a:solidFill>
                <a:latin typeface="Franklin Gothic Book" panose="020B0503020102020204" pitchFamily="34" charset="0"/>
              </a:rPr>
              <a:pPr>
                <a:spcBef>
                  <a:spcPct val="0"/>
                </a:spcBef>
                <a:buClrTx/>
                <a:buSzTx/>
                <a:buFontTx/>
                <a:buNone/>
              </a:pPr>
              <a:t>58</a:t>
            </a:fld>
            <a:endParaRPr lang="en-ZA" altLang="en-US" sz="1400">
              <a:solidFill>
                <a:srgbClr val="FFFFFF"/>
              </a:solidFill>
              <a:latin typeface="Franklin Gothic Book" panose="020B0503020102020204" pitchFamily="34" charset="0"/>
            </a:endParaRPr>
          </a:p>
        </p:txBody>
      </p:sp>
      <p:pic>
        <p:nvPicPr>
          <p:cNvPr id="135173" name="Picture 2">
            <a:extLst>
              <a:ext uri="{FF2B5EF4-FFF2-40B4-BE49-F238E27FC236}">
                <a16:creationId xmlns:a16="http://schemas.microsoft.com/office/drawing/2014/main" id="{EB140531-0A9D-4230-867B-9DA47A41C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836613"/>
            <a:ext cx="4205287"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4" name="Picture 3">
            <a:extLst>
              <a:ext uri="{FF2B5EF4-FFF2-40B4-BE49-F238E27FC236}">
                <a16:creationId xmlns:a16="http://schemas.microsoft.com/office/drawing/2014/main" id="{33DD40B7-3BC5-4153-B4BD-2D49EDC8A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3573463"/>
            <a:ext cx="4572000" cy="293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5" name="Picture 4">
            <a:extLst>
              <a:ext uri="{FF2B5EF4-FFF2-40B4-BE49-F238E27FC236}">
                <a16:creationId xmlns:a16="http://schemas.microsoft.com/office/drawing/2014/main" id="{7A600397-3E85-49C4-B13C-200A0F6538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7125" y="1196975"/>
            <a:ext cx="4022725"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9" name="Picture 5">
            <a:extLst>
              <a:ext uri="{FF2B5EF4-FFF2-40B4-BE49-F238E27FC236}">
                <a16:creationId xmlns:a16="http://schemas.microsoft.com/office/drawing/2014/main" id="{00FD0A29-D9F6-45E4-B3CE-AF6E007DE1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3911600"/>
            <a:ext cx="4038600" cy="965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Date Placeholder 1">
            <a:extLst>
              <a:ext uri="{FF2B5EF4-FFF2-40B4-BE49-F238E27FC236}">
                <a16:creationId xmlns:a16="http://schemas.microsoft.com/office/drawing/2014/main" id="{10DB2075-6097-41EE-82DC-5568202DA64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A5935E4-3252-4A7F-87F1-FE1055646F0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36194" name="Footer Placeholder 2">
            <a:extLst>
              <a:ext uri="{FF2B5EF4-FFF2-40B4-BE49-F238E27FC236}">
                <a16:creationId xmlns:a16="http://schemas.microsoft.com/office/drawing/2014/main" id="{952C09D9-520E-4DB1-B592-27E5A792009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36195" name="Slide Number Placeholder 3">
            <a:extLst>
              <a:ext uri="{FF2B5EF4-FFF2-40B4-BE49-F238E27FC236}">
                <a16:creationId xmlns:a16="http://schemas.microsoft.com/office/drawing/2014/main" id="{694B82C0-5409-45BC-A8B9-D80CFBDCAE6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7F53414-797F-4868-93A6-E7FA274562FC}" type="slidenum">
              <a:rPr lang="en-ZA" altLang="en-US" sz="1400">
                <a:solidFill>
                  <a:srgbClr val="FFFFFF"/>
                </a:solidFill>
                <a:latin typeface="Franklin Gothic Book" panose="020B0503020102020204" pitchFamily="34" charset="0"/>
              </a:rPr>
              <a:pPr>
                <a:spcBef>
                  <a:spcPct val="0"/>
                </a:spcBef>
                <a:buClrTx/>
                <a:buSzTx/>
                <a:buFontTx/>
                <a:buNone/>
              </a:pPr>
              <a:t>59</a:t>
            </a:fld>
            <a:endParaRPr lang="en-ZA" altLang="en-US" sz="1400">
              <a:solidFill>
                <a:srgbClr val="FFFFFF"/>
              </a:solidFill>
              <a:latin typeface="Franklin Gothic Book" panose="020B0503020102020204" pitchFamily="34" charset="0"/>
            </a:endParaRPr>
          </a:p>
        </p:txBody>
      </p:sp>
      <p:pic>
        <p:nvPicPr>
          <p:cNvPr id="136196" name="Picture 2" descr="https://image1.slideserve.com/2204865/slide6-n.jpg">
            <a:extLst>
              <a:ext uri="{FF2B5EF4-FFF2-40B4-BE49-F238E27FC236}">
                <a16:creationId xmlns:a16="http://schemas.microsoft.com/office/drawing/2014/main" id="{F3D8CEA5-951A-4AFA-BCEB-FE8B10F275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404813"/>
            <a:ext cx="8497887" cy="568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Date Placeholder 1">
            <a:extLst>
              <a:ext uri="{FF2B5EF4-FFF2-40B4-BE49-F238E27FC236}">
                <a16:creationId xmlns:a16="http://schemas.microsoft.com/office/drawing/2014/main" id="{30B490BD-62E0-42B7-B136-BA30C92D9D3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D6B8A4A-AD9C-4264-9E6E-ED3D0BF50583}"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37218" name="Footer Placeholder 2">
            <a:extLst>
              <a:ext uri="{FF2B5EF4-FFF2-40B4-BE49-F238E27FC236}">
                <a16:creationId xmlns:a16="http://schemas.microsoft.com/office/drawing/2014/main" id="{CE126FF9-D982-4495-B41E-4348048092D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37219" name="Slide Number Placeholder 3">
            <a:extLst>
              <a:ext uri="{FF2B5EF4-FFF2-40B4-BE49-F238E27FC236}">
                <a16:creationId xmlns:a16="http://schemas.microsoft.com/office/drawing/2014/main" id="{CB388D5F-9FA5-48AB-9C9B-8845C568B3E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667094D-E9DB-4950-A525-1616E821B313}" type="slidenum">
              <a:rPr lang="en-ZA" altLang="en-US" sz="1400">
                <a:solidFill>
                  <a:srgbClr val="FFFFFF"/>
                </a:solidFill>
                <a:latin typeface="Franklin Gothic Book" panose="020B0503020102020204" pitchFamily="34" charset="0"/>
              </a:rPr>
              <a:pPr>
                <a:spcBef>
                  <a:spcPct val="0"/>
                </a:spcBef>
                <a:buClrTx/>
                <a:buSzTx/>
                <a:buFontTx/>
                <a:buNone/>
              </a:pPr>
              <a:t>60</a:t>
            </a:fld>
            <a:endParaRPr lang="en-ZA" altLang="en-US" sz="1400">
              <a:solidFill>
                <a:srgbClr val="FFFFFF"/>
              </a:solidFill>
              <a:latin typeface="Franklin Gothic Book" panose="020B0503020102020204" pitchFamily="34" charset="0"/>
            </a:endParaRPr>
          </a:p>
        </p:txBody>
      </p:sp>
      <p:sp>
        <p:nvSpPr>
          <p:cNvPr id="137220" name="AutoShape 2" descr="https://image1.slideserve.com/2204865/slide14-n.jpg">
            <a:extLst>
              <a:ext uri="{FF2B5EF4-FFF2-40B4-BE49-F238E27FC236}">
                <a16:creationId xmlns:a16="http://schemas.microsoft.com/office/drawing/2014/main" id="{943D5548-453F-495A-ACFD-14D9FD036A83}"/>
              </a:ext>
            </a:extLst>
          </p:cNvPr>
          <p:cNvSpPr>
            <a:spLocks noChangeAspect="1" noChangeArrowheads="1"/>
          </p:cNvSpPr>
          <p:nvPr/>
        </p:nvSpPr>
        <p:spPr bwMode="auto">
          <a:xfrm>
            <a:off x="1444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Calibri" panose="020F0502020204030204" pitchFamily="34" charset="0"/>
            </a:endParaRPr>
          </a:p>
        </p:txBody>
      </p:sp>
      <p:pic>
        <p:nvPicPr>
          <p:cNvPr id="137221" name="Picture 3">
            <a:extLst>
              <a:ext uri="{FF2B5EF4-FFF2-40B4-BE49-F238E27FC236}">
                <a16:creationId xmlns:a16="http://schemas.microsoft.com/office/drawing/2014/main" id="{3E1E79E4-29D0-465B-9747-BCA2C59E96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404813"/>
            <a:ext cx="7777162"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Date Placeholder 1">
            <a:extLst>
              <a:ext uri="{FF2B5EF4-FFF2-40B4-BE49-F238E27FC236}">
                <a16:creationId xmlns:a16="http://schemas.microsoft.com/office/drawing/2014/main" id="{03D21DD3-D5F7-4D0E-A73A-BEEF22FFA18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65EE022-5B46-4A9F-ADAC-638F759FFD30}"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38242" name="Footer Placeholder 2">
            <a:extLst>
              <a:ext uri="{FF2B5EF4-FFF2-40B4-BE49-F238E27FC236}">
                <a16:creationId xmlns:a16="http://schemas.microsoft.com/office/drawing/2014/main" id="{B31C579E-CE4F-455D-86FD-87E63B3AE54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38243" name="Slide Number Placeholder 3">
            <a:extLst>
              <a:ext uri="{FF2B5EF4-FFF2-40B4-BE49-F238E27FC236}">
                <a16:creationId xmlns:a16="http://schemas.microsoft.com/office/drawing/2014/main" id="{5CB63AFB-58A4-469A-A66E-4F4AC4FE0DC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FB4F8ED-55DC-4807-AC3D-2783375BF644}" type="slidenum">
              <a:rPr lang="en-ZA" altLang="en-US" sz="1400">
                <a:solidFill>
                  <a:srgbClr val="FFFFFF"/>
                </a:solidFill>
                <a:latin typeface="Franklin Gothic Book" panose="020B0503020102020204" pitchFamily="34" charset="0"/>
              </a:rPr>
              <a:pPr>
                <a:spcBef>
                  <a:spcPct val="0"/>
                </a:spcBef>
                <a:buClrTx/>
                <a:buSzTx/>
                <a:buFontTx/>
                <a:buNone/>
              </a:pPr>
              <a:t>61</a:t>
            </a:fld>
            <a:endParaRPr lang="en-ZA" altLang="en-US" sz="1400">
              <a:solidFill>
                <a:srgbClr val="FFFFFF"/>
              </a:solidFill>
              <a:latin typeface="Franklin Gothic Book" panose="020B0503020102020204" pitchFamily="34" charset="0"/>
            </a:endParaRPr>
          </a:p>
        </p:txBody>
      </p:sp>
      <p:sp>
        <p:nvSpPr>
          <p:cNvPr id="138244" name="AutoShape 2" descr="https://image1.slideserve.com/2204865/slide15-n.jpg">
            <a:extLst>
              <a:ext uri="{FF2B5EF4-FFF2-40B4-BE49-F238E27FC236}">
                <a16:creationId xmlns:a16="http://schemas.microsoft.com/office/drawing/2014/main" id="{B0E78F76-8811-478B-B078-44F126BB7355}"/>
              </a:ext>
            </a:extLst>
          </p:cNvPr>
          <p:cNvSpPr>
            <a:spLocks noChangeAspect="1" noChangeArrowheads="1"/>
          </p:cNvSpPr>
          <p:nvPr/>
        </p:nvSpPr>
        <p:spPr bwMode="auto">
          <a:xfrm>
            <a:off x="1444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Calibri" panose="020F0502020204030204" pitchFamily="34" charset="0"/>
            </a:endParaRPr>
          </a:p>
        </p:txBody>
      </p:sp>
      <p:pic>
        <p:nvPicPr>
          <p:cNvPr id="138245" name="Picture 3">
            <a:extLst>
              <a:ext uri="{FF2B5EF4-FFF2-40B4-BE49-F238E27FC236}">
                <a16:creationId xmlns:a16="http://schemas.microsoft.com/office/drawing/2014/main" id="{7C1D5D8B-5EB0-4267-A2E8-01EF57758B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58763"/>
            <a:ext cx="7991475" cy="599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B4AF3-C776-42BA-B514-C3C707844628}"/>
              </a:ext>
            </a:extLst>
          </p:cNvPr>
          <p:cNvSpPr>
            <a:spLocks noGrp="1"/>
          </p:cNvSpPr>
          <p:nvPr>
            <p:ph type="title"/>
          </p:nvPr>
        </p:nvSpPr>
        <p:spPr>
          <a:xfrm>
            <a:off x="301625" y="228600"/>
            <a:ext cx="8534400" cy="463550"/>
          </a:xfrm>
        </p:spPr>
        <p:txBody>
          <a:bodyPr>
            <a:noAutofit/>
          </a:bodyPr>
          <a:lstStyle/>
          <a:p>
            <a:pPr algn="ctr" eaLnBrk="1" fontAlgn="auto" hangingPunct="1">
              <a:spcAft>
                <a:spcPts val="0"/>
              </a:spcAft>
              <a:defRPr/>
            </a:pPr>
            <a:r>
              <a:rPr lang="en-US" sz="2400" b="1" dirty="0">
                <a:latin typeface="+mn-lt"/>
              </a:rPr>
              <a:t>MAXWELL’S EQUATIONS</a:t>
            </a:r>
          </a:p>
        </p:txBody>
      </p:sp>
      <p:sp>
        <p:nvSpPr>
          <p:cNvPr id="154626" name="Date Placeholder 2">
            <a:extLst>
              <a:ext uri="{FF2B5EF4-FFF2-40B4-BE49-F238E27FC236}">
                <a16:creationId xmlns:a16="http://schemas.microsoft.com/office/drawing/2014/main" id="{3C3065DF-09A5-4F98-98D6-BDEBDCDAF38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683EC23-1AB5-405C-A7D3-F30EF451CAEA}"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54627" name="Footer Placeholder 3">
            <a:extLst>
              <a:ext uri="{FF2B5EF4-FFF2-40B4-BE49-F238E27FC236}">
                <a16:creationId xmlns:a16="http://schemas.microsoft.com/office/drawing/2014/main" id="{50DD3596-B548-4C66-A108-E516ACFF8A8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54628" name="Slide Number Placeholder 4">
            <a:extLst>
              <a:ext uri="{FF2B5EF4-FFF2-40B4-BE49-F238E27FC236}">
                <a16:creationId xmlns:a16="http://schemas.microsoft.com/office/drawing/2014/main" id="{A33BD939-5733-4CAF-8336-3681F3F3BEE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54646D1-9991-4FC7-86F6-2FFA8E7279E6}" type="slidenum">
              <a:rPr lang="en-ZA" altLang="en-US" sz="1400">
                <a:solidFill>
                  <a:srgbClr val="FFFFFF"/>
                </a:solidFill>
                <a:latin typeface="Franklin Gothic Book" panose="020B0503020102020204" pitchFamily="34" charset="0"/>
              </a:rPr>
              <a:pPr>
                <a:spcBef>
                  <a:spcPct val="0"/>
                </a:spcBef>
                <a:buClrTx/>
                <a:buSzTx/>
                <a:buFontTx/>
                <a:buNone/>
              </a:pPr>
              <a:t>62</a:t>
            </a:fld>
            <a:endParaRPr lang="en-ZA" altLang="en-US" sz="1400">
              <a:solidFill>
                <a:srgbClr val="FFFFFF"/>
              </a:solidFill>
              <a:latin typeface="Franklin Gothic Book" panose="020B0503020102020204" pitchFamily="34" charset="0"/>
            </a:endParaRPr>
          </a:p>
        </p:txBody>
      </p:sp>
      <p:pic>
        <p:nvPicPr>
          <p:cNvPr id="154629" name="Picture 2">
            <a:extLst>
              <a:ext uri="{FF2B5EF4-FFF2-40B4-BE49-F238E27FC236}">
                <a16:creationId xmlns:a16="http://schemas.microsoft.com/office/drawing/2014/main" id="{534596F9-1134-4D91-B746-F36120FB1873}"/>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468313" y="709613"/>
            <a:ext cx="4679950" cy="2000250"/>
          </a:xfrm>
          <a:noFill/>
        </p:spPr>
      </p:pic>
      <p:pic>
        <p:nvPicPr>
          <p:cNvPr id="154630" name="Picture 4">
            <a:extLst>
              <a:ext uri="{FF2B5EF4-FFF2-40B4-BE49-F238E27FC236}">
                <a16:creationId xmlns:a16="http://schemas.microsoft.com/office/drawing/2014/main" id="{18251382-39DB-47DD-AB76-8711D3DBC8A4}"/>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23850" y="3573463"/>
            <a:ext cx="4038600" cy="2403475"/>
          </a:xfrm>
          <a:noFill/>
        </p:spPr>
      </p:pic>
      <p:pic>
        <p:nvPicPr>
          <p:cNvPr id="154631" name="Picture 3">
            <a:extLst>
              <a:ext uri="{FF2B5EF4-FFF2-40B4-BE49-F238E27FC236}">
                <a16:creationId xmlns:a16="http://schemas.microsoft.com/office/drawing/2014/main" id="{D3D4A93E-177B-470A-B89C-82AACD05FE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3068638"/>
            <a:ext cx="41910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632" name="Picture 5">
            <a:extLst>
              <a:ext uri="{FF2B5EF4-FFF2-40B4-BE49-F238E27FC236}">
                <a16:creationId xmlns:a16="http://schemas.microsoft.com/office/drawing/2014/main" id="{9EB5B8B1-2066-4DD7-BCB5-B41B76A890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2950" y="2636838"/>
            <a:ext cx="4411663"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4E1A6F44-3A67-46F6-8512-D6E3234B4579}"/>
              </a:ext>
            </a:extLst>
          </p:cNvPr>
          <p:cNvSpPr>
            <a:spLocks noGrp="1"/>
          </p:cNvSpPr>
          <p:nvPr>
            <p:ph type="title"/>
          </p:nvPr>
        </p:nvSpPr>
        <p:spPr>
          <a:xfrm>
            <a:off x="457200" y="274638"/>
            <a:ext cx="8229600" cy="417512"/>
          </a:xfrm>
        </p:spPr>
        <p:txBody>
          <a:bodyPr>
            <a:normAutofit fontScale="90000"/>
          </a:bodyPr>
          <a:lstStyle/>
          <a:p>
            <a:pPr eaLnBrk="1" fontAlgn="auto" hangingPunct="1">
              <a:spcAft>
                <a:spcPts val="0"/>
              </a:spcAft>
              <a:defRPr/>
            </a:pPr>
            <a:r>
              <a:rPr lang="en-US" dirty="0"/>
              <a:t>Example 4</a:t>
            </a:r>
          </a:p>
        </p:txBody>
      </p:sp>
      <p:sp>
        <p:nvSpPr>
          <p:cNvPr id="155650" name="Date Placeholder 3">
            <a:extLst>
              <a:ext uri="{FF2B5EF4-FFF2-40B4-BE49-F238E27FC236}">
                <a16:creationId xmlns:a16="http://schemas.microsoft.com/office/drawing/2014/main" id="{D0E47A1E-7A40-4896-8B24-06E5ADFE638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1F33287-D0E3-4C75-9191-0492449636E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55651" name="Footer Placeholder 4">
            <a:extLst>
              <a:ext uri="{FF2B5EF4-FFF2-40B4-BE49-F238E27FC236}">
                <a16:creationId xmlns:a16="http://schemas.microsoft.com/office/drawing/2014/main" id="{0A3DC396-E512-47F7-85A7-79C0F9B4A34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55652" name="Slide Number Placeholder 5">
            <a:extLst>
              <a:ext uri="{FF2B5EF4-FFF2-40B4-BE49-F238E27FC236}">
                <a16:creationId xmlns:a16="http://schemas.microsoft.com/office/drawing/2014/main" id="{3C65BDFA-3480-4B4D-AE8B-D2E4ACDA56E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45EBB15-8A47-4840-9630-A41C1F1AB888}" type="slidenum">
              <a:rPr lang="en-ZA" altLang="en-US" sz="1400">
                <a:solidFill>
                  <a:srgbClr val="FFFFFF"/>
                </a:solidFill>
                <a:latin typeface="Franklin Gothic Book" panose="020B0503020102020204" pitchFamily="34" charset="0"/>
              </a:rPr>
              <a:pPr>
                <a:spcBef>
                  <a:spcPct val="0"/>
                </a:spcBef>
                <a:buClrTx/>
                <a:buSzTx/>
                <a:buFontTx/>
                <a:buNone/>
              </a:pPr>
              <a:t>63</a:t>
            </a:fld>
            <a:endParaRPr lang="en-ZA" altLang="en-US" sz="1400">
              <a:solidFill>
                <a:srgbClr val="FFFFFF"/>
              </a:solidFill>
              <a:latin typeface="Franklin Gothic Book" panose="020B0503020102020204" pitchFamily="34" charset="0"/>
            </a:endParaRPr>
          </a:p>
        </p:txBody>
      </p:sp>
      <p:pic>
        <p:nvPicPr>
          <p:cNvPr id="155653" name="Picture 7">
            <a:extLst>
              <a:ext uri="{FF2B5EF4-FFF2-40B4-BE49-F238E27FC236}">
                <a16:creationId xmlns:a16="http://schemas.microsoft.com/office/drawing/2014/main" id="{E9B1152E-8815-4ACB-A8FA-778588BB2CBC}"/>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755650" y="981075"/>
            <a:ext cx="8064500" cy="5327650"/>
          </a:xfrm>
          <a:noFill/>
        </p:spPr>
      </p:pic>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Title 1">
            <a:extLst>
              <a:ext uri="{FF2B5EF4-FFF2-40B4-BE49-F238E27FC236}">
                <a16:creationId xmlns:a16="http://schemas.microsoft.com/office/drawing/2014/main" id="{156F4F6A-E23A-484D-BD01-66E376F4A056}"/>
              </a:ext>
            </a:extLst>
          </p:cNvPr>
          <p:cNvSpPr>
            <a:spLocks noGrp="1"/>
          </p:cNvSpPr>
          <p:nvPr>
            <p:ph type="title"/>
          </p:nvPr>
        </p:nvSpPr>
        <p:spPr/>
        <p:txBody>
          <a:bodyPr/>
          <a:lstStyle/>
          <a:p>
            <a:pPr eaLnBrk="1" hangingPunct="1"/>
            <a:r>
              <a:rPr lang="en-US" altLang="en-US"/>
              <a:t>Example 5</a:t>
            </a:r>
          </a:p>
        </p:txBody>
      </p:sp>
      <p:sp>
        <p:nvSpPr>
          <p:cNvPr id="156674" name="Date Placeholder 3">
            <a:extLst>
              <a:ext uri="{FF2B5EF4-FFF2-40B4-BE49-F238E27FC236}">
                <a16:creationId xmlns:a16="http://schemas.microsoft.com/office/drawing/2014/main" id="{7B4F539F-0480-4B30-B55D-7A324E4653E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646B6C7-306A-4A98-B764-04AA4425A89B}"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56675" name="Footer Placeholder 4">
            <a:extLst>
              <a:ext uri="{FF2B5EF4-FFF2-40B4-BE49-F238E27FC236}">
                <a16:creationId xmlns:a16="http://schemas.microsoft.com/office/drawing/2014/main" id="{077A8704-E8A7-42D2-AEA1-166BB4A3C15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56676" name="Slide Number Placeholder 5">
            <a:extLst>
              <a:ext uri="{FF2B5EF4-FFF2-40B4-BE49-F238E27FC236}">
                <a16:creationId xmlns:a16="http://schemas.microsoft.com/office/drawing/2014/main" id="{3CB116F2-4E33-4558-987C-CB71C42319B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AB5F448-47C6-4030-A2F6-27AC905DBB71}" type="slidenum">
              <a:rPr lang="en-ZA" altLang="en-US" sz="1400">
                <a:solidFill>
                  <a:srgbClr val="FFFFFF"/>
                </a:solidFill>
                <a:latin typeface="Franklin Gothic Book" panose="020B0503020102020204" pitchFamily="34" charset="0"/>
              </a:rPr>
              <a:pPr>
                <a:spcBef>
                  <a:spcPct val="0"/>
                </a:spcBef>
                <a:buClrTx/>
                <a:buSzTx/>
                <a:buFontTx/>
                <a:buNone/>
              </a:pPr>
              <a:t>64</a:t>
            </a:fld>
            <a:endParaRPr lang="en-ZA" altLang="en-US" sz="1400">
              <a:solidFill>
                <a:srgbClr val="FFFFFF"/>
              </a:solidFill>
              <a:latin typeface="Franklin Gothic Book" panose="020B0503020102020204" pitchFamily="34" charset="0"/>
            </a:endParaRPr>
          </a:p>
        </p:txBody>
      </p:sp>
      <p:sp>
        <p:nvSpPr>
          <p:cNvPr id="156677" name="Content Placeholder 7">
            <a:extLst>
              <a:ext uri="{FF2B5EF4-FFF2-40B4-BE49-F238E27FC236}">
                <a16:creationId xmlns:a16="http://schemas.microsoft.com/office/drawing/2014/main" id="{0551C26A-E93B-41D1-ACFB-10BE77C2E878}"/>
              </a:ext>
            </a:extLst>
          </p:cNvPr>
          <p:cNvSpPr>
            <a:spLocks noGrp="1"/>
          </p:cNvSpPr>
          <p:nvPr>
            <p:ph sz="quarter" idx="1"/>
          </p:nvPr>
        </p:nvSpPr>
        <p:spPr>
          <a:xfrm>
            <a:off x="395288" y="2060575"/>
            <a:ext cx="8229600" cy="2117725"/>
          </a:xfrm>
        </p:spPr>
        <p:txBody>
          <a:bodyPr/>
          <a:lstStyle/>
          <a:p>
            <a:pPr algn="just" eaLnBrk="1" hangingPunct="1">
              <a:buFont typeface="Arial" panose="020B0604020202020204" pitchFamily="34" charset="0"/>
              <a:buNone/>
            </a:pPr>
            <a:r>
              <a:rPr lang="en-US" altLang="en-US"/>
              <a:t>  A coil consists of </a:t>
            </a:r>
            <a:r>
              <a:rPr lang="en-US" altLang="en-US" b="1"/>
              <a:t>200 turns</a:t>
            </a:r>
            <a:r>
              <a:rPr lang="en-US" altLang="en-US"/>
              <a:t> of wire. Each turn is a square of side </a:t>
            </a:r>
            <a:r>
              <a:rPr lang="en-US" altLang="en-US" b="1" i="1"/>
              <a:t>d=</a:t>
            </a:r>
            <a:r>
              <a:rPr lang="en-US" altLang="en-US" b="1"/>
              <a:t> 18 cm</a:t>
            </a:r>
            <a:r>
              <a:rPr lang="en-US" altLang="en-US"/>
              <a:t>, and a uniform magnetic field directed perpendicular to the plane of the coil is turned on. If the field changes linearly from </a:t>
            </a:r>
            <a:r>
              <a:rPr lang="en-US" altLang="en-US" b="1"/>
              <a:t>0</a:t>
            </a:r>
            <a:r>
              <a:rPr lang="en-US" altLang="en-US"/>
              <a:t> to </a:t>
            </a:r>
            <a:r>
              <a:rPr lang="en-US" altLang="en-US" b="1"/>
              <a:t>0.50 T</a:t>
            </a:r>
            <a:r>
              <a:rPr lang="en-US" altLang="en-US"/>
              <a:t> in </a:t>
            </a:r>
            <a:r>
              <a:rPr lang="en-US" altLang="en-US" b="1"/>
              <a:t>0.80 s</a:t>
            </a:r>
            <a:r>
              <a:rPr lang="en-US" altLang="en-US"/>
              <a:t>, what is the magnitude of the induced </a:t>
            </a:r>
            <a:r>
              <a:rPr lang="en-US" altLang="en-US" b="1"/>
              <a:t>emf</a:t>
            </a:r>
            <a:r>
              <a:rPr lang="en-US" altLang="en-US"/>
              <a:t> in the coil while the field is changing?</a:t>
            </a:r>
          </a:p>
          <a:p>
            <a:pPr eaLnBrk="1" hangingPunct="1">
              <a:buFont typeface="Arial" panose="020B0604020202020204" pitchFamily="34" charset="0"/>
              <a:buNone/>
            </a:pPr>
            <a:endParaRPr lang="en-US" altLang="en-US"/>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a:extLst>
              <a:ext uri="{FF2B5EF4-FFF2-40B4-BE49-F238E27FC236}">
                <a16:creationId xmlns:a16="http://schemas.microsoft.com/office/drawing/2014/main" id="{A2960891-76F4-438F-ACB7-FBB42D8E783F}"/>
              </a:ext>
            </a:extLst>
          </p:cNvPr>
          <p:cNvSpPr>
            <a:spLocks noGrp="1"/>
          </p:cNvSpPr>
          <p:nvPr>
            <p:ph type="title"/>
          </p:nvPr>
        </p:nvSpPr>
        <p:spPr>
          <a:xfrm>
            <a:off x="457200" y="274638"/>
            <a:ext cx="8229600" cy="850900"/>
          </a:xfrm>
        </p:spPr>
        <p:txBody>
          <a:bodyPr/>
          <a:lstStyle/>
          <a:p>
            <a:pPr algn="ctr" eaLnBrk="1" hangingPunct="1"/>
            <a:r>
              <a:rPr lang="en-US" altLang="en-US" b="1"/>
              <a:t>QUIZ 2</a:t>
            </a:r>
          </a:p>
        </p:txBody>
      </p:sp>
      <p:sp>
        <p:nvSpPr>
          <p:cNvPr id="157698" name="Date Placeholder 3">
            <a:extLst>
              <a:ext uri="{FF2B5EF4-FFF2-40B4-BE49-F238E27FC236}">
                <a16:creationId xmlns:a16="http://schemas.microsoft.com/office/drawing/2014/main" id="{5DF0F331-DF4F-43B2-8B3A-D12FAB4F317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0D40E87-64D1-4EB2-BF66-BA003EC0B544}"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57699" name="Footer Placeholder 4">
            <a:extLst>
              <a:ext uri="{FF2B5EF4-FFF2-40B4-BE49-F238E27FC236}">
                <a16:creationId xmlns:a16="http://schemas.microsoft.com/office/drawing/2014/main" id="{902D1D88-3D51-49C8-A138-EEE794E9688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57700" name="Slide Number Placeholder 5">
            <a:extLst>
              <a:ext uri="{FF2B5EF4-FFF2-40B4-BE49-F238E27FC236}">
                <a16:creationId xmlns:a16="http://schemas.microsoft.com/office/drawing/2014/main" id="{2AC13872-469F-4557-B07F-40E561C0885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59E26BA-71B4-4CD3-A260-BEF6B2FF903B}" type="slidenum">
              <a:rPr lang="en-ZA" altLang="en-US" sz="1400">
                <a:solidFill>
                  <a:srgbClr val="FFFFFF"/>
                </a:solidFill>
                <a:latin typeface="Franklin Gothic Book" panose="020B0503020102020204" pitchFamily="34" charset="0"/>
              </a:rPr>
              <a:pPr>
                <a:spcBef>
                  <a:spcPct val="0"/>
                </a:spcBef>
                <a:buClrTx/>
                <a:buSzTx/>
                <a:buFontTx/>
                <a:buNone/>
              </a:pPr>
              <a:t>65</a:t>
            </a:fld>
            <a:endParaRPr lang="en-ZA" altLang="en-US" sz="1400">
              <a:solidFill>
                <a:srgbClr val="FFFFFF"/>
              </a:solidFill>
              <a:latin typeface="Franklin Gothic Book" panose="020B0503020102020204" pitchFamily="34" charset="0"/>
            </a:endParaRPr>
          </a:p>
        </p:txBody>
      </p:sp>
      <p:pic>
        <p:nvPicPr>
          <p:cNvPr id="157701" name="Picture 2">
            <a:extLst>
              <a:ext uri="{FF2B5EF4-FFF2-40B4-BE49-F238E27FC236}">
                <a16:creationId xmlns:a16="http://schemas.microsoft.com/office/drawing/2014/main" id="{A1185E43-4574-44E3-A997-7369DB3D1E69}"/>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750888" y="1347788"/>
            <a:ext cx="8069262" cy="4778375"/>
          </a:xfrm>
          <a:noFill/>
        </p:spPr>
      </p:pic>
      <p:pic>
        <p:nvPicPr>
          <p:cNvPr id="157702" name="Picture 3">
            <a:extLst>
              <a:ext uri="{FF2B5EF4-FFF2-40B4-BE49-F238E27FC236}">
                <a16:creationId xmlns:a16="http://schemas.microsoft.com/office/drawing/2014/main" id="{E8CC5326-91A6-46F1-A66D-28E76C9FC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284538"/>
            <a:ext cx="2819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Title 1">
            <a:extLst>
              <a:ext uri="{FF2B5EF4-FFF2-40B4-BE49-F238E27FC236}">
                <a16:creationId xmlns:a16="http://schemas.microsoft.com/office/drawing/2014/main" id="{B0FDBF50-95FA-4EE7-987B-AEDB6B29D040}"/>
              </a:ext>
            </a:extLst>
          </p:cNvPr>
          <p:cNvSpPr>
            <a:spLocks noGrp="1"/>
          </p:cNvSpPr>
          <p:nvPr>
            <p:ph type="title"/>
          </p:nvPr>
        </p:nvSpPr>
        <p:spPr/>
        <p:txBody>
          <a:bodyPr/>
          <a:lstStyle/>
          <a:p>
            <a:pPr eaLnBrk="1" hangingPunct="1"/>
            <a:r>
              <a:rPr lang="en-US" altLang="en-US"/>
              <a:t>Example 6</a:t>
            </a:r>
          </a:p>
        </p:txBody>
      </p:sp>
      <p:sp>
        <p:nvSpPr>
          <p:cNvPr id="158722" name="Date Placeholder 3">
            <a:extLst>
              <a:ext uri="{FF2B5EF4-FFF2-40B4-BE49-F238E27FC236}">
                <a16:creationId xmlns:a16="http://schemas.microsoft.com/office/drawing/2014/main" id="{335FFFBB-6E0D-4C98-B41F-F5B5E21A995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ECFC4AC-7792-414E-839C-46F64E0E4EDE}"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58723" name="Footer Placeholder 4">
            <a:extLst>
              <a:ext uri="{FF2B5EF4-FFF2-40B4-BE49-F238E27FC236}">
                <a16:creationId xmlns:a16="http://schemas.microsoft.com/office/drawing/2014/main" id="{BB546BFA-89E8-4ED3-B814-C59CD690710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58724" name="Slide Number Placeholder 5">
            <a:extLst>
              <a:ext uri="{FF2B5EF4-FFF2-40B4-BE49-F238E27FC236}">
                <a16:creationId xmlns:a16="http://schemas.microsoft.com/office/drawing/2014/main" id="{A6045B36-31EB-4401-BB72-9AD12ECF126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411CB5B-BCC9-4AF0-B94F-BAF8026DDB5A}" type="slidenum">
              <a:rPr lang="en-ZA" altLang="en-US" sz="1400">
                <a:solidFill>
                  <a:srgbClr val="FFFFFF"/>
                </a:solidFill>
                <a:latin typeface="Franklin Gothic Book" panose="020B0503020102020204" pitchFamily="34" charset="0"/>
              </a:rPr>
              <a:pPr>
                <a:spcBef>
                  <a:spcPct val="0"/>
                </a:spcBef>
                <a:buClrTx/>
                <a:buSzTx/>
                <a:buFontTx/>
                <a:buNone/>
              </a:pPr>
              <a:t>66</a:t>
            </a:fld>
            <a:endParaRPr lang="en-ZA" altLang="en-US" sz="1400">
              <a:solidFill>
                <a:srgbClr val="FFFFFF"/>
              </a:solidFill>
              <a:latin typeface="Franklin Gothic Book" panose="020B0503020102020204" pitchFamily="34" charset="0"/>
            </a:endParaRPr>
          </a:p>
        </p:txBody>
      </p:sp>
      <p:pic>
        <p:nvPicPr>
          <p:cNvPr id="158725" name="Picture 3">
            <a:extLst>
              <a:ext uri="{FF2B5EF4-FFF2-40B4-BE49-F238E27FC236}">
                <a16:creationId xmlns:a16="http://schemas.microsoft.com/office/drawing/2014/main" id="{9D56EE72-8CFA-411D-AD67-29A08F8A4725}"/>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50825" y="1454150"/>
            <a:ext cx="8497888" cy="4419600"/>
          </a:xfrm>
          <a:noFill/>
        </p:spPr>
      </p:pic>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Title 1">
            <a:extLst>
              <a:ext uri="{FF2B5EF4-FFF2-40B4-BE49-F238E27FC236}">
                <a16:creationId xmlns:a16="http://schemas.microsoft.com/office/drawing/2014/main" id="{4D535551-9C69-40E4-AB84-8BBF7243B170}"/>
              </a:ext>
            </a:extLst>
          </p:cNvPr>
          <p:cNvSpPr>
            <a:spLocks noGrp="1"/>
          </p:cNvSpPr>
          <p:nvPr>
            <p:ph type="title"/>
          </p:nvPr>
        </p:nvSpPr>
        <p:spPr/>
        <p:txBody>
          <a:bodyPr/>
          <a:lstStyle/>
          <a:p>
            <a:pPr eaLnBrk="1" hangingPunct="1"/>
            <a:r>
              <a:rPr lang="en-US" altLang="en-US"/>
              <a:t>Exercise1</a:t>
            </a:r>
          </a:p>
        </p:txBody>
      </p:sp>
      <p:sp>
        <p:nvSpPr>
          <p:cNvPr id="159746" name="Date Placeholder 3">
            <a:extLst>
              <a:ext uri="{FF2B5EF4-FFF2-40B4-BE49-F238E27FC236}">
                <a16:creationId xmlns:a16="http://schemas.microsoft.com/office/drawing/2014/main" id="{EBDEDF91-EB17-40BE-9DBF-D014A2E0ADF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7774212-55F6-4396-8B26-3E0EA1D85FF8}"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59747" name="Footer Placeholder 4">
            <a:extLst>
              <a:ext uri="{FF2B5EF4-FFF2-40B4-BE49-F238E27FC236}">
                <a16:creationId xmlns:a16="http://schemas.microsoft.com/office/drawing/2014/main" id="{C0AAACB8-FCA3-4D72-A323-5EE9C42F7AF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59748" name="Slide Number Placeholder 5">
            <a:extLst>
              <a:ext uri="{FF2B5EF4-FFF2-40B4-BE49-F238E27FC236}">
                <a16:creationId xmlns:a16="http://schemas.microsoft.com/office/drawing/2014/main" id="{C9389E7B-794B-4AD5-B45D-BBAA340BFEB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6DD0FD6-1FFE-47B0-901D-F4F0F45C4E9A}" type="slidenum">
              <a:rPr lang="en-ZA" altLang="en-US" sz="1400">
                <a:solidFill>
                  <a:srgbClr val="FFFFFF"/>
                </a:solidFill>
                <a:latin typeface="Franklin Gothic Book" panose="020B0503020102020204" pitchFamily="34" charset="0"/>
              </a:rPr>
              <a:pPr>
                <a:spcBef>
                  <a:spcPct val="0"/>
                </a:spcBef>
                <a:buClrTx/>
                <a:buSzTx/>
                <a:buFontTx/>
                <a:buNone/>
              </a:pPr>
              <a:t>67</a:t>
            </a:fld>
            <a:endParaRPr lang="en-ZA" altLang="en-US" sz="1400">
              <a:solidFill>
                <a:srgbClr val="FFFFFF"/>
              </a:solidFill>
              <a:latin typeface="Franklin Gothic Book" panose="020B0503020102020204" pitchFamily="34" charset="0"/>
            </a:endParaRPr>
          </a:p>
        </p:txBody>
      </p:sp>
      <p:pic>
        <p:nvPicPr>
          <p:cNvPr id="159749" name="Picture 2">
            <a:extLst>
              <a:ext uri="{FF2B5EF4-FFF2-40B4-BE49-F238E27FC236}">
                <a16:creationId xmlns:a16="http://schemas.microsoft.com/office/drawing/2014/main" id="{92E30BA1-11CF-406A-A251-D0E9455C49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628775"/>
            <a:ext cx="8713788"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Title 1">
            <a:extLst>
              <a:ext uri="{FF2B5EF4-FFF2-40B4-BE49-F238E27FC236}">
                <a16:creationId xmlns:a16="http://schemas.microsoft.com/office/drawing/2014/main" id="{1F8900F4-AA22-4BE3-A5B9-97AF0657C03D}"/>
              </a:ext>
            </a:extLst>
          </p:cNvPr>
          <p:cNvSpPr>
            <a:spLocks noGrp="1"/>
          </p:cNvSpPr>
          <p:nvPr>
            <p:ph type="title"/>
          </p:nvPr>
        </p:nvSpPr>
        <p:spPr/>
        <p:txBody>
          <a:bodyPr/>
          <a:lstStyle/>
          <a:p>
            <a:pPr eaLnBrk="1" hangingPunct="1"/>
            <a:r>
              <a:rPr lang="en-US" altLang="en-US"/>
              <a:t>Exercise2</a:t>
            </a:r>
          </a:p>
        </p:txBody>
      </p:sp>
      <p:sp>
        <p:nvSpPr>
          <p:cNvPr id="160770" name="Date Placeholder 3">
            <a:extLst>
              <a:ext uri="{FF2B5EF4-FFF2-40B4-BE49-F238E27FC236}">
                <a16:creationId xmlns:a16="http://schemas.microsoft.com/office/drawing/2014/main" id="{A4F279DE-E175-4B69-A8A4-42DA3713C6B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8A8E678-0895-4AD0-85E5-8B31E5C4616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60771" name="Footer Placeholder 4">
            <a:extLst>
              <a:ext uri="{FF2B5EF4-FFF2-40B4-BE49-F238E27FC236}">
                <a16:creationId xmlns:a16="http://schemas.microsoft.com/office/drawing/2014/main" id="{C8A5EAFD-FE39-4170-A811-486C4DA9121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60772" name="Slide Number Placeholder 5">
            <a:extLst>
              <a:ext uri="{FF2B5EF4-FFF2-40B4-BE49-F238E27FC236}">
                <a16:creationId xmlns:a16="http://schemas.microsoft.com/office/drawing/2014/main" id="{9B324132-026F-474C-ADA1-AD980E52C0C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F09D2A6-C418-4023-A1A2-FD6EB8BB24BF}" type="slidenum">
              <a:rPr lang="en-ZA" altLang="en-US" sz="1400">
                <a:solidFill>
                  <a:srgbClr val="FFFFFF"/>
                </a:solidFill>
                <a:latin typeface="Franklin Gothic Book" panose="020B0503020102020204" pitchFamily="34" charset="0"/>
              </a:rPr>
              <a:pPr>
                <a:spcBef>
                  <a:spcPct val="0"/>
                </a:spcBef>
                <a:buClrTx/>
                <a:buSzTx/>
                <a:buFontTx/>
                <a:buNone/>
              </a:pPr>
              <a:t>68</a:t>
            </a:fld>
            <a:endParaRPr lang="en-ZA" altLang="en-US" sz="1400">
              <a:solidFill>
                <a:srgbClr val="FFFFFF"/>
              </a:solidFill>
              <a:latin typeface="Franklin Gothic Book" panose="020B0503020102020204" pitchFamily="34" charset="0"/>
            </a:endParaRPr>
          </a:p>
        </p:txBody>
      </p:sp>
      <p:pic>
        <p:nvPicPr>
          <p:cNvPr id="160773" name="Picture 2">
            <a:extLst>
              <a:ext uri="{FF2B5EF4-FFF2-40B4-BE49-F238E27FC236}">
                <a16:creationId xmlns:a16="http://schemas.microsoft.com/office/drawing/2014/main" id="{89555F1B-3E30-4D72-8422-981E4A703A3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79388" y="2133600"/>
            <a:ext cx="8713787" cy="1582738"/>
          </a:xfrm>
          <a:noFill/>
        </p:spPr>
      </p:pic>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Title 1">
            <a:extLst>
              <a:ext uri="{FF2B5EF4-FFF2-40B4-BE49-F238E27FC236}">
                <a16:creationId xmlns:a16="http://schemas.microsoft.com/office/drawing/2014/main" id="{6415309E-4364-44C5-A149-C5D2E7411E78}"/>
              </a:ext>
            </a:extLst>
          </p:cNvPr>
          <p:cNvSpPr>
            <a:spLocks noGrp="1"/>
          </p:cNvSpPr>
          <p:nvPr>
            <p:ph type="title"/>
          </p:nvPr>
        </p:nvSpPr>
        <p:spPr/>
        <p:txBody>
          <a:bodyPr/>
          <a:lstStyle/>
          <a:p>
            <a:pPr eaLnBrk="1" hangingPunct="1"/>
            <a:r>
              <a:rPr lang="en-US" altLang="en-US"/>
              <a:t>Exercise3</a:t>
            </a:r>
          </a:p>
        </p:txBody>
      </p:sp>
      <p:sp>
        <p:nvSpPr>
          <p:cNvPr id="161794" name="Date Placeholder 3">
            <a:extLst>
              <a:ext uri="{FF2B5EF4-FFF2-40B4-BE49-F238E27FC236}">
                <a16:creationId xmlns:a16="http://schemas.microsoft.com/office/drawing/2014/main" id="{F1DEDE51-814F-4E5D-B44A-A79E41065D0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702C7AA-EF94-439E-B44D-0DB9CFAAA54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61795" name="Footer Placeholder 4">
            <a:extLst>
              <a:ext uri="{FF2B5EF4-FFF2-40B4-BE49-F238E27FC236}">
                <a16:creationId xmlns:a16="http://schemas.microsoft.com/office/drawing/2014/main" id="{0D31D636-07CF-4565-83E6-314241E2BA4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61796" name="Slide Number Placeholder 5">
            <a:extLst>
              <a:ext uri="{FF2B5EF4-FFF2-40B4-BE49-F238E27FC236}">
                <a16:creationId xmlns:a16="http://schemas.microsoft.com/office/drawing/2014/main" id="{21CC34A5-1FB4-4043-ADAD-F415397C377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F7EEE50-ACBE-4FD0-9FCC-17B99F0F71C6}" type="slidenum">
              <a:rPr lang="en-ZA" altLang="en-US" sz="1400">
                <a:solidFill>
                  <a:srgbClr val="FFFFFF"/>
                </a:solidFill>
                <a:latin typeface="Franklin Gothic Book" panose="020B0503020102020204" pitchFamily="34" charset="0"/>
              </a:rPr>
              <a:pPr>
                <a:spcBef>
                  <a:spcPct val="0"/>
                </a:spcBef>
                <a:buClrTx/>
                <a:buSzTx/>
                <a:buFontTx/>
                <a:buNone/>
              </a:pPr>
              <a:t>69</a:t>
            </a:fld>
            <a:endParaRPr lang="en-ZA" altLang="en-US" sz="1400">
              <a:solidFill>
                <a:srgbClr val="FFFFFF"/>
              </a:solidFill>
              <a:latin typeface="Franklin Gothic Book" panose="020B0503020102020204" pitchFamily="34" charset="0"/>
            </a:endParaRPr>
          </a:p>
        </p:txBody>
      </p:sp>
      <p:pic>
        <p:nvPicPr>
          <p:cNvPr id="161797" name="Picture 2">
            <a:extLst>
              <a:ext uri="{FF2B5EF4-FFF2-40B4-BE49-F238E27FC236}">
                <a16:creationId xmlns:a16="http://schemas.microsoft.com/office/drawing/2014/main" id="{A3C9E035-0A23-4509-8689-FD120D3DEAD1}"/>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79388" y="2781300"/>
            <a:ext cx="8785225" cy="1943100"/>
          </a:xfrm>
          <a:noFill/>
        </p:spPr>
      </p:pic>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Title 1">
            <a:extLst>
              <a:ext uri="{FF2B5EF4-FFF2-40B4-BE49-F238E27FC236}">
                <a16:creationId xmlns:a16="http://schemas.microsoft.com/office/drawing/2014/main" id="{B43C00DC-0133-4420-A6D6-3570A554BB9A}"/>
              </a:ext>
            </a:extLst>
          </p:cNvPr>
          <p:cNvSpPr>
            <a:spLocks noGrp="1"/>
          </p:cNvSpPr>
          <p:nvPr>
            <p:ph type="title"/>
          </p:nvPr>
        </p:nvSpPr>
        <p:spPr/>
        <p:txBody>
          <a:bodyPr/>
          <a:lstStyle/>
          <a:p>
            <a:pPr eaLnBrk="1" hangingPunct="1"/>
            <a:r>
              <a:rPr lang="en-US" altLang="en-US"/>
              <a:t>Exercise4</a:t>
            </a:r>
          </a:p>
        </p:txBody>
      </p:sp>
      <p:sp>
        <p:nvSpPr>
          <p:cNvPr id="162818" name="Date Placeholder 3">
            <a:extLst>
              <a:ext uri="{FF2B5EF4-FFF2-40B4-BE49-F238E27FC236}">
                <a16:creationId xmlns:a16="http://schemas.microsoft.com/office/drawing/2014/main" id="{DD320423-2EAA-4A2E-BAF3-97E7FCA99CC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045ADF6-BC3A-47F3-995E-2D0F57441B16}"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62819" name="Footer Placeholder 4">
            <a:extLst>
              <a:ext uri="{FF2B5EF4-FFF2-40B4-BE49-F238E27FC236}">
                <a16:creationId xmlns:a16="http://schemas.microsoft.com/office/drawing/2014/main" id="{98ED7038-48D4-4955-90C1-74ACCD17A64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62820" name="Slide Number Placeholder 5">
            <a:extLst>
              <a:ext uri="{FF2B5EF4-FFF2-40B4-BE49-F238E27FC236}">
                <a16:creationId xmlns:a16="http://schemas.microsoft.com/office/drawing/2014/main" id="{5CD79AFC-2A56-422F-B81A-F2CCEB3C1DB3}"/>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6E6A44D-612D-4AF7-9183-2DE860ED5634}" type="slidenum">
              <a:rPr lang="en-ZA" altLang="en-US" sz="1400">
                <a:solidFill>
                  <a:srgbClr val="FFFFFF"/>
                </a:solidFill>
                <a:latin typeface="Franklin Gothic Book" panose="020B0503020102020204" pitchFamily="34" charset="0"/>
              </a:rPr>
              <a:pPr>
                <a:spcBef>
                  <a:spcPct val="0"/>
                </a:spcBef>
                <a:buClrTx/>
                <a:buSzTx/>
                <a:buFontTx/>
                <a:buNone/>
              </a:pPr>
              <a:t>70</a:t>
            </a:fld>
            <a:endParaRPr lang="en-ZA" altLang="en-US" sz="1400">
              <a:solidFill>
                <a:srgbClr val="FFFFFF"/>
              </a:solidFill>
              <a:latin typeface="Franklin Gothic Book" panose="020B0503020102020204" pitchFamily="34" charset="0"/>
            </a:endParaRPr>
          </a:p>
        </p:txBody>
      </p:sp>
      <p:pic>
        <p:nvPicPr>
          <p:cNvPr id="162821" name="Picture 2">
            <a:extLst>
              <a:ext uri="{FF2B5EF4-FFF2-40B4-BE49-F238E27FC236}">
                <a16:creationId xmlns:a16="http://schemas.microsoft.com/office/drawing/2014/main" id="{2B9D5176-959B-4ABD-8E44-9BAEE4C9E999}"/>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14313" y="2276475"/>
            <a:ext cx="8750300" cy="2809875"/>
          </a:xfrm>
          <a:noFill/>
        </p:spPr>
      </p:pic>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Title 1">
            <a:extLst>
              <a:ext uri="{FF2B5EF4-FFF2-40B4-BE49-F238E27FC236}">
                <a16:creationId xmlns:a16="http://schemas.microsoft.com/office/drawing/2014/main" id="{6F77EF16-6FF2-4A5B-AEAF-918055CB7448}"/>
              </a:ext>
            </a:extLst>
          </p:cNvPr>
          <p:cNvSpPr>
            <a:spLocks noGrp="1"/>
          </p:cNvSpPr>
          <p:nvPr>
            <p:ph type="title"/>
          </p:nvPr>
        </p:nvSpPr>
        <p:spPr/>
        <p:txBody>
          <a:bodyPr/>
          <a:lstStyle/>
          <a:p>
            <a:pPr eaLnBrk="1" hangingPunct="1"/>
            <a:r>
              <a:rPr lang="en-US" altLang="en-US"/>
              <a:t>Exercise5</a:t>
            </a:r>
          </a:p>
        </p:txBody>
      </p:sp>
      <p:sp>
        <p:nvSpPr>
          <p:cNvPr id="163842" name="Date Placeholder 3">
            <a:extLst>
              <a:ext uri="{FF2B5EF4-FFF2-40B4-BE49-F238E27FC236}">
                <a16:creationId xmlns:a16="http://schemas.microsoft.com/office/drawing/2014/main" id="{1FB81911-110D-4011-A29D-088C414AE37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5D8D37E-473D-4D7C-8D8D-9AC54BD3C211}"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63843" name="Footer Placeholder 4">
            <a:extLst>
              <a:ext uri="{FF2B5EF4-FFF2-40B4-BE49-F238E27FC236}">
                <a16:creationId xmlns:a16="http://schemas.microsoft.com/office/drawing/2014/main" id="{13026FF5-2C3A-4647-BED4-7DF793DE47F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63844" name="Slide Number Placeholder 5">
            <a:extLst>
              <a:ext uri="{FF2B5EF4-FFF2-40B4-BE49-F238E27FC236}">
                <a16:creationId xmlns:a16="http://schemas.microsoft.com/office/drawing/2014/main" id="{C2E5059A-E22F-499B-B9FF-E6F977967A9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BBD9A4A-D866-4AE1-9D6C-FB0B885FD1FB}" type="slidenum">
              <a:rPr lang="en-ZA" altLang="en-US" sz="1400">
                <a:solidFill>
                  <a:srgbClr val="FFFFFF"/>
                </a:solidFill>
                <a:latin typeface="Franklin Gothic Book" panose="020B0503020102020204" pitchFamily="34" charset="0"/>
              </a:rPr>
              <a:pPr>
                <a:spcBef>
                  <a:spcPct val="0"/>
                </a:spcBef>
                <a:buClrTx/>
                <a:buSzTx/>
                <a:buFontTx/>
                <a:buNone/>
              </a:pPr>
              <a:t>71</a:t>
            </a:fld>
            <a:endParaRPr lang="en-ZA" altLang="en-US" sz="1400">
              <a:solidFill>
                <a:srgbClr val="FFFFFF"/>
              </a:solidFill>
              <a:latin typeface="Franklin Gothic Book" panose="020B0503020102020204" pitchFamily="34" charset="0"/>
            </a:endParaRPr>
          </a:p>
        </p:txBody>
      </p:sp>
      <p:pic>
        <p:nvPicPr>
          <p:cNvPr id="163845" name="Picture 2">
            <a:extLst>
              <a:ext uri="{FF2B5EF4-FFF2-40B4-BE49-F238E27FC236}">
                <a16:creationId xmlns:a16="http://schemas.microsoft.com/office/drawing/2014/main" id="{89CEC3C0-6AF0-4885-9C45-E3BA5809376F}"/>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50825" y="2997200"/>
            <a:ext cx="8642350" cy="1439863"/>
          </a:xfrm>
          <a:noFill/>
        </p:spPr>
      </p:pic>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57C37FE8-7274-4116-A9C2-5EA9AF3A3FFD}"/>
              </a:ext>
            </a:extLst>
          </p:cNvPr>
          <p:cNvSpPr>
            <a:spLocks noGrp="1"/>
          </p:cNvSpPr>
          <p:nvPr>
            <p:ph type="title"/>
          </p:nvPr>
        </p:nvSpPr>
        <p:spPr>
          <a:xfrm>
            <a:off x="2124075" y="2349500"/>
            <a:ext cx="5111750" cy="1079500"/>
          </a:xfrm>
        </p:spPr>
        <p:txBody>
          <a:bodyPr>
            <a:normAutofit fontScale="90000"/>
          </a:bodyPr>
          <a:lstStyle/>
          <a:p>
            <a:pPr eaLnBrk="1" fontAlgn="auto" hangingPunct="1">
              <a:spcAft>
                <a:spcPts val="0"/>
              </a:spcAft>
              <a:defRPr/>
            </a:pPr>
            <a:r>
              <a:rPr lang="en-US" b="1" i="1" dirty="0">
                <a:solidFill>
                  <a:srgbClr val="00B050"/>
                </a:solidFill>
                <a:latin typeface="Aparajita" pitchFamily="34" charset="0"/>
                <a:cs typeface="Aparajita" pitchFamily="34" charset="0"/>
              </a:rPr>
              <a:t>END OF THE MODULE, </a:t>
            </a:r>
            <a:br>
              <a:rPr lang="en-US" b="1" i="1" dirty="0">
                <a:solidFill>
                  <a:srgbClr val="00B050"/>
                </a:solidFill>
              </a:rPr>
            </a:br>
            <a:r>
              <a:rPr lang="en-US" b="1" i="1" dirty="0">
                <a:solidFill>
                  <a:srgbClr val="00B050"/>
                </a:solidFill>
                <a:latin typeface="Aparajita" pitchFamily="34" charset="0"/>
                <a:cs typeface="Aparajita" pitchFamily="34" charset="0"/>
              </a:rPr>
              <a:t>Good Luck In Your Exams</a:t>
            </a:r>
          </a:p>
        </p:txBody>
      </p:sp>
      <p:sp>
        <p:nvSpPr>
          <p:cNvPr id="164866" name="Date Placeholder 3">
            <a:extLst>
              <a:ext uri="{FF2B5EF4-FFF2-40B4-BE49-F238E27FC236}">
                <a16:creationId xmlns:a16="http://schemas.microsoft.com/office/drawing/2014/main" id="{B090EF6A-9648-4679-965F-D364F3D96D8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E4B8AD3-A2B4-43F5-9153-CC61ABF16AF5}" type="datetime9">
              <a:rPr lang="en-US" altLang="en-US"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3/6/2026 12:46:19 AM</a:t>
            </a:fld>
            <a:endParaRPr lang="en-ZA" altLang="en-US" sz="1400">
              <a:solidFill>
                <a:schemeClr val="tx2"/>
              </a:solidFill>
              <a:latin typeface="Calibri" panose="020F0502020204030204" pitchFamily="34" charset="0"/>
              <a:cs typeface="Arial" panose="020B0604020202020204" pitchFamily="34" charset="0"/>
            </a:endParaRPr>
          </a:p>
        </p:txBody>
      </p:sp>
      <p:sp>
        <p:nvSpPr>
          <p:cNvPr id="164867" name="Footer Placeholder 4">
            <a:extLst>
              <a:ext uri="{FF2B5EF4-FFF2-40B4-BE49-F238E27FC236}">
                <a16:creationId xmlns:a16="http://schemas.microsoft.com/office/drawing/2014/main" id="{35863BEA-09A5-445F-ADBF-EDBC3AEA5B0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fr-FR" altLang="en-US" sz="1400" dirty="0">
                <a:solidFill>
                  <a:schemeClr val="tx2"/>
                </a:solidFill>
                <a:latin typeface="Calibri" panose="020F0502020204030204" pitchFamily="34" charset="0"/>
                <a:cs typeface="Arial" panose="020B0604020202020204" pitchFamily="34" charset="0"/>
              </a:rPr>
              <a:t>Dr Jean de Dieu NIYONZIMA</a:t>
            </a:r>
            <a:endParaRPr lang="en-ZA" altLang="en-US" sz="1400" dirty="0">
              <a:solidFill>
                <a:schemeClr val="tx2"/>
              </a:solidFill>
              <a:latin typeface="Calibri" panose="020F0502020204030204" pitchFamily="34" charset="0"/>
              <a:cs typeface="Arial" panose="020B0604020202020204" pitchFamily="34" charset="0"/>
            </a:endParaRPr>
          </a:p>
        </p:txBody>
      </p:sp>
      <p:sp>
        <p:nvSpPr>
          <p:cNvPr id="164868" name="Slide Number Placeholder 5">
            <a:extLst>
              <a:ext uri="{FF2B5EF4-FFF2-40B4-BE49-F238E27FC236}">
                <a16:creationId xmlns:a16="http://schemas.microsoft.com/office/drawing/2014/main" id="{413EF7C1-6067-4222-B9E5-30D9FF7FE0A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2A2AA42-C653-447C-989D-9489219090CC}" type="slidenum">
              <a:rPr lang="en-ZA" altLang="en-US" sz="1400">
                <a:solidFill>
                  <a:srgbClr val="FFFFFF"/>
                </a:solidFill>
                <a:latin typeface="Franklin Gothic Book" panose="020B0503020102020204" pitchFamily="34" charset="0"/>
              </a:rPr>
              <a:pPr>
                <a:spcBef>
                  <a:spcPct val="0"/>
                </a:spcBef>
                <a:buClrTx/>
                <a:buSzTx/>
                <a:buFontTx/>
                <a:buNone/>
              </a:pPr>
              <a:t>72</a:t>
            </a:fld>
            <a:endParaRPr lang="en-ZA" altLang="en-US" sz="1400">
              <a:solidFill>
                <a:srgbClr val="FFFFFF"/>
              </a:solidFill>
              <a:latin typeface="Franklin Gothic Book" panose="020B0503020102020204" pitchFamily="34" charset="0"/>
            </a:endParaRPr>
          </a:p>
        </p:txBody>
      </p:sp>
      <p:sp>
        <p:nvSpPr>
          <p:cNvPr id="7" name="Oval 6">
            <a:extLst>
              <a:ext uri="{FF2B5EF4-FFF2-40B4-BE49-F238E27FC236}">
                <a16:creationId xmlns:a16="http://schemas.microsoft.com/office/drawing/2014/main" id="{37532F3F-9A05-4704-9E3E-A418B79EC00B}"/>
              </a:ext>
            </a:extLst>
          </p:cNvPr>
          <p:cNvSpPr/>
          <p:nvPr/>
        </p:nvSpPr>
        <p:spPr>
          <a:xfrm>
            <a:off x="900113" y="1989138"/>
            <a:ext cx="7488237" cy="18002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p:transition spd="med">
    <p:fade/>
  </p:transition>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4.xml><?xml version="1.0" encoding="utf-8"?>
<a:theme xmlns:a="http://schemas.openxmlformats.org/drawingml/2006/main" name="2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5.xml><?xml version="1.0" encoding="utf-8"?>
<a:theme xmlns:a="http://schemas.openxmlformats.org/drawingml/2006/main" name="3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6.xml><?xml version="1.0" encoding="utf-8"?>
<a:theme xmlns:a="http://schemas.openxmlformats.org/drawingml/2006/main" name="4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37175</TotalTime>
  <Words>2639</Words>
  <Application>Microsoft Office PowerPoint</Application>
  <PresentationFormat>On-screen Show (4:3)</PresentationFormat>
  <Paragraphs>376</Paragraphs>
  <Slides>72</Slides>
  <Notes>0</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72</vt:i4>
      </vt:variant>
    </vt:vector>
  </HeadingPairs>
  <TitlesOfParts>
    <vt:vector size="87" baseType="lpstr">
      <vt:lpstr>Calibri</vt:lpstr>
      <vt:lpstr>Arial</vt:lpstr>
      <vt:lpstr>Franklin Gothic Book</vt:lpstr>
      <vt:lpstr>Perpetua</vt:lpstr>
      <vt:lpstr>Wingdings 2</vt:lpstr>
      <vt:lpstr>Wingdings</vt:lpstr>
      <vt:lpstr>Aparajita</vt:lpstr>
      <vt:lpstr>Times New Roman</vt:lpstr>
      <vt:lpstr>Cambria</vt:lpstr>
      <vt:lpstr>Office Theme</vt:lpstr>
      <vt:lpstr>Equity</vt:lpstr>
      <vt:lpstr>1_Equity</vt:lpstr>
      <vt:lpstr>2_Equity</vt:lpstr>
      <vt:lpstr>3_Equity</vt:lpstr>
      <vt:lpstr>4_Equity</vt:lpstr>
      <vt:lpstr>PowerPoint Presentation</vt:lpstr>
      <vt:lpstr>2.1. MAGNETIC FORCE AND MAGNETIC FIELD</vt:lpstr>
      <vt:lpstr>PowerPoint Presentation</vt:lpstr>
      <vt:lpstr>Magnetic field lines</vt:lpstr>
      <vt:lpstr>Compass needles can be used to trace the magnetic field lines in the region outside a bar magnet.</vt:lpstr>
      <vt:lpstr>Magnetic field at a point in space</vt:lpstr>
      <vt:lpstr>Magnetic field at a point in space</vt:lpstr>
      <vt:lpstr>Magnetic field at a point in space</vt:lpstr>
      <vt:lpstr>Magnetic field at a point in space</vt:lpstr>
      <vt:lpstr>PowerPoint Presentation</vt:lpstr>
      <vt:lpstr>2.1.2. Motion of a Charged Particle in a Uniform Magnetic Field </vt:lpstr>
      <vt:lpstr>Motion of a Charged Particle in a Uniform Magnetic Field</vt:lpstr>
      <vt:lpstr>Motion of a Charged Particle in a Uniform Magnetic Field</vt:lpstr>
      <vt:lpstr>Motion of a Charged Particle in a Uniform Magnetic Field</vt:lpstr>
      <vt:lpstr>PowerPoint Presentation</vt:lpstr>
      <vt:lpstr>2.1.3. The Hall effect</vt:lpstr>
      <vt:lpstr>The Hall effect</vt:lpstr>
      <vt:lpstr>The Hall effect</vt:lpstr>
      <vt:lpstr>2.1.4 Magnetic Force acting on a Current-carrying conductor</vt:lpstr>
      <vt:lpstr>PowerPoint Presentation</vt:lpstr>
      <vt:lpstr>PowerPoint Presentation</vt:lpstr>
      <vt:lpstr>Example 1</vt:lpstr>
      <vt:lpstr>Example 2</vt:lpstr>
      <vt:lpstr>Example 3</vt:lpstr>
      <vt:lpstr>2.2 SOURCES OF THE MAGNETIC FIELDS</vt:lpstr>
      <vt:lpstr>The Biot-Savart Law</vt:lpstr>
      <vt:lpstr>The Biot-Savart Law</vt:lpstr>
      <vt:lpstr>The Biot-Savart Law</vt:lpstr>
      <vt:lpstr>2.2.2. Magnetic Field Surrounding a Thin, Straight Conductor</vt:lpstr>
      <vt:lpstr>2.2.2. Magnetic Field Surrounding a Thin, Straight Conductor</vt:lpstr>
      <vt:lpstr>2.2.3 The Magnetic Force Between Two Parallel Conductors</vt:lpstr>
      <vt:lpstr>Ampere's Law</vt:lpstr>
      <vt:lpstr>Ampere's Law</vt:lpstr>
      <vt:lpstr>2.2.6. Ampere’s Law applications (The magnetic field inside the solenoid ) </vt:lpstr>
      <vt:lpstr>2.2.6. Ampere’s Law applications (The magnetic field inside the solenoid ) </vt:lpstr>
      <vt:lpstr>2.2.6. Ampere’s Law applications (The magnetic field inside the solenoid ) </vt:lpstr>
      <vt:lpstr>2.2.6. Ampere’s Law applications (The Magnetic Field of a Toroid (a circular solenoid))</vt:lpstr>
      <vt:lpstr>2.2.8 Magnetic Flux</vt:lpstr>
      <vt:lpstr>PowerPoint Presentation</vt:lpstr>
      <vt:lpstr>2.3. Faraday’s Law of induction</vt:lpstr>
      <vt:lpstr>2.3. Faraday’s Law of induction</vt:lpstr>
      <vt:lpstr>2.3. Faraday’s Law of induction</vt:lpstr>
      <vt:lpstr>LENZ LAW</vt:lpstr>
      <vt:lpstr>LENZ LAW</vt:lpstr>
      <vt:lpstr>LENZ LAW</vt:lpstr>
      <vt:lpstr>LENZ LAW</vt:lpstr>
      <vt:lpstr>LENZ LAW</vt:lpstr>
      <vt:lpstr>PowerPoint Presentation</vt:lpstr>
      <vt:lpstr>The inductance is measured in Henrys</vt:lpstr>
      <vt:lpstr>The inductance is measured in Henrys</vt:lpstr>
      <vt:lpstr>The inductance is measured in Henrys</vt:lpstr>
      <vt:lpstr>The inductance is measured in Henrys</vt:lpstr>
      <vt:lpstr>The inductance is measured in Henrys</vt:lpstr>
      <vt:lpstr>The inductance is measured in Henrys</vt:lpstr>
      <vt:lpstr>Mutual inductance</vt:lpstr>
      <vt:lpstr>Mutual inductance</vt:lpstr>
      <vt:lpstr>Mutual inductance</vt:lpstr>
      <vt:lpstr>Mutual inductance</vt:lpstr>
      <vt:lpstr>PowerPoint Presentation</vt:lpstr>
      <vt:lpstr>PowerPoint Presentation</vt:lpstr>
      <vt:lpstr>PowerPoint Presentation</vt:lpstr>
      <vt:lpstr>MAXWELL’S EQUATIONS</vt:lpstr>
      <vt:lpstr>Example 4</vt:lpstr>
      <vt:lpstr>Example 5</vt:lpstr>
      <vt:lpstr>QUIZ 2</vt:lpstr>
      <vt:lpstr>Example 6</vt:lpstr>
      <vt:lpstr>Exercise1</vt:lpstr>
      <vt:lpstr>Exercise2</vt:lpstr>
      <vt:lpstr>Exercise3</vt:lpstr>
      <vt:lpstr>Exercise4</vt:lpstr>
      <vt:lpstr>Exercise5</vt:lpstr>
      <vt:lpstr>END OF THE MODULE,  Good Luck In Your Exams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ELECTRICITY</dc:title>
  <dc:creator>admin</dc:creator>
  <cp:lastModifiedBy>Jean-de-Dieu NIYONZIMA</cp:lastModifiedBy>
  <cp:revision>727</cp:revision>
  <dcterms:created xsi:type="dcterms:W3CDTF">2011-04-09T08:37:53Z</dcterms:created>
  <dcterms:modified xsi:type="dcterms:W3CDTF">2026-03-05T23:49:14Z</dcterms:modified>
</cp:coreProperties>
</file>