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69" r:id="rId1"/>
  </p:sldMasterIdLst>
  <p:notesMasterIdLst>
    <p:notesMasterId r:id="rId128"/>
  </p:notesMasterIdLst>
  <p:handoutMasterIdLst>
    <p:handoutMasterId r:id="rId129"/>
  </p:handoutMasterIdLst>
  <p:sldIdLst>
    <p:sldId id="569" r:id="rId2"/>
    <p:sldId id="571" r:id="rId3"/>
    <p:sldId id="573" r:id="rId4"/>
    <p:sldId id="420" r:id="rId5"/>
    <p:sldId id="407" r:id="rId6"/>
    <p:sldId id="257" r:id="rId7"/>
    <p:sldId id="259" r:id="rId8"/>
    <p:sldId id="428" r:id="rId9"/>
    <p:sldId id="260" r:id="rId10"/>
    <p:sldId id="261" r:id="rId11"/>
    <p:sldId id="263" r:id="rId12"/>
    <p:sldId id="264" r:id="rId13"/>
    <p:sldId id="265" r:id="rId14"/>
    <p:sldId id="266" r:id="rId15"/>
    <p:sldId id="267" r:id="rId16"/>
    <p:sldId id="268" r:id="rId17"/>
    <p:sldId id="269" r:id="rId18"/>
    <p:sldId id="430" r:id="rId19"/>
    <p:sldId id="270" r:id="rId20"/>
    <p:sldId id="271" r:id="rId21"/>
    <p:sldId id="272" r:id="rId22"/>
    <p:sldId id="273" r:id="rId23"/>
    <p:sldId id="274" r:id="rId24"/>
    <p:sldId id="275" r:id="rId25"/>
    <p:sldId id="276" r:id="rId26"/>
    <p:sldId id="277" r:id="rId27"/>
    <p:sldId id="281" r:id="rId28"/>
    <p:sldId id="278" r:id="rId29"/>
    <p:sldId id="279" r:id="rId30"/>
    <p:sldId id="280"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568" r:id="rId46"/>
    <p:sldId id="302" r:id="rId47"/>
    <p:sldId id="304" r:id="rId48"/>
    <p:sldId id="546" r:id="rId49"/>
    <p:sldId id="547" r:id="rId50"/>
    <p:sldId id="548" r:id="rId51"/>
    <p:sldId id="550" r:id="rId52"/>
    <p:sldId id="552" r:id="rId53"/>
    <p:sldId id="549" r:id="rId54"/>
    <p:sldId id="554" r:id="rId55"/>
    <p:sldId id="555" r:id="rId56"/>
    <p:sldId id="553" r:id="rId57"/>
    <p:sldId id="305" r:id="rId58"/>
    <p:sldId id="307" r:id="rId59"/>
    <p:sldId id="309" r:id="rId60"/>
    <p:sldId id="310" r:id="rId61"/>
    <p:sldId id="311" r:id="rId62"/>
    <p:sldId id="312" r:id="rId63"/>
    <p:sldId id="585" r:id="rId64"/>
    <p:sldId id="314" r:id="rId65"/>
    <p:sldId id="317" r:id="rId66"/>
    <p:sldId id="318" r:id="rId67"/>
    <p:sldId id="319" r:id="rId68"/>
    <p:sldId id="320" r:id="rId69"/>
    <p:sldId id="321" r:id="rId70"/>
    <p:sldId id="586" r:id="rId71"/>
    <p:sldId id="323" r:id="rId72"/>
    <p:sldId id="325" r:id="rId73"/>
    <p:sldId id="326" r:id="rId74"/>
    <p:sldId id="327" r:id="rId75"/>
    <p:sldId id="328" r:id="rId76"/>
    <p:sldId id="329" r:id="rId77"/>
    <p:sldId id="330" r:id="rId78"/>
    <p:sldId id="335" r:id="rId79"/>
    <p:sldId id="336" r:id="rId80"/>
    <p:sldId id="556" r:id="rId81"/>
    <p:sldId id="557" r:id="rId82"/>
    <p:sldId id="558" r:id="rId83"/>
    <p:sldId id="337" r:id="rId84"/>
    <p:sldId id="493" r:id="rId85"/>
    <p:sldId id="338" r:id="rId86"/>
    <p:sldId id="339" r:id="rId87"/>
    <p:sldId id="591" r:id="rId88"/>
    <p:sldId id="341" r:id="rId89"/>
    <p:sldId id="592" r:id="rId90"/>
    <p:sldId id="593" r:id="rId91"/>
    <p:sldId id="345" r:id="rId92"/>
    <p:sldId id="346" r:id="rId93"/>
    <p:sldId id="427" r:id="rId94"/>
    <p:sldId id="355" r:id="rId95"/>
    <p:sldId id="594" r:id="rId96"/>
    <p:sldId id="595" r:id="rId97"/>
    <p:sldId id="596" r:id="rId98"/>
    <p:sldId id="559" r:id="rId99"/>
    <p:sldId id="358" r:id="rId100"/>
    <p:sldId id="359" r:id="rId101"/>
    <p:sldId id="360" r:id="rId102"/>
    <p:sldId id="361" r:id="rId103"/>
    <p:sldId id="597" r:id="rId104"/>
    <p:sldId id="363" r:id="rId105"/>
    <p:sldId id="609" r:id="rId106"/>
    <p:sldId id="560" r:id="rId107"/>
    <p:sldId id="561" r:id="rId108"/>
    <p:sldId id="562" r:id="rId109"/>
    <p:sldId id="563" r:id="rId110"/>
    <p:sldId id="376" r:id="rId111"/>
    <p:sldId id="377" r:id="rId112"/>
    <p:sldId id="378" r:id="rId113"/>
    <p:sldId id="379" r:id="rId114"/>
    <p:sldId id="380" r:id="rId115"/>
    <p:sldId id="574" r:id="rId116"/>
    <p:sldId id="575" r:id="rId117"/>
    <p:sldId id="576" r:id="rId118"/>
    <p:sldId id="577" r:id="rId119"/>
    <p:sldId id="578" r:id="rId120"/>
    <p:sldId id="579" r:id="rId121"/>
    <p:sldId id="580" r:id="rId122"/>
    <p:sldId id="581" r:id="rId123"/>
    <p:sldId id="582" r:id="rId124"/>
    <p:sldId id="583" r:id="rId125"/>
    <p:sldId id="584" r:id="rId126"/>
    <p:sldId id="608" r:id="rId12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136" autoAdjust="0"/>
    <p:restoredTop sz="95909" autoAdjust="0"/>
  </p:normalViewPr>
  <p:slideViewPr>
    <p:cSldViewPr>
      <p:cViewPr varScale="1">
        <p:scale>
          <a:sx n="77" d="100"/>
          <a:sy n="77" d="100"/>
        </p:scale>
        <p:origin x="581" y="67"/>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9152"/>
    </p:cViewPr>
  </p:sorter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handoutMaster" Target="handoutMasters/handout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1C98F0F-9B90-0680-057F-CFC90E04275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ZA"/>
          </a:p>
        </p:txBody>
      </p:sp>
      <p:sp>
        <p:nvSpPr>
          <p:cNvPr id="3" name="Date Placeholder 2">
            <a:extLst>
              <a:ext uri="{FF2B5EF4-FFF2-40B4-BE49-F238E27FC236}">
                <a16:creationId xmlns:a16="http://schemas.microsoft.com/office/drawing/2014/main" id="{70376B39-9896-73E5-69E0-2DED31A08496}"/>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998A7938-B5CD-493B-9C21-BCAD1EB8151D}" type="datetimeFigureOut">
              <a:rPr lang="en-US"/>
              <a:pPr>
                <a:defRPr/>
              </a:pPr>
              <a:t>2/16/2026</a:t>
            </a:fld>
            <a:endParaRPr lang="en-ZA"/>
          </a:p>
        </p:txBody>
      </p:sp>
      <p:sp>
        <p:nvSpPr>
          <p:cNvPr id="4" name="Footer Placeholder 3">
            <a:extLst>
              <a:ext uri="{FF2B5EF4-FFF2-40B4-BE49-F238E27FC236}">
                <a16:creationId xmlns:a16="http://schemas.microsoft.com/office/drawing/2014/main" id="{D30ACAD7-7340-0D2F-D1AA-D540B480C51F}"/>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ZA"/>
          </a:p>
        </p:txBody>
      </p:sp>
      <p:sp>
        <p:nvSpPr>
          <p:cNvPr id="5" name="Slide Number Placeholder 4">
            <a:extLst>
              <a:ext uri="{FF2B5EF4-FFF2-40B4-BE49-F238E27FC236}">
                <a16:creationId xmlns:a16="http://schemas.microsoft.com/office/drawing/2014/main" id="{546F1822-B214-232D-F2B1-273C9A4E888C}"/>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4E59423-1925-46E0-8F0A-2B29D3DA3D5B}" type="slidenum">
              <a:rPr lang="en-ZA" altLang="en-RW"/>
              <a:pPr>
                <a:defRPr/>
              </a:pPr>
              <a:t>‹#›</a:t>
            </a:fld>
            <a:endParaRPr lang="en-ZA" altLang="en-RW"/>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BDAF531-328B-4872-F9BC-1AE2F84126F1}"/>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ZA"/>
          </a:p>
        </p:txBody>
      </p:sp>
      <p:sp>
        <p:nvSpPr>
          <p:cNvPr id="3" name="Date Placeholder 2">
            <a:extLst>
              <a:ext uri="{FF2B5EF4-FFF2-40B4-BE49-F238E27FC236}">
                <a16:creationId xmlns:a16="http://schemas.microsoft.com/office/drawing/2014/main" id="{5934DF4D-94D9-3EA2-B521-DE7E5773554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C4461B5-F639-4E59-A20F-570933D1734A}" type="datetimeFigureOut">
              <a:rPr lang="en-US"/>
              <a:pPr>
                <a:defRPr/>
              </a:pPr>
              <a:t>2/16/2026</a:t>
            </a:fld>
            <a:endParaRPr lang="en-ZA"/>
          </a:p>
        </p:txBody>
      </p:sp>
      <p:sp>
        <p:nvSpPr>
          <p:cNvPr id="4" name="Slide Image Placeholder 3">
            <a:extLst>
              <a:ext uri="{FF2B5EF4-FFF2-40B4-BE49-F238E27FC236}">
                <a16:creationId xmlns:a16="http://schemas.microsoft.com/office/drawing/2014/main" id="{24074B25-BC8E-59AD-728B-E85EFFDEA427}"/>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ZA" noProof="0"/>
          </a:p>
        </p:txBody>
      </p:sp>
      <p:sp>
        <p:nvSpPr>
          <p:cNvPr id="5" name="Notes Placeholder 4">
            <a:extLst>
              <a:ext uri="{FF2B5EF4-FFF2-40B4-BE49-F238E27FC236}">
                <a16:creationId xmlns:a16="http://schemas.microsoft.com/office/drawing/2014/main" id="{F8612330-9804-2B7F-6314-67E192602F1D}"/>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ZA" noProof="0"/>
          </a:p>
        </p:txBody>
      </p:sp>
      <p:sp>
        <p:nvSpPr>
          <p:cNvPr id="6" name="Footer Placeholder 5">
            <a:extLst>
              <a:ext uri="{FF2B5EF4-FFF2-40B4-BE49-F238E27FC236}">
                <a16:creationId xmlns:a16="http://schemas.microsoft.com/office/drawing/2014/main" id="{25FCB27A-A91B-F74A-7BEF-99DC6FFEC9D7}"/>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ZA"/>
          </a:p>
        </p:txBody>
      </p:sp>
      <p:sp>
        <p:nvSpPr>
          <p:cNvPr id="7" name="Slide Number Placeholder 6">
            <a:extLst>
              <a:ext uri="{FF2B5EF4-FFF2-40B4-BE49-F238E27FC236}">
                <a16:creationId xmlns:a16="http://schemas.microsoft.com/office/drawing/2014/main" id="{7060781C-AFE0-00B3-7219-BA434FAADCFA}"/>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19BB50BE-18EF-49DE-8AFE-E8B98ECB2B38}" type="slidenum">
              <a:rPr lang="en-ZA" altLang="en-RW"/>
              <a:pPr>
                <a:defRPr/>
              </a:pPr>
              <a:t>‹#›</a:t>
            </a:fld>
            <a:endParaRPr lang="en-ZA" altLang="en-RW"/>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a:extLst>
              <a:ext uri="{FF2B5EF4-FFF2-40B4-BE49-F238E27FC236}">
                <a16:creationId xmlns:a16="http://schemas.microsoft.com/office/drawing/2014/main" id="{15E6F2DE-817F-023B-2A22-C4F105A4077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6" name="Notes Placeholder 2">
            <a:extLst>
              <a:ext uri="{FF2B5EF4-FFF2-40B4-BE49-F238E27FC236}">
                <a16:creationId xmlns:a16="http://schemas.microsoft.com/office/drawing/2014/main" id="{D8486EAB-797E-A20C-6ACC-542E617C5C0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GB" altLang="en-GB"/>
          </a:p>
        </p:txBody>
      </p:sp>
      <p:sp>
        <p:nvSpPr>
          <p:cNvPr id="16387" name="Slide Number Placeholder 3">
            <a:extLst>
              <a:ext uri="{FF2B5EF4-FFF2-40B4-BE49-F238E27FC236}">
                <a16:creationId xmlns:a16="http://schemas.microsoft.com/office/drawing/2014/main" id="{14B16F30-903D-DFF5-447D-C34954FF76C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8528186-75FD-4748-802F-0D08B827BAD3}" type="slidenum">
              <a:rPr lang="en-US" altLang="en-GB" smtClean="0"/>
              <a:pPr>
                <a:spcBef>
                  <a:spcPct val="0"/>
                </a:spcBef>
              </a:pPr>
              <a:t>1</a:t>
            </a:fld>
            <a:endParaRPr lang="en-US" altLang="en-GB"/>
          </a:p>
        </p:txBody>
      </p:sp>
      <p:sp>
        <p:nvSpPr>
          <p:cNvPr id="5" name="Date Placeholder 4">
            <a:extLst>
              <a:ext uri="{FF2B5EF4-FFF2-40B4-BE49-F238E27FC236}">
                <a16:creationId xmlns:a16="http://schemas.microsoft.com/office/drawing/2014/main" id="{E373FED5-4241-57F5-E890-3F44068A0CB5}"/>
              </a:ext>
            </a:extLst>
          </p:cNvPr>
          <p:cNvSpPr>
            <a:spLocks noGrp="1"/>
          </p:cNvSpPr>
          <p:nvPr>
            <p:ph type="dt" sz="quarter" idx="1"/>
          </p:nvPr>
        </p:nvSpPr>
        <p:spPr/>
        <p:txBody>
          <a:bodyPr/>
          <a:lstStyle/>
          <a:p>
            <a:pPr>
              <a:defRPr/>
            </a:pPr>
            <a:fld id="{2C50A477-56AB-43C6-A2A4-4134C970739A}" type="datetime1">
              <a:rPr lang="en-US" smtClean="0"/>
              <a:pPr>
                <a:defRPr/>
              </a:pPr>
              <a:t>2/16/2026</a:t>
            </a:fld>
            <a:endParaRPr lang="en-US"/>
          </a:p>
        </p:txBody>
      </p:sp>
      <p:sp>
        <p:nvSpPr>
          <p:cNvPr id="6" name="Footer Placeholder 5">
            <a:extLst>
              <a:ext uri="{FF2B5EF4-FFF2-40B4-BE49-F238E27FC236}">
                <a16:creationId xmlns:a16="http://schemas.microsoft.com/office/drawing/2014/main" id="{3C2D0146-C054-4DE6-C903-FF57FEACE9D8}"/>
              </a:ext>
            </a:extLst>
          </p:cNvPr>
          <p:cNvSpPr>
            <a:spLocks noGrp="1"/>
          </p:cNvSpPr>
          <p:nvPr>
            <p:ph type="ftr" sz="quarter" idx="4"/>
          </p:nvPr>
        </p:nvSpPr>
        <p:spPr/>
        <p:txBody>
          <a:bodyPr/>
          <a:lstStyle/>
          <a:p>
            <a:pPr>
              <a:defRPr/>
            </a:pPr>
            <a:r>
              <a:rPr lang="en-US"/>
              <a:t>HHHHHH</a:t>
            </a:r>
          </a:p>
        </p:txBody>
      </p:sp>
      <p:sp>
        <p:nvSpPr>
          <p:cNvPr id="7" name="Header Placeholder 6">
            <a:extLst>
              <a:ext uri="{FF2B5EF4-FFF2-40B4-BE49-F238E27FC236}">
                <a16:creationId xmlns:a16="http://schemas.microsoft.com/office/drawing/2014/main" id="{6AE867AD-AAD6-B514-A362-A418B1CED357}"/>
              </a:ext>
            </a:extLst>
          </p:cNvPr>
          <p:cNvSpPr>
            <a:spLocks noGrp="1"/>
          </p:cNvSpPr>
          <p:nvPr>
            <p:ph type="hdr" sz="quarter"/>
          </p:nvPr>
        </p:nvSpPr>
        <p:spPr/>
        <p:txBody>
          <a:bodyPr/>
          <a:lstStyle/>
          <a:p>
            <a:pPr>
              <a:defRPr/>
            </a:pPr>
            <a:r>
              <a:rPr lang="en-US"/>
              <a:t>GGGG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Slide Image Placeholder 1">
            <a:extLst>
              <a:ext uri="{FF2B5EF4-FFF2-40B4-BE49-F238E27FC236}">
                <a16:creationId xmlns:a16="http://schemas.microsoft.com/office/drawing/2014/main" id="{461D6B3B-B954-C6FD-D4CF-2CA1699D070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2" name="Notes Placeholder 2">
            <a:extLst>
              <a:ext uri="{FF2B5EF4-FFF2-40B4-BE49-F238E27FC236}">
                <a16:creationId xmlns:a16="http://schemas.microsoft.com/office/drawing/2014/main" id="{7D5A1B17-D4EE-1B69-CA19-681B70336A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GB">
              <a:latin typeface="Arial" panose="020B0604020202020204" pitchFamily="34" charset="0"/>
            </a:endParaRPr>
          </a:p>
        </p:txBody>
      </p:sp>
      <p:sp>
        <p:nvSpPr>
          <p:cNvPr id="20483" name="Slide Number Placeholder 3">
            <a:extLst>
              <a:ext uri="{FF2B5EF4-FFF2-40B4-BE49-F238E27FC236}">
                <a16:creationId xmlns:a16="http://schemas.microsoft.com/office/drawing/2014/main" id="{E70A0716-9275-D494-1D79-1D09C40A8AE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66BA2FB-051E-4790-B308-289C91DBEA79}" type="slidenum">
              <a:rPr lang="en-US" altLang="en-GB" smtClean="0"/>
              <a:pPr>
                <a:spcBef>
                  <a:spcPct val="0"/>
                </a:spcBef>
              </a:pPr>
              <a:t>4</a:t>
            </a:fld>
            <a:endParaRPr lang="en-US" alt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6951B2B7-A221-F41A-DD8F-E479F75EE0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F79496C9-F07A-4CCF-8207-18CA069270F3}" type="slidenum">
              <a:rPr lang="en-US" altLang="en-GB" smtClean="0"/>
              <a:pPr>
                <a:spcBef>
                  <a:spcPct val="0"/>
                </a:spcBef>
              </a:pPr>
              <a:t>8</a:t>
            </a:fld>
            <a:endParaRPr lang="en-US" altLang="en-GB"/>
          </a:p>
        </p:txBody>
      </p:sp>
      <p:sp>
        <p:nvSpPr>
          <p:cNvPr id="25602" name="Rectangle 2">
            <a:extLst>
              <a:ext uri="{FF2B5EF4-FFF2-40B4-BE49-F238E27FC236}">
                <a16:creationId xmlns:a16="http://schemas.microsoft.com/office/drawing/2014/main" id="{A3BF7D00-69DD-4CF7-9E01-C0C433FEFFB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Rectangle 3">
            <a:extLst>
              <a:ext uri="{FF2B5EF4-FFF2-40B4-BE49-F238E27FC236}">
                <a16:creationId xmlns:a16="http://schemas.microsoft.com/office/drawing/2014/main" id="{4DA07579-F82D-1A99-6E69-D16B52B5328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Clr>
                <a:srgbClr val="FF0000"/>
              </a:buClr>
            </a:pPr>
            <a:endParaRPr lang="en-GB" altLang="en-GB" b="1">
              <a:solidFill>
                <a:srgbClr val="FFFF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B65ECAFE-BD69-F432-0DDD-8FB4D8CF6B4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E8D8619C-96AD-4214-A7DB-C2D836723997}" type="slidenum">
              <a:rPr lang="en-US" altLang="en-GB" smtClean="0"/>
              <a:pPr>
                <a:spcBef>
                  <a:spcPct val="0"/>
                </a:spcBef>
              </a:pPr>
              <a:t>18</a:t>
            </a:fld>
            <a:endParaRPr lang="en-US" altLang="en-GB"/>
          </a:p>
        </p:txBody>
      </p:sp>
      <p:sp>
        <p:nvSpPr>
          <p:cNvPr id="36866" name="Rectangle 2">
            <a:extLst>
              <a:ext uri="{FF2B5EF4-FFF2-40B4-BE49-F238E27FC236}">
                <a16:creationId xmlns:a16="http://schemas.microsoft.com/office/drawing/2014/main" id="{258050B8-C2BF-5268-1CFE-C2A952BE6D7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Rectangle 3">
            <a:extLst>
              <a:ext uri="{FF2B5EF4-FFF2-40B4-BE49-F238E27FC236}">
                <a16:creationId xmlns:a16="http://schemas.microsoft.com/office/drawing/2014/main" id="{505F6E48-DC08-EE9A-6CE9-408D85A868C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Clr>
                <a:srgbClr val="FF0000"/>
              </a:buClr>
            </a:pPr>
            <a:endParaRPr lang="en-GB" altLang="en-GB" b="1">
              <a:solidFill>
                <a:srgbClr val="FFFF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a:extLst>
              <a:ext uri="{FF2B5EF4-FFF2-40B4-BE49-F238E27FC236}">
                <a16:creationId xmlns:a16="http://schemas.microsoft.com/office/drawing/2014/main" id="{F79EBD41-3205-F24C-2E85-F640E37F273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a:extLst>
              <a:ext uri="{FF2B5EF4-FFF2-40B4-BE49-F238E27FC236}">
                <a16:creationId xmlns:a16="http://schemas.microsoft.com/office/drawing/2014/main" id="{38070689-E219-7E41-7C62-9255E56844E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ZA" altLang="en-GB"/>
              <a:t>Ey must be greater than zero</a:t>
            </a:r>
          </a:p>
        </p:txBody>
      </p:sp>
      <p:sp>
        <p:nvSpPr>
          <p:cNvPr id="59395" name="Slide Number Placeholder 3">
            <a:extLst>
              <a:ext uri="{FF2B5EF4-FFF2-40B4-BE49-F238E27FC236}">
                <a16:creationId xmlns:a16="http://schemas.microsoft.com/office/drawing/2014/main" id="{F3683DC1-0840-0192-DF15-03DD52C003B9}"/>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C046A288-0348-4960-B8E2-6290E0F4053C}" type="slidenum">
              <a:rPr lang="en-ZA" altLang="en-GB" smtClean="0"/>
              <a:pPr>
                <a:spcBef>
                  <a:spcPct val="0"/>
                </a:spcBef>
              </a:pPr>
              <a:t>39</a:t>
            </a:fld>
            <a:endParaRPr lang="en-ZA" alt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a:extLst>
              <a:ext uri="{FF2B5EF4-FFF2-40B4-BE49-F238E27FC236}">
                <a16:creationId xmlns:a16="http://schemas.microsoft.com/office/drawing/2014/main" id="{338C8B9A-D3A0-3663-F847-3250AC5EE3A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2" name="Notes Placeholder 2">
            <a:extLst>
              <a:ext uri="{FF2B5EF4-FFF2-40B4-BE49-F238E27FC236}">
                <a16:creationId xmlns:a16="http://schemas.microsoft.com/office/drawing/2014/main" id="{20DC06BC-1216-D142-05A7-1835E04AB61B}"/>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ZA" altLang="en-GB"/>
              <a:t>Ey must be greater than zero</a:t>
            </a:r>
          </a:p>
        </p:txBody>
      </p:sp>
      <p:sp>
        <p:nvSpPr>
          <p:cNvPr id="61443" name="Slide Number Placeholder 3">
            <a:extLst>
              <a:ext uri="{FF2B5EF4-FFF2-40B4-BE49-F238E27FC236}">
                <a16:creationId xmlns:a16="http://schemas.microsoft.com/office/drawing/2014/main" id="{C1AF867F-2C59-008F-4BA7-1563F58B00A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7919D8ED-4886-49B1-8F6A-5F63C0CBF2D6}" type="slidenum">
              <a:rPr lang="en-ZA" altLang="en-GB" smtClean="0"/>
              <a:pPr>
                <a:spcBef>
                  <a:spcPct val="0"/>
                </a:spcBef>
              </a:pPr>
              <a:t>40</a:t>
            </a:fld>
            <a:endParaRPr lang="en-ZA" alt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Slide Image Placeholder 1">
            <a:extLst>
              <a:ext uri="{FF2B5EF4-FFF2-40B4-BE49-F238E27FC236}">
                <a16:creationId xmlns:a16="http://schemas.microsoft.com/office/drawing/2014/main" id="{9B1139C1-E730-56B5-9BC7-BEA072EFB8D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2" name="Notes Placeholder 2">
            <a:extLst>
              <a:ext uri="{FF2B5EF4-FFF2-40B4-BE49-F238E27FC236}">
                <a16:creationId xmlns:a16="http://schemas.microsoft.com/office/drawing/2014/main" id="{36DE53AC-3A02-A2FE-2F18-9995C986F50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GB" altLang="en-GB">
              <a:latin typeface="Arial" panose="020B0604020202020204" pitchFamily="34" charset="0"/>
            </a:endParaRPr>
          </a:p>
        </p:txBody>
      </p:sp>
      <p:sp>
        <p:nvSpPr>
          <p:cNvPr id="107523" name="Slide Number Placeholder 3">
            <a:extLst>
              <a:ext uri="{FF2B5EF4-FFF2-40B4-BE49-F238E27FC236}">
                <a16:creationId xmlns:a16="http://schemas.microsoft.com/office/drawing/2014/main" id="{EBDC60F9-C393-07DD-92A1-48722604615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AD00DEAC-401A-4FF7-9F38-D2D836770C49}" type="slidenum">
              <a:rPr lang="en-US" altLang="en-GB" smtClean="0"/>
              <a:pPr>
                <a:spcBef>
                  <a:spcPct val="0"/>
                </a:spcBef>
              </a:pPr>
              <a:t>84</a:t>
            </a:fld>
            <a:endParaRPr lang="en-US" alt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7">
            <a:extLst>
              <a:ext uri="{FF2B5EF4-FFF2-40B4-BE49-F238E27FC236}">
                <a16:creationId xmlns:a16="http://schemas.microsoft.com/office/drawing/2014/main" id="{EA630CFE-2490-012F-00AD-75E63937732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0A29ECB5-3B7D-4804-990C-3F4C9F8C3209}" type="slidenum">
              <a:rPr lang="en-US" altLang="en-GB" smtClean="0"/>
              <a:pPr>
                <a:spcBef>
                  <a:spcPct val="0"/>
                </a:spcBef>
              </a:pPr>
              <a:t>93</a:t>
            </a:fld>
            <a:endParaRPr lang="en-US" altLang="en-GB"/>
          </a:p>
        </p:txBody>
      </p:sp>
      <p:sp>
        <p:nvSpPr>
          <p:cNvPr id="117762" name="Rectangle 2">
            <a:extLst>
              <a:ext uri="{FF2B5EF4-FFF2-40B4-BE49-F238E27FC236}">
                <a16:creationId xmlns:a16="http://schemas.microsoft.com/office/drawing/2014/main" id="{DD13CD68-3386-9683-97C9-7C102D2EEBE4}"/>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Rectangle 3">
            <a:extLst>
              <a:ext uri="{FF2B5EF4-FFF2-40B4-BE49-F238E27FC236}">
                <a16:creationId xmlns:a16="http://schemas.microsoft.com/office/drawing/2014/main" id="{99404B35-F1AF-18D8-7E01-F11B5B6FB4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buClr>
                <a:srgbClr val="FF0000"/>
              </a:buClr>
            </a:pPr>
            <a:endParaRPr lang="en-GB" altLang="en-GB" b="1">
              <a:solidFill>
                <a:srgbClr val="FFFF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B6E3FAA-BD84-EE46-BA1C-71B68B5CC9C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3" name="Rounded Rectangle 3">
            <a:extLst>
              <a:ext uri="{FF2B5EF4-FFF2-40B4-BE49-F238E27FC236}">
                <a16:creationId xmlns:a16="http://schemas.microsoft.com/office/drawing/2014/main" id="{F8F3E141-2F03-A96B-37BD-19D4BBB86366}"/>
              </a:ext>
            </a:extLst>
          </p:cNvPr>
          <p:cNvSpPr/>
          <p:nvPr/>
        </p:nvSpPr>
        <p:spPr>
          <a:xfrm>
            <a:off x="65088" y="69850"/>
            <a:ext cx="9013825" cy="6691313"/>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4" name="Rectangle 3">
            <a:extLst>
              <a:ext uri="{FF2B5EF4-FFF2-40B4-BE49-F238E27FC236}">
                <a16:creationId xmlns:a16="http://schemas.microsoft.com/office/drawing/2014/main" id="{A99FB2B2-213F-E78F-57EE-CA0EFC79F679}"/>
              </a:ext>
            </a:extLst>
          </p:cNvPr>
          <p:cNvSpPr/>
          <p:nvPr/>
        </p:nvSpPr>
        <p:spPr>
          <a:xfrm>
            <a:off x="63500" y="1449388"/>
            <a:ext cx="9020175" cy="15271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5" name="Rectangle 4">
            <a:extLst>
              <a:ext uri="{FF2B5EF4-FFF2-40B4-BE49-F238E27FC236}">
                <a16:creationId xmlns:a16="http://schemas.microsoft.com/office/drawing/2014/main" id="{0A6CF11B-FBD0-CEE6-5B63-9BB34BE42A49}"/>
              </a:ext>
            </a:extLst>
          </p:cNvPr>
          <p:cNvSpPr/>
          <p:nvPr/>
        </p:nvSpPr>
        <p:spPr>
          <a:xfrm>
            <a:off x="63500" y="1397000"/>
            <a:ext cx="9020175" cy="12065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9865C683-FD27-0D53-E0B1-A42D432604E8}"/>
              </a:ext>
            </a:extLst>
          </p:cNvPr>
          <p:cNvSpPr/>
          <p:nvPr/>
        </p:nvSpPr>
        <p:spPr>
          <a:xfrm>
            <a:off x="63500" y="2976563"/>
            <a:ext cx="9020175" cy="1111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lang="en-US"/>
              <a:t>Click to edit Master title style</a:t>
            </a:r>
          </a:p>
        </p:txBody>
      </p:sp>
      <p:sp>
        <p:nvSpPr>
          <p:cNvPr id="7" name="Date Placeholder 27">
            <a:extLst>
              <a:ext uri="{FF2B5EF4-FFF2-40B4-BE49-F238E27FC236}">
                <a16:creationId xmlns:a16="http://schemas.microsoft.com/office/drawing/2014/main" id="{95922AD9-1488-8F9D-23A1-3C443099121F}"/>
              </a:ext>
            </a:extLst>
          </p:cNvPr>
          <p:cNvSpPr>
            <a:spLocks noGrp="1"/>
          </p:cNvSpPr>
          <p:nvPr>
            <p:ph type="dt" sz="half" idx="10"/>
          </p:nvPr>
        </p:nvSpPr>
        <p:spPr/>
        <p:txBody>
          <a:bodyPr/>
          <a:lstStyle>
            <a:lvl1pPr>
              <a:defRPr/>
            </a:lvl1pPr>
          </a:lstStyle>
          <a:p>
            <a:pPr>
              <a:defRPr/>
            </a:pPr>
            <a:fld id="{D4CF5720-03DF-4CC6-8BAC-637C27AD936B}" type="datetime9">
              <a:rPr lang="en-US"/>
              <a:pPr>
                <a:defRPr/>
              </a:pPr>
              <a:t>2/16/2026 2:15:12 PM</a:t>
            </a:fld>
            <a:endParaRPr lang="en-ZA"/>
          </a:p>
        </p:txBody>
      </p:sp>
      <p:sp>
        <p:nvSpPr>
          <p:cNvPr id="10" name="Footer Placeholder 16">
            <a:extLst>
              <a:ext uri="{FF2B5EF4-FFF2-40B4-BE49-F238E27FC236}">
                <a16:creationId xmlns:a16="http://schemas.microsoft.com/office/drawing/2014/main" id="{E83E0277-46E9-864C-3FC0-DFA9030D0C8E}"/>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11" name="Slide Number Placeholder 28">
            <a:extLst>
              <a:ext uri="{FF2B5EF4-FFF2-40B4-BE49-F238E27FC236}">
                <a16:creationId xmlns:a16="http://schemas.microsoft.com/office/drawing/2014/main" id="{82E3C67E-868C-6565-7196-39E7C9906790}"/>
              </a:ext>
            </a:extLst>
          </p:cNvPr>
          <p:cNvSpPr>
            <a:spLocks noGrp="1"/>
          </p:cNvSpPr>
          <p:nvPr>
            <p:ph type="sldNum" sz="quarter" idx="12"/>
          </p:nvPr>
        </p:nvSpPr>
        <p:spPr/>
        <p:txBody>
          <a:bodyPr/>
          <a:lstStyle>
            <a:lvl1pPr>
              <a:defRPr/>
            </a:lvl1pPr>
          </a:lstStyle>
          <a:p>
            <a:pPr>
              <a:defRPr/>
            </a:pPr>
            <a:fld id="{F0967282-816C-4D7A-B931-2D29B52EAA3C}" type="slidenum">
              <a:rPr lang="en-ZA" altLang="en-RW"/>
              <a:pPr>
                <a:defRPr/>
              </a:pPr>
              <a:t>‹#›</a:t>
            </a:fld>
            <a:endParaRPr lang="en-ZA" altLang="en-RW"/>
          </a:p>
        </p:txBody>
      </p:sp>
    </p:spTree>
    <p:extLst>
      <p:ext uri="{BB962C8B-B14F-4D97-AF65-F5344CB8AC3E}">
        <p14:creationId xmlns:p14="http://schemas.microsoft.com/office/powerpoint/2010/main" val="3949383539"/>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
          </p:nvPr>
        </p:nvSpPr>
        <p:spPr>
          <a:xfrm>
            <a:off x="914400" y="1447800"/>
            <a:ext cx="77724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F951B0B2-23F7-B66E-9E9E-13F3798D4B98}"/>
              </a:ext>
            </a:extLst>
          </p:cNvPr>
          <p:cNvSpPr>
            <a:spLocks noGrp="1"/>
          </p:cNvSpPr>
          <p:nvPr>
            <p:ph type="dt" sz="half" idx="10"/>
          </p:nvPr>
        </p:nvSpPr>
        <p:spPr/>
        <p:txBody>
          <a:bodyPr/>
          <a:lstStyle>
            <a:lvl1pPr>
              <a:defRPr/>
            </a:lvl1pPr>
          </a:lstStyle>
          <a:p>
            <a:pPr>
              <a:defRPr/>
            </a:pPr>
            <a:fld id="{B4B77417-50DD-4091-94B7-D2892CF04726}" type="datetime9">
              <a:rPr lang="en-US"/>
              <a:pPr>
                <a:defRPr/>
              </a:pPr>
              <a:t>2/16/2026 2:15:12 PM</a:t>
            </a:fld>
            <a:endParaRPr lang="en-ZA"/>
          </a:p>
        </p:txBody>
      </p:sp>
      <p:sp>
        <p:nvSpPr>
          <p:cNvPr id="4" name="Footer Placeholder 2">
            <a:extLst>
              <a:ext uri="{FF2B5EF4-FFF2-40B4-BE49-F238E27FC236}">
                <a16:creationId xmlns:a16="http://schemas.microsoft.com/office/drawing/2014/main" id="{23A153DD-32EC-E7B1-A1CB-9CE88C930DB8}"/>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5" name="Slide Number Placeholder 22">
            <a:extLst>
              <a:ext uri="{FF2B5EF4-FFF2-40B4-BE49-F238E27FC236}">
                <a16:creationId xmlns:a16="http://schemas.microsoft.com/office/drawing/2014/main" id="{547237FC-5724-7A7D-395F-CD4828BFE350}"/>
              </a:ext>
            </a:extLst>
          </p:cNvPr>
          <p:cNvSpPr>
            <a:spLocks noGrp="1"/>
          </p:cNvSpPr>
          <p:nvPr>
            <p:ph type="sldNum" sz="quarter" idx="12"/>
          </p:nvPr>
        </p:nvSpPr>
        <p:spPr/>
        <p:txBody>
          <a:bodyPr/>
          <a:lstStyle>
            <a:lvl1pPr>
              <a:defRPr/>
            </a:lvl1pPr>
          </a:lstStyle>
          <a:p>
            <a:pPr>
              <a:defRPr/>
            </a:pPr>
            <a:fld id="{FE2297A7-D91F-4874-9518-81F4A588EF24}" type="slidenum">
              <a:rPr lang="en-ZA" altLang="en-RW"/>
              <a:pPr>
                <a:defRPr/>
              </a:pPr>
              <a:t>‹#›</a:t>
            </a:fld>
            <a:endParaRPr lang="en-ZA" altLang="en-RW"/>
          </a:p>
        </p:txBody>
      </p:sp>
    </p:spTree>
    <p:extLst>
      <p:ext uri="{BB962C8B-B14F-4D97-AF65-F5344CB8AC3E}">
        <p14:creationId xmlns:p14="http://schemas.microsoft.com/office/powerpoint/2010/main" val="2740374921"/>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A66D93D-6747-EA45-A69B-0489C7E967BC}"/>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grpSp>
        <p:nvGrpSpPr>
          <p:cNvPr id="5" name="Rounded Rectangle 3">
            <a:extLst>
              <a:ext uri="{FF2B5EF4-FFF2-40B4-BE49-F238E27FC236}">
                <a16:creationId xmlns:a16="http://schemas.microsoft.com/office/drawing/2014/main" id="{C0FE31DF-0905-B461-3B0A-4D41C2BB2AAA}"/>
              </a:ext>
            </a:extLst>
          </p:cNvPr>
          <p:cNvGrpSpPr>
            <a:grpSpLocks/>
          </p:cNvGrpSpPr>
          <p:nvPr/>
        </p:nvGrpSpPr>
        <p:grpSpPr bwMode="auto">
          <a:xfrm>
            <a:off x="63500" y="63500"/>
            <a:ext cx="9029700" cy="6705600"/>
            <a:chOff x="40" y="40"/>
            <a:chExt cx="5688" cy="4224"/>
          </a:xfrm>
        </p:grpSpPr>
        <p:pic>
          <p:nvPicPr>
            <p:cNvPr id="6" name="Rounded Rectangle 3">
              <a:extLst>
                <a:ext uri="{FF2B5EF4-FFF2-40B4-BE49-F238E27FC236}">
                  <a16:creationId xmlns:a16="http://schemas.microsoft.com/office/drawing/2014/main" id="{9A4F9B0B-6584-453E-2961-38A09C87CBF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 y="40"/>
              <a:ext cx="5688" cy="4224"/>
            </a:xfrm>
            <a:prstGeom prst="rect">
              <a:avLst/>
            </a:prstGeom>
            <a:noFill/>
            <a:extLst>
              <a:ext uri="{909E8E84-426E-40DD-AFC4-6F175D3DCCD1}">
                <a14:hiddenFill xmlns:a14="http://schemas.microsoft.com/office/drawing/2010/main">
                  <a:solidFill>
                    <a:srgbClr val="FFFFFF"/>
                  </a:solidFill>
                </a14:hiddenFill>
              </a:ext>
            </a:extLst>
          </p:spPr>
        </p:pic>
        <p:sp>
          <p:nvSpPr>
            <p:cNvPr id="7" name="Text Box 4">
              <a:extLst>
                <a:ext uri="{FF2B5EF4-FFF2-40B4-BE49-F238E27FC236}">
                  <a16:creationId xmlns:a16="http://schemas.microsoft.com/office/drawing/2014/main" id="{539AD6E8-AE7B-6FE2-E2D6-23B10F55884D}"/>
                </a:ext>
              </a:extLst>
            </p:cNvPr>
            <p:cNvSpPr txBox="1">
              <a:spLocks noChangeArrowheads="1"/>
            </p:cNvSpPr>
            <p:nvPr/>
          </p:nvSpPr>
          <p:spPr bwMode="auto">
            <a:xfrm>
              <a:off x="102" y="105"/>
              <a:ext cx="5556" cy="4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ctr" eaLnBrk="1" hangingPunct="1"/>
              <a:endParaRPr lang="en-US" altLang="en-US">
                <a:solidFill>
                  <a:srgbClr val="FFFFFF"/>
                </a:solidFill>
                <a:latin typeface="Perpetua" panose="02020502060401020303" pitchFamily="18" charset="0"/>
              </a:endParaRPr>
            </a:p>
          </p:txBody>
        </p:sp>
      </p:grpSp>
      <p:sp>
        <p:nvSpPr>
          <p:cNvPr id="8" name="Rectangle 7">
            <a:extLst>
              <a:ext uri="{FF2B5EF4-FFF2-40B4-BE49-F238E27FC236}">
                <a16:creationId xmlns:a16="http://schemas.microsoft.com/office/drawing/2014/main" id="{FD8BB033-31B7-43E4-08F0-7A886DBC49E2}"/>
              </a:ext>
            </a:extLst>
          </p:cNvPr>
          <p:cNvSpPr/>
          <p:nvPr/>
        </p:nvSpPr>
        <p:spPr>
          <a:xfrm flipV="1">
            <a:off x="69850" y="2376488"/>
            <a:ext cx="901382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9" name="Rectangle 8">
            <a:extLst>
              <a:ext uri="{FF2B5EF4-FFF2-40B4-BE49-F238E27FC236}">
                <a16:creationId xmlns:a16="http://schemas.microsoft.com/office/drawing/2014/main" id="{EB36DDB8-F65A-AB03-4FC0-A3660C7C52B5}"/>
              </a:ext>
            </a:extLst>
          </p:cNvPr>
          <p:cNvSpPr/>
          <p:nvPr/>
        </p:nvSpPr>
        <p:spPr>
          <a:xfrm>
            <a:off x="69850" y="2341563"/>
            <a:ext cx="901382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10" name="Rectangle 9">
            <a:extLst>
              <a:ext uri="{FF2B5EF4-FFF2-40B4-BE49-F238E27FC236}">
                <a16:creationId xmlns:a16="http://schemas.microsoft.com/office/drawing/2014/main" id="{DDBE6296-979C-0EAE-22EA-C58A1D70825C}"/>
              </a:ext>
            </a:extLst>
          </p:cNvPr>
          <p:cNvSpPr/>
          <p:nvPr/>
        </p:nvSpPr>
        <p:spPr>
          <a:xfrm>
            <a:off x="68263" y="2468563"/>
            <a:ext cx="9015412" cy="4603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22313" y="952500"/>
            <a:ext cx="7772400" cy="1362075"/>
          </a:xfrm>
        </p:spPr>
        <p:txBody>
          <a:bodyPr/>
          <a:lstStyle>
            <a:lvl1pPr algn="l">
              <a:buNone/>
              <a:defRPr sz="4000" b="0" cap="none"/>
            </a:lvl1pPr>
          </a:lstStyle>
          <a:p>
            <a:r>
              <a:rPr lang="en-US"/>
              <a:t>Click to edit Master title style</a:t>
            </a:r>
          </a:p>
        </p:txBody>
      </p:sp>
      <p:sp>
        <p:nvSpPr>
          <p:cNvPr id="3" name="Text Placeholder 2"/>
          <p:cNvSpPr>
            <a:spLocks noGrp="1"/>
          </p:cNvSpPr>
          <p:nvPr>
            <p:ph type="body" idx="1"/>
          </p:nvPr>
        </p:nvSpPr>
        <p:spPr>
          <a:xfrm>
            <a:off x="722313" y="2547938"/>
            <a:ext cx="7772400" cy="1338262"/>
          </a:xfrm>
        </p:spPr>
        <p:txBody>
          <a:bodyPr/>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11" name="Date Placeholder 3">
            <a:extLst>
              <a:ext uri="{FF2B5EF4-FFF2-40B4-BE49-F238E27FC236}">
                <a16:creationId xmlns:a16="http://schemas.microsoft.com/office/drawing/2014/main" id="{9E5A24D9-4DC0-1BA7-7C36-709E6EDD8C28}"/>
              </a:ext>
            </a:extLst>
          </p:cNvPr>
          <p:cNvSpPr>
            <a:spLocks noGrp="1"/>
          </p:cNvSpPr>
          <p:nvPr>
            <p:ph type="dt" sz="half" idx="10"/>
          </p:nvPr>
        </p:nvSpPr>
        <p:spPr/>
        <p:txBody>
          <a:bodyPr/>
          <a:lstStyle>
            <a:lvl1pPr>
              <a:defRPr/>
            </a:lvl1pPr>
          </a:lstStyle>
          <a:p>
            <a:pPr>
              <a:defRPr/>
            </a:pPr>
            <a:fld id="{59A3D222-7E16-427C-8994-00570F6E9E22}" type="datetime9">
              <a:rPr lang="en-US"/>
              <a:pPr>
                <a:defRPr/>
              </a:pPr>
              <a:t>2/16/2026 2:15:12 PM</a:t>
            </a:fld>
            <a:endParaRPr lang="en-ZA"/>
          </a:p>
        </p:txBody>
      </p:sp>
      <p:sp>
        <p:nvSpPr>
          <p:cNvPr id="12" name="Footer Placeholder 4">
            <a:extLst>
              <a:ext uri="{FF2B5EF4-FFF2-40B4-BE49-F238E27FC236}">
                <a16:creationId xmlns:a16="http://schemas.microsoft.com/office/drawing/2014/main" id="{CE4972D9-4B27-7250-2163-7FDD710165B5}"/>
              </a:ext>
            </a:extLst>
          </p:cNvPr>
          <p:cNvSpPr>
            <a:spLocks noGrp="1"/>
          </p:cNvSpPr>
          <p:nvPr>
            <p:ph type="ftr" sz="quarter" idx="11"/>
          </p:nvPr>
        </p:nvSpPr>
        <p:spPr>
          <a:xfrm>
            <a:off x="800100" y="6172200"/>
            <a:ext cx="4000500" cy="457200"/>
          </a:xfrm>
        </p:spPr>
        <p:txBody>
          <a:bodyPr/>
          <a:lstStyle>
            <a:lvl1pPr>
              <a:defRPr/>
            </a:lvl1pPr>
          </a:lstStyle>
          <a:p>
            <a:pPr>
              <a:defRPr/>
            </a:pPr>
            <a:r>
              <a:rPr lang="en-ZA" dirty="0"/>
              <a:t>  Dr Jean de Dieu Niyonzima</a:t>
            </a:r>
          </a:p>
        </p:txBody>
      </p:sp>
      <p:sp>
        <p:nvSpPr>
          <p:cNvPr id="13" name="Slide Number Placeholder 5">
            <a:extLst>
              <a:ext uri="{FF2B5EF4-FFF2-40B4-BE49-F238E27FC236}">
                <a16:creationId xmlns:a16="http://schemas.microsoft.com/office/drawing/2014/main" id="{30B45D39-ECAF-BE55-C69E-B6C0D2018026}"/>
              </a:ext>
            </a:extLst>
          </p:cNvPr>
          <p:cNvSpPr>
            <a:spLocks noGrp="1"/>
          </p:cNvSpPr>
          <p:nvPr>
            <p:ph type="sldNum" sz="quarter" idx="12"/>
          </p:nvPr>
        </p:nvSpPr>
        <p:spPr>
          <a:xfrm>
            <a:off x="146050" y="6208713"/>
            <a:ext cx="457200" cy="457200"/>
          </a:xfrm>
        </p:spPr>
        <p:txBody>
          <a:bodyPr/>
          <a:lstStyle>
            <a:lvl1pPr>
              <a:defRPr/>
            </a:lvl1pPr>
          </a:lstStyle>
          <a:p>
            <a:pPr>
              <a:defRPr/>
            </a:pPr>
            <a:fld id="{76C721F4-26A2-4A50-A10B-8C22C451F861}" type="slidenum">
              <a:rPr lang="en-ZA" altLang="en-RW"/>
              <a:pPr>
                <a:defRPr/>
              </a:pPr>
              <a:t>‹#›</a:t>
            </a:fld>
            <a:endParaRPr lang="en-ZA" altLang="en-RW"/>
          </a:p>
        </p:txBody>
      </p:sp>
    </p:spTree>
    <p:extLst>
      <p:ext uri="{BB962C8B-B14F-4D97-AF65-F5344CB8AC3E}">
        <p14:creationId xmlns:p14="http://schemas.microsoft.com/office/powerpoint/2010/main" val="832121592"/>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91440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10"/>
          <p:cNvSpPr>
            <a:spLocks noGrp="1"/>
          </p:cNvSpPr>
          <p:nvPr>
            <p:ph sz="quarter" idx="2"/>
          </p:nvPr>
        </p:nvSpPr>
        <p:spPr>
          <a:xfrm>
            <a:off x="4933950" y="1447800"/>
            <a:ext cx="374904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13">
            <a:extLst>
              <a:ext uri="{FF2B5EF4-FFF2-40B4-BE49-F238E27FC236}">
                <a16:creationId xmlns:a16="http://schemas.microsoft.com/office/drawing/2014/main" id="{284CBE7F-E66D-6F95-FF53-1749D9375166}"/>
              </a:ext>
            </a:extLst>
          </p:cNvPr>
          <p:cNvSpPr>
            <a:spLocks noGrp="1"/>
          </p:cNvSpPr>
          <p:nvPr>
            <p:ph type="dt" sz="half" idx="10"/>
          </p:nvPr>
        </p:nvSpPr>
        <p:spPr/>
        <p:txBody>
          <a:bodyPr/>
          <a:lstStyle>
            <a:lvl1pPr>
              <a:defRPr/>
            </a:lvl1pPr>
          </a:lstStyle>
          <a:p>
            <a:pPr>
              <a:defRPr/>
            </a:pPr>
            <a:fld id="{639302E9-A75E-4402-9B49-7246A8E633C6}" type="datetime9">
              <a:rPr lang="en-US"/>
              <a:pPr>
                <a:defRPr/>
              </a:pPr>
              <a:t>2/16/2026 2:15:12 PM</a:t>
            </a:fld>
            <a:endParaRPr lang="en-ZA"/>
          </a:p>
        </p:txBody>
      </p:sp>
      <p:sp>
        <p:nvSpPr>
          <p:cNvPr id="4" name="Footer Placeholder 2">
            <a:extLst>
              <a:ext uri="{FF2B5EF4-FFF2-40B4-BE49-F238E27FC236}">
                <a16:creationId xmlns:a16="http://schemas.microsoft.com/office/drawing/2014/main" id="{4D36DE04-AFE7-EE98-B818-7E86401061D9}"/>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5" name="Slide Number Placeholder 22">
            <a:extLst>
              <a:ext uri="{FF2B5EF4-FFF2-40B4-BE49-F238E27FC236}">
                <a16:creationId xmlns:a16="http://schemas.microsoft.com/office/drawing/2014/main" id="{77F68FC3-7289-76AF-8E2C-9DB56C341C76}"/>
              </a:ext>
            </a:extLst>
          </p:cNvPr>
          <p:cNvSpPr>
            <a:spLocks noGrp="1"/>
          </p:cNvSpPr>
          <p:nvPr>
            <p:ph type="sldNum" sz="quarter" idx="12"/>
          </p:nvPr>
        </p:nvSpPr>
        <p:spPr/>
        <p:txBody>
          <a:bodyPr/>
          <a:lstStyle>
            <a:lvl1pPr>
              <a:defRPr/>
            </a:lvl1pPr>
          </a:lstStyle>
          <a:p>
            <a:pPr>
              <a:defRPr/>
            </a:pPr>
            <a:fld id="{3D3E511D-CB42-405C-ABB8-755E48CDC551}" type="slidenum">
              <a:rPr lang="en-ZA" altLang="en-RW"/>
              <a:pPr>
                <a:defRPr/>
              </a:pPr>
              <a:t>‹#›</a:t>
            </a:fld>
            <a:endParaRPr lang="en-ZA" altLang="en-RW"/>
          </a:p>
        </p:txBody>
      </p:sp>
    </p:spTree>
    <p:extLst>
      <p:ext uri="{BB962C8B-B14F-4D97-AF65-F5344CB8AC3E}">
        <p14:creationId xmlns:p14="http://schemas.microsoft.com/office/powerpoint/2010/main" val="2328960811"/>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anchor="b">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11" name="Content Placeholder 10"/>
          <p:cNvSpPr>
            <a:spLocks noGrp="1"/>
          </p:cNvSpPr>
          <p:nvPr>
            <p:ph sz="half" idx="2"/>
          </p:nvPr>
        </p:nvSpPr>
        <p:spPr>
          <a:xfrm>
            <a:off x="9144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12"/>
          <p:cNvSpPr>
            <a:spLocks noGrp="1"/>
          </p:cNvSpPr>
          <p:nvPr>
            <p:ph sz="half" idx="4"/>
          </p:nvPr>
        </p:nvSpPr>
        <p:spPr>
          <a:xfrm>
            <a:off x="4953000" y="2247900"/>
            <a:ext cx="3733800" cy="3886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13">
            <a:extLst>
              <a:ext uri="{FF2B5EF4-FFF2-40B4-BE49-F238E27FC236}">
                <a16:creationId xmlns:a16="http://schemas.microsoft.com/office/drawing/2014/main" id="{54EA8796-AB3D-8720-8B90-41AA6E172FBA}"/>
              </a:ext>
            </a:extLst>
          </p:cNvPr>
          <p:cNvSpPr>
            <a:spLocks noGrp="1"/>
          </p:cNvSpPr>
          <p:nvPr>
            <p:ph type="dt" sz="half" idx="10"/>
          </p:nvPr>
        </p:nvSpPr>
        <p:spPr/>
        <p:txBody>
          <a:bodyPr/>
          <a:lstStyle>
            <a:lvl1pPr>
              <a:defRPr/>
            </a:lvl1pPr>
          </a:lstStyle>
          <a:p>
            <a:pPr>
              <a:defRPr/>
            </a:pPr>
            <a:fld id="{A69A7589-8277-48B1-96CA-E9B754FF30AE}" type="datetime9">
              <a:rPr lang="en-US"/>
              <a:pPr>
                <a:defRPr/>
              </a:pPr>
              <a:t>2/16/2026 2:15:12 PM</a:t>
            </a:fld>
            <a:endParaRPr lang="en-ZA"/>
          </a:p>
        </p:txBody>
      </p:sp>
      <p:sp>
        <p:nvSpPr>
          <p:cNvPr id="6" name="Footer Placeholder 2">
            <a:extLst>
              <a:ext uri="{FF2B5EF4-FFF2-40B4-BE49-F238E27FC236}">
                <a16:creationId xmlns:a16="http://schemas.microsoft.com/office/drawing/2014/main" id="{B33B1F9C-B9B1-7E6A-7677-489917EE42AF}"/>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7" name="Slide Number Placeholder 22">
            <a:extLst>
              <a:ext uri="{FF2B5EF4-FFF2-40B4-BE49-F238E27FC236}">
                <a16:creationId xmlns:a16="http://schemas.microsoft.com/office/drawing/2014/main" id="{026EDD0B-A263-B9BE-A54E-1B5A78DB219B}"/>
              </a:ext>
            </a:extLst>
          </p:cNvPr>
          <p:cNvSpPr>
            <a:spLocks noGrp="1"/>
          </p:cNvSpPr>
          <p:nvPr>
            <p:ph type="sldNum" sz="quarter" idx="12"/>
          </p:nvPr>
        </p:nvSpPr>
        <p:spPr/>
        <p:txBody>
          <a:bodyPr/>
          <a:lstStyle>
            <a:lvl1pPr>
              <a:defRPr/>
            </a:lvl1pPr>
          </a:lstStyle>
          <a:p>
            <a:pPr>
              <a:defRPr/>
            </a:pPr>
            <a:fld id="{A9E6D5CD-05C9-46CE-9978-C2B625B1561B}" type="slidenum">
              <a:rPr lang="en-ZA" altLang="en-RW"/>
              <a:pPr>
                <a:defRPr/>
              </a:pPr>
              <a:t>‹#›</a:t>
            </a:fld>
            <a:endParaRPr lang="en-ZA" altLang="en-RW"/>
          </a:p>
        </p:txBody>
      </p:sp>
    </p:spTree>
    <p:extLst>
      <p:ext uri="{BB962C8B-B14F-4D97-AF65-F5344CB8AC3E}">
        <p14:creationId xmlns:p14="http://schemas.microsoft.com/office/powerpoint/2010/main" val="698969674"/>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13">
            <a:extLst>
              <a:ext uri="{FF2B5EF4-FFF2-40B4-BE49-F238E27FC236}">
                <a16:creationId xmlns:a16="http://schemas.microsoft.com/office/drawing/2014/main" id="{28839BDD-854D-B69D-EA2D-17ECF1B6C7CC}"/>
              </a:ext>
            </a:extLst>
          </p:cNvPr>
          <p:cNvSpPr>
            <a:spLocks noGrp="1"/>
          </p:cNvSpPr>
          <p:nvPr>
            <p:ph type="dt" sz="half" idx="10"/>
          </p:nvPr>
        </p:nvSpPr>
        <p:spPr/>
        <p:txBody>
          <a:bodyPr/>
          <a:lstStyle>
            <a:lvl1pPr>
              <a:defRPr/>
            </a:lvl1pPr>
          </a:lstStyle>
          <a:p>
            <a:pPr>
              <a:defRPr/>
            </a:pPr>
            <a:fld id="{9E11B16C-1F1F-4929-9880-E024AB83F6F6}" type="datetime9">
              <a:rPr lang="en-US"/>
              <a:pPr>
                <a:defRPr/>
              </a:pPr>
              <a:t>2/16/2026 2:15:12 PM</a:t>
            </a:fld>
            <a:endParaRPr lang="en-ZA"/>
          </a:p>
        </p:txBody>
      </p:sp>
      <p:sp>
        <p:nvSpPr>
          <p:cNvPr id="4" name="Footer Placeholder 2">
            <a:extLst>
              <a:ext uri="{FF2B5EF4-FFF2-40B4-BE49-F238E27FC236}">
                <a16:creationId xmlns:a16="http://schemas.microsoft.com/office/drawing/2014/main" id="{86E491C4-C614-4C01-F2B2-C1DE80B2014F}"/>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5" name="Slide Number Placeholder 22">
            <a:extLst>
              <a:ext uri="{FF2B5EF4-FFF2-40B4-BE49-F238E27FC236}">
                <a16:creationId xmlns:a16="http://schemas.microsoft.com/office/drawing/2014/main" id="{C525D1E8-89E9-B8F0-67ED-C5E4432DA666}"/>
              </a:ext>
            </a:extLst>
          </p:cNvPr>
          <p:cNvSpPr>
            <a:spLocks noGrp="1"/>
          </p:cNvSpPr>
          <p:nvPr>
            <p:ph type="sldNum" sz="quarter" idx="12"/>
          </p:nvPr>
        </p:nvSpPr>
        <p:spPr/>
        <p:txBody>
          <a:bodyPr/>
          <a:lstStyle>
            <a:lvl1pPr>
              <a:defRPr/>
            </a:lvl1pPr>
          </a:lstStyle>
          <a:p>
            <a:pPr>
              <a:defRPr/>
            </a:pPr>
            <a:fld id="{21119623-F36E-44E1-8E34-0271C02F8ED3}" type="slidenum">
              <a:rPr lang="en-ZA" altLang="en-RW"/>
              <a:pPr>
                <a:defRPr/>
              </a:pPr>
              <a:t>‹#›</a:t>
            </a:fld>
            <a:endParaRPr lang="en-ZA" altLang="en-RW"/>
          </a:p>
        </p:txBody>
      </p:sp>
    </p:spTree>
    <p:extLst>
      <p:ext uri="{BB962C8B-B14F-4D97-AF65-F5344CB8AC3E}">
        <p14:creationId xmlns:p14="http://schemas.microsoft.com/office/powerpoint/2010/main" val="1429507772"/>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3">
            <a:extLst>
              <a:ext uri="{FF2B5EF4-FFF2-40B4-BE49-F238E27FC236}">
                <a16:creationId xmlns:a16="http://schemas.microsoft.com/office/drawing/2014/main" id="{97EAE280-77A9-25F9-9DDE-0AABD75431B4}"/>
              </a:ext>
            </a:extLst>
          </p:cNvPr>
          <p:cNvSpPr>
            <a:spLocks noGrp="1"/>
          </p:cNvSpPr>
          <p:nvPr>
            <p:ph type="dt" sz="half" idx="10"/>
          </p:nvPr>
        </p:nvSpPr>
        <p:spPr/>
        <p:txBody>
          <a:bodyPr/>
          <a:lstStyle>
            <a:lvl1pPr>
              <a:defRPr/>
            </a:lvl1pPr>
          </a:lstStyle>
          <a:p>
            <a:pPr>
              <a:defRPr/>
            </a:pPr>
            <a:fld id="{01F71B87-B6E6-4CFA-BF69-28AC2EF34B57}" type="datetime9">
              <a:rPr lang="en-US"/>
              <a:pPr>
                <a:defRPr/>
              </a:pPr>
              <a:t>2/16/2026 2:15:12 PM</a:t>
            </a:fld>
            <a:endParaRPr lang="en-ZA"/>
          </a:p>
        </p:txBody>
      </p:sp>
      <p:sp>
        <p:nvSpPr>
          <p:cNvPr id="3" name="Footer Placeholder 2">
            <a:extLst>
              <a:ext uri="{FF2B5EF4-FFF2-40B4-BE49-F238E27FC236}">
                <a16:creationId xmlns:a16="http://schemas.microsoft.com/office/drawing/2014/main" id="{F91DDE56-4E2E-DE3B-EAA1-49B4747BE1A5}"/>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4" name="Slide Number Placeholder 22">
            <a:extLst>
              <a:ext uri="{FF2B5EF4-FFF2-40B4-BE49-F238E27FC236}">
                <a16:creationId xmlns:a16="http://schemas.microsoft.com/office/drawing/2014/main" id="{5BDD64F8-EA19-423C-7CE8-959D44F7DD6D}"/>
              </a:ext>
            </a:extLst>
          </p:cNvPr>
          <p:cNvSpPr>
            <a:spLocks noGrp="1"/>
          </p:cNvSpPr>
          <p:nvPr>
            <p:ph type="sldNum" sz="quarter" idx="12"/>
          </p:nvPr>
        </p:nvSpPr>
        <p:spPr/>
        <p:txBody>
          <a:bodyPr/>
          <a:lstStyle>
            <a:lvl1pPr>
              <a:defRPr/>
            </a:lvl1pPr>
          </a:lstStyle>
          <a:p>
            <a:pPr>
              <a:defRPr/>
            </a:pPr>
            <a:fld id="{B61844FA-34AF-4B9A-994C-EC7BA6A4B581}" type="slidenum">
              <a:rPr lang="en-ZA" altLang="en-RW"/>
              <a:pPr>
                <a:defRPr/>
              </a:pPr>
              <a:t>‹#›</a:t>
            </a:fld>
            <a:endParaRPr lang="en-ZA" altLang="en-RW"/>
          </a:p>
        </p:txBody>
      </p:sp>
    </p:spTree>
    <p:extLst>
      <p:ext uri="{BB962C8B-B14F-4D97-AF65-F5344CB8AC3E}">
        <p14:creationId xmlns:p14="http://schemas.microsoft.com/office/powerpoint/2010/main" val="2152019790"/>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462A005-963E-693B-6E35-0566321CCBF0}"/>
              </a:ext>
            </a:extLst>
          </p:cNvPr>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useBgFill="1">
        <p:nvSpPr>
          <p:cNvPr id="5" name="Rounded Rectangle 3">
            <a:extLst>
              <a:ext uri="{FF2B5EF4-FFF2-40B4-BE49-F238E27FC236}">
                <a16:creationId xmlns:a16="http://schemas.microsoft.com/office/drawing/2014/main" id="{C7392F3E-910B-85C2-9772-39C4C9781DBA}"/>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273050"/>
            <a:ext cx="7772400" cy="1143000"/>
          </a:xfrm>
        </p:spPr>
        <p:txBody>
          <a:bodyPr/>
          <a:lstStyle>
            <a:lvl1pPr algn="l">
              <a:buNone/>
              <a:defRPr sz="4000" b="0"/>
            </a:lvl1pPr>
          </a:lstStyle>
          <a:p>
            <a:r>
              <a:rPr lang="en-US"/>
              <a:t>Click to edit Master title style</a:t>
            </a:r>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a:r>
              <a:rPr lang="en-US"/>
              <a:t>Click to edit Master text styles</a:t>
            </a:r>
          </a:p>
        </p:txBody>
      </p:sp>
      <p:sp>
        <p:nvSpPr>
          <p:cNvPr id="11" name="Content Placeholder 10"/>
          <p:cNvSpPr>
            <a:spLocks noGrp="1"/>
          </p:cNvSpPr>
          <p:nvPr>
            <p:ph sz="quarter" idx="1"/>
          </p:nvPr>
        </p:nvSpPr>
        <p:spPr>
          <a:xfrm>
            <a:off x="2971800" y="1600200"/>
            <a:ext cx="57150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1D147E33-6EA7-FD73-0456-EBC6AE86A4F0}"/>
              </a:ext>
            </a:extLst>
          </p:cNvPr>
          <p:cNvSpPr>
            <a:spLocks noGrp="1"/>
          </p:cNvSpPr>
          <p:nvPr>
            <p:ph type="dt" sz="half" idx="10"/>
          </p:nvPr>
        </p:nvSpPr>
        <p:spPr/>
        <p:txBody>
          <a:bodyPr/>
          <a:lstStyle>
            <a:lvl1pPr>
              <a:defRPr/>
            </a:lvl1pPr>
          </a:lstStyle>
          <a:p>
            <a:pPr>
              <a:defRPr/>
            </a:pPr>
            <a:fld id="{8C482F26-5B9E-4FB2-A3F2-609BE715C7A8}" type="datetime9">
              <a:rPr lang="en-US"/>
              <a:pPr>
                <a:defRPr/>
              </a:pPr>
              <a:t>2/16/2026 2:15:12 PM</a:t>
            </a:fld>
            <a:endParaRPr lang="en-ZA"/>
          </a:p>
        </p:txBody>
      </p:sp>
      <p:sp>
        <p:nvSpPr>
          <p:cNvPr id="7" name="Footer Placeholder 5">
            <a:extLst>
              <a:ext uri="{FF2B5EF4-FFF2-40B4-BE49-F238E27FC236}">
                <a16:creationId xmlns:a16="http://schemas.microsoft.com/office/drawing/2014/main" id="{02078D5D-E690-B7B6-1214-0C408C1A2261}"/>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8" name="Slide Number Placeholder 6">
            <a:extLst>
              <a:ext uri="{FF2B5EF4-FFF2-40B4-BE49-F238E27FC236}">
                <a16:creationId xmlns:a16="http://schemas.microsoft.com/office/drawing/2014/main" id="{EF88B613-CFC9-B19B-500D-D9F53414D7E6}"/>
              </a:ext>
            </a:extLst>
          </p:cNvPr>
          <p:cNvSpPr>
            <a:spLocks noGrp="1"/>
          </p:cNvSpPr>
          <p:nvPr>
            <p:ph type="sldNum" sz="quarter" idx="12"/>
          </p:nvPr>
        </p:nvSpPr>
        <p:spPr/>
        <p:txBody>
          <a:bodyPr/>
          <a:lstStyle>
            <a:lvl1pPr>
              <a:defRPr/>
            </a:lvl1pPr>
          </a:lstStyle>
          <a:p>
            <a:pPr>
              <a:defRPr/>
            </a:pPr>
            <a:fld id="{47096A54-9FBB-4692-98A6-8D432F500928}" type="slidenum">
              <a:rPr lang="en-ZA" altLang="en-RW"/>
              <a:pPr>
                <a:defRPr/>
              </a:pPr>
              <a:t>‹#›</a:t>
            </a:fld>
            <a:endParaRPr lang="en-ZA" altLang="en-RW"/>
          </a:p>
        </p:txBody>
      </p:sp>
    </p:spTree>
    <p:extLst>
      <p:ext uri="{BB962C8B-B14F-4D97-AF65-F5344CB8AC3E}">
        <p14:creationId xmlns:p14="http://schemas.microsoft.com/office/powerpoint/2010/main" val="1257302316"/>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A217CB5-8B20-8962-AB5B-806E062BE129}"/>
              </a:ext>
            </a:extLst>
          </p:cNvPr>
          <p:cNvSpPr/>
          <p:nvPr/>
        </p:nvSpPr>
        <p:spPr>
          <a:xfrm flipV="1">
            <a:off x="68263" y="4683125"/>
            <a:ext cx="9007475" cy="92075"/>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6" name="Rectangle 5">
            <a:extLst>
              <a:ext uri="{FF2B5EF4-FFF2-40B4-BE49-F238E27FC236}">
                <a16:creationId xmlns:a16="http://schemas.microsoft.com/office/drawing/2014/main" id="{825CA236-8D92-D13B-3D47-E54993ED1FDE}"/>
              </a:ext>
            </a:extLst>
          </p:cNvPr>
          <p:cNvSpPr/>
          <p:nvPr/>
        </p:nvSpPr>
        <p:spPr>
          <a:xfrm>
            <a:off x="68263" y="4649788"/>
            <a:ext cx="9007475" cy="46037"/>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7" name="Rectangle 6">
            <a:extLst>
              <a:ext uri="{FF2B5EF4-FFF2-40B4-BE49-F238E27FC236}">
                <a16:creationId xmlns:a16="http://schemas.microsoft.com/office/drawing/2014/main" id="{CA513803-769D-788D-1CE1-B331C26D03A1}"/>
              </a:ext>
            </a:extLst>
          </p:cNvPr>
          <p:cNvSpPr/>
          <p:nvPr/>
        </p:nvSpPr>
        <p:spPr>
          <a:xfrm>
            <a:off x="68263" y="4773613"/>
            <a:ext cx="9007475" cy="47625"/>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lang="en-US"/>
              <a:t>Click to edit Master title style</a:t>
            </a:r>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normAutofit/>
          </a:bodyPr>
          <a:lstStyle>
            <a:lvl1pPr marL="0" indent="0">
              <a:buNone/>
              <a:defRPr sz="3200"/>
            </a:lvl1pPr>
          </a:lstStyle>
          <a:p>
            <a:pPr lvl="0"/>
            <a:r>
              <a:rPr lang="en-US" noProof="0"/>
              <a:t>Click icon to add picture</a:t>
            </a:r>
            <a:endParaRPr lang="en-US" noProof="0" dirty="0"/>
          </a:p>
        </p:txBody>
      </p:sp>
      <p:sp>
        <p:nvSpPr>
          <p:cNvPr id="8" name="Date Placeholder 4">
            <a:extLst>
              <a:ext uri="{FF2B5EF4-FFF2-40B4-BE49-F238E27FC236}">
                <a16:creationId xmlns:a16="http://schemas.microsoft.com/office/drawing/2014/main" id="{404C911A-6BEE-4BE3-971C-F03F0775A83E}"/>
              </a:ext>
            </a:extLst>
          </p:cNvPr>
          <p:cNvSpPr>
            <a:spLocks noGrp="1"/>
          </p:cNvSpPr>
          <p:nvPr>
            <p:ph type="dt" sz="half" idx="10"/>
          </p:nvPr>
        </p:nvSpPr>
        <p:spPr/>
        <p:txBody>
          <a:bodyPr/>
          <a:lstStyle>
            <a:lvl1pPr>
              <a:defRPr/>
            </a:lvl1pPr>
          </a:lstStyle>
          <a:p>
            <a:pPr>
              <a:defRPr/>
            </a:pPr>
            <a:fld id="{6874BAB7-4989-408F-9751-B7F7F34FEC2B}" type="datetime9">
              <a:rPr lang="en-US"/>
              <a:pPr>
                <a:defRPr/>
              </a:pPr>
              <a:t>2/16/2026 2:15:12 PM</a:t>
            </a:fld>
            <a:endParaRPr lang="en-ZA"/>
          </a:p>
        </p:txBody>
      </p:sp>
      <p:sp>
        <p:nvSpPr>
          <p:cNvPr id="9" name="Footer Placeholder 5">
            <a:extLst>
              <a:ext uri="{FF2B5EF4-FFF2-40B4-BE49-F238E27FC236}">
                <a16:creationId xmlns:a16="http://schemas.microsoft.com/office/drawing/2014/main" id="{FDC119E7-5F88-4618-F551-5B9C1AE472E9}"/>
              </a:ext>
            </a:extLst>
          </p:cNvPr>
          <p:cNvSpPr>
            <a:spLocks noGrp="1"/>
          </p:cNvSpPr>
          <p:nvPr>
            <p:ph type="ftr" sz="quarter" idx="11"/>
          </p:nvPr>
        </p:nvSpPr>
        <p:spPr>
          <a:xfrm>
            <a:off x="914400" y="6172200"/>
            <a:ext cx="3886200" cy="457200"/>
          </a:xfrm>
        </p:spPr>
        <p:txBody>
          <a:bodyPr/>
          <a:lstStyle>
            <a:lvl1pPr>
              <a:defRPr/>
            </a:lvl1pPr>
          </a:lstStyle>
          <a:p>
            <a:pPr>
              <a:defRPr/>
            </a:pPr>
            <a:r>
              <a:rPr lang="en-ZA" dirty="0"/>
              <a:t>  Dr Jean de Dieu Niyonzima</a:t>
            </a:r>
          </a:p>
        </p:txBody>
      </p:sp>
      <p:sp>
        <p:nvSpPr>
          <p:cNvPr id="10" name="Slide Number Placeholder 6">
            <a:extLst>
              <a:ext uri="{FF2B5EF4-FFF2-40B4-BE49-F238E27FC236}">
                <a16:creationId xmlns:a16="http://schemas.microsoft.com/office/drawing/2014/main" id="{6A521180-6ACD-D7E5-08CF-7679361F246B}"/>
              </a:ext>
            </a:extLst>
          </p:cNvPr>
          <p:cNvSpPr>
            <a:spLocks noGrp="1"/>
          </p:cNvSpPr>
          <p:nvPr>
            <p:ph type="sldNum" sz="quarter" idx="12"/>
          </p:nvPr>
        </p:nvSpPr>
        <p:spPr>
          <a:xfrm>
            <a:off x="146050" y="6208713"/>
            <a:ext cx="457200" cy="457200"/>
          </a:xfrm>
        </p:spPr>
        <p:txBody>
          <a:bodyPr/>
          <a:lstStyle>
            <a:lvl1pPr>
              <a:defRPr/>
            </a:lvl1pPr>
          </a:lstStyle>
          <a:p>
            <a:pPr>
              <a:defRPr/>
            </a:pPr>
            <a:fld id="{767D922E-CF0C-4E99-9CDD-8B70D5E06B1A}" type="slidenum">
              <a:rPr lang="en-ZA" altLang="en-RW"/>
              <a:pPr>
                <a:defRPr/>
              </a:pPr>
              <a:t>‹#›</a:t>
            </a:fld>
            <a:endParaRPr lang="en-ZA" altLang="en-RW"/>
          </a:p>
        </p:txBody>
      </p:sp>
    </p:spTree>
    <p:extLst>
      <p:ext uri="{BB962C8B-B14F-4D97-AF65-F5344CB8AC3E}">
        <p14:creationId xmlns:p14="http://schemas.microsoft.com/office/powerpoint/2010/main" val="138984750"/>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1E785D15-FFC9-320E-2784-DF4B5FC94EF8}"/>
              </a:ext>
            </a:extLst>
          </p:cNvPr>
          <p:cNvSpPr>
            <a:spLocks noGrp="1"/>
          </p:cNvSpPr>
          <p:nvPr>
            <p:ph type="dt" sz="half" idx="10"/>
          </p:nvPr>
        </p:nvSpPr>
        <p:spPr/>
        <p:txBody>
          <a:bodyPr/>
          <a:lstStyle>
            <a:lvl1pPr>
              <a:defRPr/>
            </a:lvl1pPr>
          </a:lstStyle>
          <a:p>
            <a:pPr>
              <a:defRPr/>
            </a:pPr>
            <a:fld id="{3E5341E2-9089-46BA-A066-4A6D0F01E2FE}" type="datetime9">
              <a:rPr lang="en-US"/>
              <a:pPr>
                <a:defRPr/>
              </a:pPr>
              <a:t>2/16/2026 2:15:12 PM</a:t>
            </a:fld>
            <a:endParaRPr lang="en-ZA"/>
          </a:p>
        </p:txBody>
      </p:sp>
      <p:sp>
        <p:nvSpPr>
          <p:cNvPr id="5" name="Footer Placeholder 2">
            <a:extLst>
              <a:ext uri="{FF2B5EF4-FFF2-40B4-BE49-F238E27FC236}">
                <a16:creationId xmlns:a16="http://schemas.microsoft.com/office/drawing/2014/main" id="{9761FF2F-593B-9580-3680-B1DFCFCDB9DB}"/>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6" name="Slide Number Placeholder 22">
            <a:extLst>
              <a:ext uri="{FF2B5EF4-FFF2-40B4-BE49-F238E27FC236}">
                <a16:creationId xmlns:a16="http://schemas.microsoft.com/office/drawing/2014/main" id="{95D9899A-6704-CBB3-4DAB-9228D438AC00}"/>
              </a:ext>
            </a:extLst>
          </p:cNvPr>
          <p:cNvSpPr>
            <a:spLocks noGrp="1"/>
          </p:cNvSpPr>
          <p:nvPr>
            <p:ph type="sldNum" sz="quarter" idx="12"/>
          </p:nvPr>
        </p:nvSpPr>
        <p:spPr/>
        <p:txBody>
          <a:bodyPr/>
          <a:lstStyle>
            <a:lvl1pPr>
              <a:defRPr/>
            </a:lvl1pPr>
          </a:lstStyle>
          <a:p>
            <a:pPr>
              <a:defRPr/>
            </a:pPr>
            <a:fld id="{29A33863-41AC-4DDC-90DA-38C6682C18E9}" type="slidenum">
              <a:rPr lang="en-ZA" altLang="en-RW"/>
              <a:pPr>
                <a:defRPr/>
              </a:pPr>
              <a:t>‹#›</a:t>
            </a:fld>
            <a:endParaRPr lang="en-ZA" altLang="en-RW"/>
          </a:p>
        </p:txBody>
      </p:sp>
    </p:spTree>
    <p:extLst>
      <p:ext uri="{BB962C8B-B14F-4D97-AF65-F5344CB8AC3E}">
        <p14:creationId xmlns:p14="http://schemas.microsoft.com/office/powerpoint/2010/main" val="1180297689"/>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914400" y="274640"/>
            <a:ext cx="55626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7A60C8B2-10B1-560B-B0B7-746B3844ED7B}"/>
              </a:ext>
            </a:extLst>
          </p:cNvPr>
          <p:cNvSpPr>
            <a:spLocks noGrp="1"/>
          </p:cNvSpPr>
          <p:nvPr>
            <p:ph type="dt" sz="half" idx="10"/>
          </p:nvPr>
        </p:nvSpPr>
        <p:spPr/>
        <p:txBody>
          <a:bodyPr/>
          <a:lstStyle>
            <a:lvl1pPr>
              <a:defRPr/>
            </a:lvl1pPr>
          </a:lstStyle>
          <a:p>
            <a:pPr>
              <a:defRPr/>
            </a:pPr>
            <a:fld id="{FBF53B53-B5F2-4B0E-9720-33DE3AEEA6AA}" type="datetime9">
              <a:rPr lang="en-US"/>
              <a:pPr>
                <a:defRPr/>
              </a:pPr>
              <a:t>2/16/2026 2:15:12 PM</a:t>
            </a:fld>
            <a:endParaRPr lang="en-ZA"/>
          </a:p>
        </p:txBody>
      </p:sp>
      <p:sp>
        <p:nvSpPr>
          <p:cNvPr id="5" name="Footer Placeholder 2">
            <a:extLst>
              <a:ext uri="{FF2B5EF4-FFF2-40B4-BE49-F238E27FC236}">
                <a16:creationId xmlns:a16="http://schemas.microsoft.com/office/drawing/2014/main" id="{3ED9A725-0699-7DE3-3C02-67FC93EAB7C4}"/>
              </a:ext>
            </a:extLst>
          </p:cNvPr>
          <p:cNvSpPr>
            <a:spLocks noGrp="1"/>
          </p:cNvSpPr>
          <p:nvPr>
            <p:ph type="ftr" sz="quarter" idx="11"/>
          </p:nvPr>
        </p:nvSpPr>
        <p:spPr/>
        <p:txBody>
          <a:bodyPr/>
          <a:lstStyle>
            <a:lvl1pPr>
              <a:defRPr/>
            </a:lvl1pPr>
          </a:lstStyle>
          <a:p>
            <a:pPr>
              <a:defRPr/>
            </a:pPr>
            <a:r>
              <a:rPr lang="en-ZA" dirty="0"/>
              <a:t>  Dr Jean de Dieu Niyonzima</a:t>
            </a:r>
          </a:p>
        </p:txBody>
      </p:sp>
      <p:sp>
        <p:nvSpPr>
          <p:cNvPr id="6" name="Slide Number Placeholder 22">
            <a:extLst>
              <a:ext uri="{FF2B5EF4-FFF2-40B4-BE49-F238E27FC236}">
                <a16:creationId xmlns:a16="http://schemas.microsoft.com/office/drawing/2014/main" id="{34860B32-3C65-304B-DFF9-C8827310E99D}"/>
              </a:ext>
            </a:extLst>
          </p:cNvPr>
          <p:cNvSpPr>
            <a:spLocks noGrp="1"/>
          </p:cNvSpPr>
          <p:nvPr>
            <p:ph type="sldNum" sz="quarter" idx="12"/>
          </p:nvPr>
        </p:nvSpPr>
        <p:spPr/>
        <p:txBody>
          <a:bodyPr/>
          <a:lstStyle>
            <a:lvl1pPr>
              <a:defRPr/>
            </a:lvl1pPr>
          </a:lstStyle>
          <a:p>
            <a:pPr>
              <a:defRPr/>
            </a:pPr>
            <a:fld id="{B145F024-422E-46F6-A34D-BDA97A075883}" type="slidenum">
              <a:rPr lang="en-ZA" altLang="en-RW"/>
              <a:pPr>
                <a:defRPr/>
              </a:pPr>
              <a:t>‹#›</a:t>
            </a:fld>
            <a:endParaRPr lang="en-ZA" altLang="en-RW"/>
          </a:p>
        </p:txBody>
      </p:sp>
    </p:spTree>
    <p:extLst>
      <p:ext uri="{BB962C8B-B14F-4D97-AF65-F5344CB8AC3E}">
        <p14:creationId xmlns:p14="http://schemas.microsoft.com/office/powerpoint/2010/main" val="2982071565"/>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2007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81F9818-26DC-D03A-C49F-3361B1B12780}"/>
              </a:ext>
            </a:extLst>
          </p:cNvPr>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useBgFill="1">
        <p:nvSpPr>
          <p:cNvPr id="8" name="Rounded Rectangle 7">
            <a:extLst>
              <a:ext uri="{FF2B5EF4-FFF2-40B4-BE49-F238E27FC236}">
                <a16:creationId xmlns:a16="http://schemas.microsoft.com/office/drawing/2014/main" id="{0775E1C9-8BDC-A4F9-8226-7D335DD82F4F}"/>
              </a:ext>
            </a:extLst>
          </p:cNvPr>
          <p:cNvSpPr/>
          <p:nvPr/>
        </p:nvSpPr>
        <p:spPr>
          <a:xfrm>
            <a:off x="63500" y="69850"/>
            <a:ext cx="9013825" cy="6692900"/>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hangingPunct="1">
              <a:defRPr/>
            </a:pPr>
            <a:endParaRPr lang="en-US"/>
          </a:p>
        </p:txBody>
      </p:sp>
      <p:sp>
        <p:nvSpPr>
          <p:cNvPr id="1028" name="Title Placeholder 21">
            <a:extLst>
              <a:ext uri="{FF2B5EF4-FFF2-40B4-BE49-F238E27FC236}">
                <a16:creationId xmlns:a16="http://schemas.microsoft.com/office/drawing/2014/main" id="{DD3B83C1-31F1-BBE4-3932-3DCC41920D7A}"/>
              </a:ext>
            </a:extLst>
          </p:cNvPr>
          <p:cNvSpPr>
            <a:spLocks noGrp="1"/>
          </p:cNvSpPr>
          <p:nvPr>
            <p:ph type="title"/>
          </p:nvPr>
        </p:nvSpPr>
        <p:spPr bwMode="auto">
          <a:xfrm>
            <a:off x="914400" y="274638"/>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91440" numCol="1" anchor="b" anchorCtr="0" compatLnSpc="1">
            <a:prstTxWarp prst="textNoShape">
              <a:avLst/>
            </a:prstTxWarp>
          </a:bodyPr>
          <a:lstStyle/>
          <a:p>
            <a:pPr lvl="0"/>
            <a:r>
              <a:rPr lang="en-US" altLang="en-GB"/>
              <a:t>Click to edit Master title style</a:t>
            </a:r>
          </a:p>
        </p:txBody>
      </p:sp>
      <p:sp>
        <p:nvSpPr>
          <p:cNvPr id="1029" name="Text Placeholder 12">
            <a:extLst>
              <a:ext uri="{FF2B5EF4-FFF2-40B4-BE49-F238E27FC236}">
                <a16:creationId xmlns:a16="http://schemas.microsoft.com/office/drawing/2014/main" id="{EF05D07C-A567-8B97-7A90-550B6A4ED561}"/>
              </a:ext>
            </a:extLst>
          </p:cNvPr>
          <p:cNvSpPr>
            <a:spLocks noGrp="1"/>
          </p:cNvSpPr>
          <p:nvPr>
            <p:ph type="body" idx="1"/>
          </p:nvPr>
        </p:nvSpPr>
        <p:spPr bwMode="auto">
          <a:xfrm>
            <a:off x="914400" y="1447800"/>
            <a:ext cx="77724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GB"/>
              <a:t>Click to edit Master text styles</a:t>
            </a:r>
          </a:p>
          <a:p>
            <a:pPr lvl="1"/>
            <a:r>
              <a:rPr lang="en-US" altLang="en-GB"/>
              <a:t>Second level</a:t>
            </a:r>
          </a:p>
          <a:p>
            <a:pPr lvl="2"/>
            <a:r>
              <a:rPr lang="en-US" altLang="en-GB"/>
              <a:t>Third level</a:t>
            </a:r>
          </a:p>
          <a:p>
            <a:pPr lvl="3"/>
            <a:r>
              <a:rPr lang="en-US" altLang="en-GB"/>
              <a:t>Fourth level</a:t>
            </a:r>
          </a:p>
          <a:p>
            <a:pPr lvl="4"/>
            <a:r>
              <a:rPr lang="en-US" altLang="en-GB"/>
              <a:t>Fifth level</a:t>
            </a:r>
          </a:p>
        </p:txBody>
      </p:sp>
      <p:sp>
        <p:nvSpPr>
          <p:cNvPr id="14" name="Date Placeholder 13">
            <a:extLst>
              <a:ext uri="{FF2B5EF4-FFF2-40B4-BE49-F238E27FC236}">
                <a16:creationId xmlns:a16="http://schemas.microsoft.com/office/drawing/2014/main" id="{8E530F35-6C7A-ABD6-8F4A-5F7CA66BD3B8}"/>
              </a:ext>
            </a:extLst>
          </p:cNvPr>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cs typeface="Arial" charset="0"/>
              </a:defRPr>
            </a:lvl1pPr>
          </a:lstStyle>
          <a:p>
            <a:pPr>
              <a:defRPr/>
            </a:pPr>
            <a:fld id="{E51FC985-21C2-4BF7-BDC3-EF50F095895F}" type="datetime9">
              <a:rPr lang="en-US"/>
              <a:pPr>
                <a:defRPr/>
              </a:pPr>
              <a:t>2/16/2026 2:15:12 PM</a:t>
            </a:fld>
            <a:endParaRPr lang="en-ZA"/>
          </a:p>
        </p:txBody>
      </p:sp>
      <p:sp>
        <p:nvSpPr>
          <p:cNvPr id="3" name="Footer Placeholder 2">
            <a:extLst>
              <a:ext uri="{FF2B5EF4-FFF2-40B4-BE49-F238E27FC236}">
                <a16:creationId xmlns:a16="http://schemas.microsoft.com/office/drawing/2014/main" id="{F7B4EC8C-E89C-1FBE-E17D-AEEB6612F038}"/>
              </a:ext>
            </a:extLst>
          </p:cNvPr>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cs typeface="Arial" charset="0"/>
              </a:defRPr>
            </a:lvl1pPr>
          </a:lstStyle>
          <a:p>
            <a:pPr>
              <a:defRPr/>
            </a:pPr>
            <a:r>
              <a:rPr lang="en-ZA" dirty="0"/>
              <a:t>  Dr Jean de Dieu Niyonzima</a:t>
            </a:r>
          </a:p>
        </p:txBody>
      </p:sp>
      <p:sp>
        <p:nvSpPr>
          <p:cNvPr id="23" name="Slide Number Placeholder 22">
            <a:extLst>
              <a:ext uri="{FF2B5EF4-FFF2-40B4-BE49-F238E27FC236}">
                <a16:creationId xmlns:a16="http://schemas.microsoft.com/office/drawing/2014/main" id="{9FD0DB4F-4D43-26DA-D364-D5E76FC638A1}"/>
              </a:ext>
            </a:extLst>
          </p:cNvPr>
          <p:cNvSpPr>
            <a:spLocks noGrp="1"/>
          </p:cNvSpPr>
          <p:nvPr>
            <p:ph type="sldNum" sz="quarter" idx="4"/>
          </p:nvPr>
        </p:nvSpPr>
        <p:spPr>
          <a:xfrm>
            <a:off x="146050" y="6210300"/>
            <a:ext cx="457200" cy="457200"/>
          </a:xfrm>
          <a:prstGeom prst="ellipse">
            <a:avLst/>
          </a:prstGeom>
          <a:solidFill>
            <a:schemeClr val="accent1"/>
          </a:solidFill>
        </p:spPr>
        <p:txBody>
          <a:bodyPr vert="horz" wrap="none" lIns="0" tIns="0" rIns="0" bIns="0" numCol="1" anchor="ctr" anchorCtr="1" compatLnSpc="1">
            <a:prstTxWarp prst="textNoShape">
              <a:avLst/>
            </a:prstTxWarp>
            <a:noAutofit/>
          </a:bodyPr>
          <a:lstStyle>
            <a:lvl1pPr algn="ctr" eaLnBrk="1" hangingPunct="1">
              <a:defRPr sz="1400">
                <a:solidFill>
                  <a:srgbClr val="FFFFFF"/>
                </a:solidFill>
                <a:latin typeface="Franklin Gothic Book" panose="020B0503020102020204" pitchFamily="34" charset="0"/>
              </a:defRPr>
            </a:lvl1pPr>
          </a:lstStyle>
          <a:p>
            <a:pPr>
              <a:defRPr/>
            </a:pPr>
            <a:fld id="{7F627BA0-4CB7-4403-9CE0-DDE783B163A0}" type="slidenum">
              <a:rPr lang="en-ZA" altLang="en-RW"/>
              <a:pPr>
                <a:defRPr/>
              </a:pPr>
              <a:t>‹#›</a:t>
            </a:fld>
            <a:endParaRPr lang="en-ZA" altLang="en-RW"/>
          </a:p>
        </p:txBody>
      </p:sp>
    </p:spTree>
  </p:cSld>
  <p:clrMap bg1="lt1" tx1="dk1" bg2="lt2" tx2="dk2" accent1="accent1" accent2="accent2" accent3="accent3" accent4="accent4" accent5="accent5" accent6="accent6" hlink="hlink" folHlink="folHlink"/>
  <p:sldLayoutIdLst>
    <p:sldLayoutId id="2147484689" r:id="rId1"/>
    <p:sldLayoutId id="2147484682" r:id="rId2"/>
    <p:sldLayoutId id="2147484690" r:id="rId3"/>
    <p:sldLayoutId id="2147484683" r:id="rId4"/>
    <p:sldLayoutId id="2147484684" r:id="rId5"/>
    <p:sldLayoutId id="2147484685" r:id="rId6"/>
    <p:sldLayoutId id="2147484686" r:id="rId7"/>
    <p:sldLayoutId id="2147484691" r:id="rId8"/>
    <p:sldLayoutId id="2147484692" r:id="rId9"/>
    <p:sldLayoutId id="2147484687" r:id="rId10"/>
    <p:sldLayoutId id="2147484688" r:id="rId11"/>
    <p:sldLayoutId id="2147484693" r:id="rId12"/>
  </p:sldLayoutIdLst>
  <p:transition spd="med">
    <p:fade/>
  </p:transition>
  <p:hf hdr="0"/>
  <p:txStyles>
    <p:titleStyle>
      <a:lvl1pPr algn="l" rtl="0" eaLnBrk="0" fontAlgn="base" hangingPunct="0">
        <a:spcBef>
          <a:spcPct val="0"/>
        </a:spcBef>
        <a:spcAft>
          <a:spcPct val="0"/>
        </a:spcAft>
        <a:defRPr sz="4000" kern="12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Franklin Gothic Book" pitchFamily="34" charset="0"/>
        </a:defRPr>
      </a:lvl2pPr>
      <a:lvl3pPr algn="l" rtl="0" eaLnBrk="0" fontAlgn="base" hangingPunct="0">
        <a:spcBef>
          <a:spcPct val="0"/>
        </a:spcBef>
        <a:spcAft>
          <a:spcPct val="0"/>
        </a:spcAft>
        <a:defRPr sz="4000">
          <a:solidFill>
            <a:schemeClr val="tx2"/>
          </a:solidFill>
          <a:latin typeface="Franklin Gothic Book" pitchFamily="34" charset="0"/>
        </a:defRPr>
      </a:lvl3pPr>
      <a:lvl4pPr algn="l" rtl="0" eaLnBrk="0" fontAlgn="base" hangingPunct="0">
        <a:spcBef>
          <a:spcPct val="0"/>
        </a:spcBef>
        <a:spcAft>
          <a:spcPct val="0"/>
        </a:spcAft>
        <a:defRPr sz="4000">
          <a:solidFill>
            <a:schemeClr val="tx2"/>
          </a:solidFill>
          <a:latin typeface="Franklin Gothic Book" pitchFamily="34" charset="0"/>
        </a:defRPr>
      </a:lvl4pPr>
      <a:lvl5pPr algn="l" rtl="0" eaLnBrk="0" fontAlgn="base" hangingPunct="0">
        <a:spcBef>
          <a:spcPct val="0"/>
        </a:spcBef>
        <a:spcAft>
          <a:spcPct val="0"/>
        </a:spcAft>
        <a:defRPr sz="4000">
          <a:solidFill>
            <a:schemeClr val="tx2"/>
          </a:solidFill>
          <a:latin typeface="Franklin Gothic Book" pitchFamily="34" charset="0"/>
        </a:defRPr>
      </a:lvl5pPr>
      <a:lvl6pPr marL="457200" algn="l" rtl="0" fontAlgn="base">
        <a:spcBef>
          <a:spcPct val="0"/>
        </a:spcBef>
        <a:spcAft>
          <a:spcPct val="0"/>
        </a:spcAft>
        <a:defRPr sz="4000">
          <a:solidFill>
            <a:schemeClr val="tx2"/>
          </a:solidFill>
          <a:latin typeface="Franklin Gothic Book" pitchFamily="34" charset="0"/>
        </a:defRPr>
      </a:lvl6pPr>
      <a:lvl7pPr marL="914400" algn="l" rtl="0" fontAlgn="base">
        <a:spcBef>
          <a:spcPct val="0"/>
        </a:spcBef>
        <a:spcAft>
          <a:spcPct val="0"/>
        </a:spcAft>
        <a:defRPr sz="4000">
          <a:solidFill>
            <a:schemeClr val="tx2"/>
          </a:solidFill>
          <a:latin typeface="Franklin Gothic Book" pitchFamily="34" charset="0"/>
        </a:defRPr>
      </a:lvl7pPr>
      <a:lvl8pPr marL="1371600" algn="l" rtl="0" fontAlgn="base">
        <a:spcBef>
          <a:spcPct val="0"/>
        </a:spcBef>
        <a:spcAft>
          <a:spcPct val="0"/>
        </a:spcAft>
        <a:defRPr sz="4000">
          <a:solidFill>
            <a:schemeClr val="tx2"/>
          </a:solidFill>
          <a:latin typeface="Franklin Gothic Book" pitchFamily="34" charset="0"/>
        </a:defRPr>
      </a:lvl8pPr>
      <a:lvl9pPr marL="1828800" algn="l" rtl="0" fontAlgn="base">
        <a:spcBef>
          <a:spcPct val="0"/>
        </a:spcBef>
        <a:spcAft>
          <a:spcPct val="0"/>
        </a:spcAft>
        <a:defRPr sz="4000">
          <a:solidFill>
            <a:schemeClr val="tx2"/>
          </a:solidFill>
          <a:latin typeface="Franklin Gothic Book" pitchFamily="34" charset="0"/>
        </a:defRPr>
      </a:lvl9pPr>
    </p:titleStyle>
    <p:bodyStyle>
      <a:lvl1pPr marL="273050" indent="-273050" algn="l" rtl="0" eaLnBrk="0" fontAlgn="base" hangingPunct="0">
        <a:spcBef>
          <a:spcPts val="575"/>
        </a:spcBef>
        <a:spcAft>
          <a:spcPct val="0"/>
        </a:spcAft>
        <a:buClr>
          <a:schemeClr val="accent1"/>
        </a:buClr>
        <a:buSzPct val="85000"/>
        <a:buFont typeface="Wingdings 2" panose="05020102010507070707" pitchFamily="18" charset="2"/>
        <a:buChar char=""/>
        <a:defRPr sz="2600" kern="1200">
          <a:solidFill>
            <a:schemeClr val="tx1"/>
          </a:solidFill>
          <a:latin typeface="+mn-lt"/>
          <a:ea typeface="+mn-ea"/>
          <a:cs typeface="+mn-cs"/>
        </a:defRPr>
      </a:lvl1pPr>
      <a:lvl2pPr marL="547688" indent="-228600" algn="l" rtl="0" eaLnBrk="0" fontAlgn="base" hangingPunct="0">
        <a:spcBef>
          <a:spcPts val="375"/>
        </a:spcBef>
        <a:spcAft>
          <a:spcPct val="0"/>
        </a:spcAft>
        <a:buClr>
          <a:schemeClr val="accent2"/>
        </a:buClr>
        <a:buSzPct val="85000"/>
        <a:buFont typeface="Wingdings 2" panose="05020102010507070707" pitchFamily="18" charset="2"/>
        <a:buChar char=""/>
        <a:defRPr sz="2400" kern="1200">
          <a:solidFill>
            <a:schemeClr val="tx1"/>
          </a:solidFill>
          <a:latin typeface="+mn-lt"/>
          <a:ea typeface="+mn-ea"/>
          <a:cs typeface="+mn-cs"/>
        </a:defRPr>
      </a:lvl2pPr>
      <a:lvl3pPr marL="822325" indent="-228600" algn="l" rtl="0" eaLnBrk="0" fontAlgn="base" hangingPunct="0">
        <a:spcBef>
          <a:spcPts val="375"/>
        </a:spcBef>
        <a:spcAft>
          <a:spcPct val="0"/>
        </a:spcAft>
        <a:buClr>
          <a:srgbClr val="E6B1AB"/>
        </a:buClr>
        <a:buSzPct val="85000"/>
        <a:buFont typeface="Wingdings 2" panose="05020102010507070707" pitchFamily="18" charset="2"/>
        <a:buChar char=""/>
        <a:defRPr sz="2000" kern="1200">
          <a:solidFill>
            <a:schemeClr val="tx1"/>
          </a:solidFill>
          <a:latin typeface="+mn-lt"/>
          <a:ea typeface="+mn-ea"/>
          <a:cs typeface="+mn-cs"/>
        </a:defRPr>
      </a:lvl3pPr>
      <a:lvl4pPr marL="1096963" indent="-228600" algn="l" rtl="0" eaLnBrk="0" fontAlgn="base" hangingPunct="0">
        <a:spcBef>
          <a:spcPts val="375"/>
        </a:spcBef>
        <a:spcAft>
          <a:spcPct val="0"/>
        </a:spcAft>
        <a:buClr>
          <a:srgbClr val="A28E6A"/>
        </a:buClr>
        <a:buSzPct val="80000"/>
        <a:buFont typeface="Wingdings 2" panose="05020102010507070707" pitchFamily="18" charset="2"/>
        <a:buChar char=""/>
        <a:defRPr sz="2000" kern="1200">
          <a:solidFill>
            <a:schemeClr val="tx1"/>
          </a:solidFill>
          <a:latin typeface="+mn-lt"/>
          <a:ea typeface="+mn-ea"/>
          <a:cs typeface="+mn-cs"/>
        </a:defRPr>
      </a:lvl4pPr>
      <a:lvl5pPr marL="1371600" indent="-228600" algn="l" rtl="0" eaLnBrk="0" fontAlgn="base" hangingPunct="0">
        <a:spcBef>
          <a:spcPts val="375"/>
        </a:spcBef>
        <a:spcAft>
          <a:spcPct val="0"/>
        </a:spcAft>
        <a:buClr>
          <a:srgbClr val="A28E6A"/>
        </a:buClr>
        <a:buChar char="o"/>
        <a:defRPr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30.png"/><Relationship Id="rId4" Type="http://schemas.openxmlformats.org/officeDocument/2006/relationships/image" Target="../media/image29.png"/></Relationships>
</file>

<file path=ppt/slides/_rels/slide4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4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0.png"/><Relationship Id="rId2" Type="http://schemas.openxmlformats.org/officeDocument/2006/relationships/image" Target="../media/image36.png"/><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34.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8.xml"/><Relationship Id="rId4" Type="http://schemas.openxmlformats.org/officeDocument/2006/relationships/image" Target="../media/image43.png"/></Relationships>
</file>

<file path=ppt/slides/_rels/slide4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4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5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64.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68.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notesSlide" Target="../notesSlides/notesSlide7.xml"/><Relationship Id="rId1" Type="http://schemas.openxmlformats.org/officeDocument/2006/relationships/slideLayout" Target="../slideLayouts/slideLayout12.xml"/><Relationship Id="rId5" Type="http://schemas.openxmlformats.org/officeDocument/2006/relationships/image" Target="../media/image97.png"/><Relationship Id="rId4" Type="http://schemas.openxmlformats.org/officeDocument/2006/relationships/image" Target="../media/image9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4.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4.xml"/></Relationships>
</file>

<file path=ppt/slides/_rels/slide97.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image" Target="../media/image117.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19.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23.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27.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image" Target="../media/image128.pn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2" Type="http://schemas.openxmlformats.org/officeDocument/2006/relationships/image" Target="../media/image1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Subtitle 2">
            <a:extLst>
              <a:ext uri="{FF2B5EF4-FFF2-40B4-BE49-F238E27FC236}">
                <a16:creationId xmlns:a16="http://schemas.microsoft.com/office/drawing/2014/main" id="{CC92E7D2-8D46-6A2C-EB36-4B09B563BB25}"/>
              </a:ext>
            </a:extLst>
          </p:cNvPr>
          <p:cNvSpPr>
            <a:spLocks noGrp="1"/>
          </p:cNvSpPr>
          <p:nvPr>
            <p:ph type="subTitle" idx="1"/>
          </p:nvPr>
        </p:nvSpPr>
        <p:spPr>
          <a:xfrm>
            <a:off x="533400" y="3228975"/>
            <a:ext cx="7854950" cy="2486025"/>
          </a:xfrm>
        </p:spPr>
        <p:txBody>
          <a:bodyPr/>
          <a:lstStyle/>
          <a:p>
            <a:pPr eaLnBrk="1" hangingPunct="1"/>
            <a:r>
              <a:rPr lang="en-US" altLang="en-GB" dirty="0"/>
              <a:t>BY</a:t>
            </a:r>
          </a:p>
          <a:p>
            <a:pPr eaLnBrk="1" hangingPunct="1"/>
            <a:endParaRPr lang="en-US" altLang="en-GB" dirty="0"/>
          </a:p>
          <a:p>
            <a:pPr eaLnBrk="1" hangingPunct="1"/>
            <a:r>
              <a:rPr lang="en-US" altLang="en-GB" dirty="0"/>
              <a:t>   Dr Jean de Dieu Niyonzima</a:t>
            </a:r>
          </a:p>
          <a:p>
            <a:pPr eaLnBrk="1" hangingPunct="1"/>
            <a:r>
              <a:rPr lang="en-US" altLang="en-GB" dirty="0"/>
              <a:t>Tel: 0787413244</a:t>
            </a:r>
          </a:p>
          <a:p>
            <a:pPr eaLnBrk="1" hangingPunct="1"/>
            <a:r>
              <a:rPr lang="en-US" altLang="en-GB" dirty="0">
                <a:latin typeface="Times New Roman" panose="02020603050405020304" pitchFamily="18" charset="0"/>
                <a:cs typeface="Times New Roman" panose="02020603050405020304" pitchFamily="18" charset="0"/>
              </a:rPr>
              <a:t>University</a:t>
            </a:r>
            <a:r>
              <a:rPr lang="en-US" altLang="en-GB" dirty="0"/>
              <a:t> of Rwanda, CST, LEVEL 1 </a:t>
            </a:r>
          </a:p>
        </p:txBody>
      </p:sp>
      <p:sp>
        <p:nvSpPr>
          <p:cNvPr id="2" name="Title 1">
            <a:extLst>
              <a:ext uri="{FF2B5EF4-FFF2-40B4-BE49-F238E27FC236}">
                <a16:creationId xmlns:a16="http://schemas.microsoft.com/office/drawing/2014/main" id="{62E514F6-AE96-AC07-B4F6-53BD6ABEB618}"/>
              </a:ext>
            </a:extLst>
          </p:cNvPr>
          <p:cNvSpPr>
            <a:spLocks noGrp="1"/>
          </p:cNvSpPr>
          <p:nvPr>
            <p:ph type="ctrTitle"/>
          </p:nvPr>
        </p:nvSpPr>
        <p:spPr>
          <a:xfrm>
            <a:off x="457200" y="1506538"/>
            <a:ext cx="8229600" cy="1470025"/>
          </a:xfrm>
        </p:spPr>
        <p:txBody>
          <a:bodyPr>
            <a:normAutofit fontScale="90000"/>
          </a:bodyPr>
          <a:lstStyle/>
          <a:p>
            <a:pPr eaLnBrk="1" hangingPunct="1">
              <a:defRPr/>
            </a:pPr>
            <a:r>
              <a:rPr sz="3200" b="1" dirty="0"/>
              <a:t>MODULE CODE: </a:t>
            </a:r>
            <a:r>
              <a:rPr lang="en-US" sz="3200" b="1" dirty="0">
                <a:solidFill>
                  <a:srgbClr val="FFC000"/>
                </a:solidFill>
              </a:rPr>
              <a:t>AP80167</a:t>
            </a:r>
            <a:br>
              <a:rPr sz="3200" b="1" dirty="0"/>
            </a:br>
            <a:r>
              <a:rPr sz="3200" b="1" dirty="0"/>
              <a:t> MODULE TITLE: PHYSICS FOR </a:t>
            </a:r>
            <a:r>
              <a:rPr lang="en-US" sz="3200" b="1" dirty="0"/>
              <a:t> IT</a:t>
            </a:r>
            <a:br>
              <a:rPr sz="3200" b="1" dirty="0"/>
            </a:br>
            <a:endParaRPr sz="3200" dirty="0"/>
          </a:p>
        </p:txBody>
      </p:sp>
      <p:sp>
        <p:nvSpPr>
          <p:cNvPr id="15363" name="Footer Placeholder 9">
            <a:extLst>
              <a:ext uri="{FF2B5EF4-FFF2-40B4-BE49-F238E27FC236}">
                <a16:creationId xmlns:a16="http://schemas.microsoft.com/office/drawing/2014/main" id="{3304863F-C8AB-94B3-844D-AEBF31495BEB}"/>
              </a:ext>
            </a:extLst>
          </p:cNvPr>
          <p:cNvSpPr>
            <a:spLocks noGrp="1"/>
          </p:cNvSpPr>
          <p:nvPr>
            <p:ph type="ftr" sz="quarter" idx="11"/>
          </p:nvPr>
        </p:nvSpPr>
        <p:spPr bwMode="auto">
          <a:xfrm>
            <a:off x="4267200" y="6356350"/>
            <a:ext cx="1752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 name="Slide Number Placeholder 8">
            <a:extLst>
              <a:ext uri="{FF2B5EF4-FFF2-40B4-BE49-F238E27FC236}">
                <a16:creationId xmlns:a16="http://schemas.microsoft.com/office/drawing/2014/main" id="{88BF1B6B-FCA4-E934-F8A3-3EE5B0F20D08}"/>
              </a:ext>
            </a:extLst>
          </p:cNvPr>
          <p:cNvSpPr>
            <a:spLocks noGrp="1"/>
          </p:cNvSpPr>
          <p:nvPr>
            <p:ph type="sldNum" sz="quarter" idx="12"/>
          </p:nvPr>
        </p:nvSpPr>
        <p:spPr>
          <a:xfrm>
            <a:off x="7235825" y="6237288"/>
            <a:ext cx="1600200" cy="365125"/>
          </a:xfrm>
        </p:spPr>
        <p:txBody>
          <a:bodyPr/>
          <a:lstStyle/>
          <a:p>
            <a:pPr>
              <a:defRPr/>
            </a:pPr>
            <a:r>
              <a:rPr lang="en-US" dirty="0">
                <a:latin typeface="+mj-lt"/>
                <a:ea typeface="+mj-ea"/>
                <a:cs typeface="+mj-cs"/>
              </a:rPr>
              <a:t>UR-CST            </a:t>
            </a:r>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1926C822-6C39-4FE2-C2BB-4287B3A9BC11}"/>
              </a:ext>
            </a:extLst>
          </p:cNvPr>
          <p:cNvSpPr>
            <a:spLocks noGrp="1"/>
          </p:cNvSpPr>
          <p:nvPr>
            <p:ph type="title"/>
          </p:nvPr>
        </p:nvSpPr>
        <p:spPr/>
        <p:txBody>
          <a:bodyPr/>
          <a:lstStyle/>
          <a:p>
            <a:pPr eaLnBrk="1" hangingPunct="1"/>
            <a:r>
              <a:rPr lang="en-US" altLang="en-GB"/>
              <a:t>Assessment Pattern</a:t>
            </a:r>
          </a:p>
        </p:txBody>
      </p:sp>
      <p:sp>
        <p:nvSpPr>
          <p:cNvPr id="17410" name="Content Placeholder 2">
            <a:extLst>
              <a:ext uri="{FF2B5EF4-FFF2-40B4-BE49-F238E27FC236}">
                <a16:creationId xmlns:a16="http://schemas.microsoft.com/office/drawing/2014/main" id="{A20086A2-6A1C-BC61-DC1E-6221609A0955}"/>
              </a:ext>
            </a:extLst>
          </p:cNvPr>
          <p:cNvSpPr>
            <a:spLocks noGrp="1"/>
          </p:cNvSpPr>
          <p:nvPr>
            <p:ph sz="quarter" idx="1"/>
          </p:nvPr>
        </p:nvSpPr>
        <p:spPr/>
        <p:txBody>
          <a:bodyPr/>
          <a:lstStyle/>
          <a:p>
            <a:pPr eaLnBrk="1" hangingPunct="1">
              <a:buFont typeface="Arial" panose="020B0604020202020204" pitchFamily="34" charset="0"/>
              <a:buNone/>
            </a:pPr>
            <a:r>
              <a:rPr lang="en-US" altLang="en-GB"/>
              <a:t>	</a:t>
            </a:r>
          </a:p>
          <a:p>
            <a:pPr eaLnBrk="1" hangingPunct="1"/>
            <a:endParaRPr lang="en-US" altLang="en-GB"/>
          </a:p>
        </p:txBody>
      </p:sp>
      <p:sp>
        <p:nvSpPr>
          <p:cNvPr id="17411" name="Date Placeholder 3">
            <a:extLst>
              <a:ext uri="{FF2B5EF4-FFF2-40B4-BE49-F238E27FC236}">
                <a16:creationId xmlns:a16="http://schemas.microsoft.com/office/drawing/2014/main" id="{EFB4B294-967F-00E0-2692-389C6751732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2DC96A7-0837-45BE-836B-BB5076BAA53A}" type="datetime1">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a:t>
            </a:fld>
            <a:endParaRPr lang="en-US" altLang="en-GB" sz="1400">
              <a:solidFill>
                <a:schemeClr val="tx2"/>
              </a:solidFill>
              <a:latin typeface="Calibri" panose="020F0502020204030204" pitchFamily="34" charset="0"/>
              <a:cs typeface="Arial" panose="020B0604020202020204" pitchFamily="34" charset="0"/>
            </a:endParaRPr>
          </a:p>
        </p:txBody>
      </p:sp>
      <p:sp>
        <p:nvSpPr>
          <p:cNvPr id="17412" name="Footer Placeholder 4">
            <a:extLst>
              <a:ext uri="{FF2B5EF4-FFF2-40B4-BE49-F238E27FC236}">
                <a16:creationId xmlns:a16="http://schemas.microsoft.com/office/drawing/2014/main" id="{82CC4B02-7C9F-850A-330F-ABBABBFF7081}"/>
              </a:ext>
            </a:extLst>
          </p:cNvPr>
          <p:cNvSpPr>
            <a:spLocks noGrp="1"/>
          </p:cNvSpPr>
          <p:nvPr>
            <p:ph type="ftr" sz="quarter" idx="11"/>
          </p:nvPr>
        </p:nvSpPr>
        <p:spPr bwMode="auto">
          <a:xfrm>
            <a:off x="3657600" y="6356350"/>
            <a:ext cx="2362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 name="Slide Number Placeholder 5">
            <a:extLst>
              <a:ext uri="{FF2B5EF4-FFF2-40B4-BE49-F238E27FC236}">
                <a16:creationId xmlns:a16="http://schemas.microsoft.com/office/drawing/2014/main" id="{7741A56A-01DD-05C6-4F49-E291068AA76F}"/>
              </a:ext>
            </a:extLst>
          </p:cNvPr>
          <p:cNvSpPr>
            <a:spLocks noGrp="1"/>
          </p:cNvSpPr>
          <p:nvPr>
            <p:ph type="sldNum" sz="quarter" idx="12"/>
          </p:nvPr>
        </p:nvSpPr>
        <p:spPr>
          <a:xfrm>
            <a:off x="467544" y="6309320"/>
            <a:ext cx="1752600" cy="365125"/>
          </a:xfrm>
        </p:spPr>
        <p:txBody>
          <a:bodyPr/>
          <a:lstStyle/>
          <a:p>
            <a:pPr>
              <a:defRPr/>
            </a:pPr>
            <a:r>
              <a:rPr lang="en-US" dirty="0">
                <a:latin typeface="+mj-lt"/>
                <a:ea typeface="+mj-ea"/>
                <a:cs typeface="+mj-cs"/>
              </a:rPr>
              <a:t>Assessment Pattern</a:t>
            </a:r>
          </a:p>
        </p:txBody>
      </p:sp>
      <p:graphicFrame>
        <p:nvGraphicFramePr>
          <p:cNvPr id="8" name="Table 7">
            <a:extLst>
              <a:ext uri="{FF2B5EF4-FFF2-40B4-BE49-F238E27FC236}">
                <a16:creationId xmlns:a16="http://schemas.microsoft.com/office/drawing/2014/main" id="{17D7AC25-8438-3180-B769-C8732E8C2EDC}"/>
              </a:ext>
            </a:extLst>
          </p:cNvPr>
          <p:cNvGraphicFramePr>
            <a:graphicFrameLocks noGrp="1"/>
          </p:cNvGraphicFramePr>
          <p:nvPr>
            <p:extLst>
              <p:ext uri="{D42A27DB-BD31-4B8C-83A1-F6EECF244321}">
                <p14:modId xmlns:p14="http://schemas.microsoft.com/office/powerpoint/2010/main" val="2796708033"/>
              </p:ext>
            </p:extLst>
          </p:nvPr>
        </p:nvGraphicFramePr>
        <p:xfrm>
          <a:off x="381000" y="2362200"/>
          <a:ext cx="8305800" cy="3117849"/>
        </p:xfrm>
        <a:graphic>
          <a:graphicData uri="http://schemas.openxmlformats.org/drawingml/2006/table">
            <a:tbl>
              <a:tblPr firstRow="1" bandRow="1">
                <a:tableStyleId>{5C22544A-7EE6-4342-B048-85BDC9FD1C3A}</a:tableStyleId>
              </a:tblPr>
              <a:tblGrid>
                <a:gridCol w="4152900">
                  <a:extLst>
                    <a:ext uri="{9D8B030D-6E8A-4147-A177-3AD203B41FA5}">
                      <a16:colId xmlns:a16="http://schemas.microsoft.com/office/drawing/2014/main" val="20000"/>
                    </a:ext>
                  </a:extLst>
                </a:gridCol>
                <a:gridCol w="4152900">
                  <a:extLst>
                    <a:ext uri="{9D8B030D-6E8A-4147-A177-3AD203B41FA5}">
                      <a16:colId xmlns:a16="http://schemas.microsoft.com/office/drawing/2014/main" val="20001"/>
                    </a:ext>
                  </a:extLst>
                </a:gridCol>
              </a:tblGrid>
              <a:tr h="64006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0" lang="en-US" sz="1800" b="1" kern="1200" baseline="0" dirty="0">
                          <a:solidFill>
                            <a:schemeClr val="lt1"/>
                          </a:solidFill>
                          <a:latin typeface="+mn-lt"/>
                          <a:ea typeface="+mn-ea"/>
                          <a:cs typeface="+mn-cs"/>
                        </a:rPr>
                        <a:t>Component	</a:t>
                      </a:r>
                    </a:p>
                    <a:p>
                      <a:endParaRPr lang="en-US" sz="1800" dirty="0"/>
                    </a:p>
                  </a:txBody>
                  <a:tcPr marT="45713" marB="45713"/>
                </a:tc>
                <a:tc>
                  <a:txBody>
                    <a:bodyPr/>
                    <a:lstStyle/>
                    <a:p>
                      <a:pPr algn="ctr"/>
                      <a:r>
                        <a:rPr kumimoji="0" lang="en-US" sz="1800" b="1" kern="1200" baseline="0" dirty="0">
                          <a:solidFill>
                            <a:schemeClr val="lt1"/>
                          </a:solidFill>
                          <a:latin typeface="+mn-lt"/>
                          <a:ea typeface="+mn-ea"/>
                          <a:cs typeface="+mn-cs"/>
                        </a:rPr>
                        <a:t>Weighting(%)	</a:t>
                      </a:r>
                      <a:endParaRPr lang="en-US" sz="1800" dirty="0"/>
                    </a:p>
                  </a:txBody>
                  <a:tcPr marT="45713" marB="45713"/>
                </a:tc>
                <a:extLst>
                  <a:ext uri="{0D108BD9-81ED-4DB2-BD59-A6C34878D82A}">
                    <a16:rowId xmlns:a16="http://schemas.microsoft.com/office/drawing/2014/main" val="10000"/>
                  </a:ext>
                </a:extLst>
              </a:tr>
              <a:tr h="524284">
                <a:tc>
                  <a:txBody>
                    <a:bodyPr/>
                    <a:lstStyle/>
                    <a:p>
                      <a:r>
                        <a:rPr lang="en-US" sz="1800" dirty="0"/>
                        <a:t>Assignments and Lab repots</a:t>
                      </a:r>
                    </a:p>
                  </a:txBody>
                  <a:tcPr marT="45713" marB="45713"/>
                </a:tc>
                <a:tc>
                  <a:txBody>
                    <a:bodyPr/>
                    <a:lstStyle/>
                    <a:p>
                      <a:pPr algn="ctr"/>
                      <a:r>
                        <a:rPr lang="en-US" sz="1800" dirty="0"/>
                        <a:t>10</a:t>
                      </a:r>
                    </a:p>
                  </a:txBody>
                  <a:tcPr marT="45713" marB="45713"/>
                </a:tc>
                <a:extLst>
                  <a:ext uri="{0D108BD9-81ED-4DB2-BD59-A6C34878D82A}">
                    <a16:rowId xmlns:a16="http://schemas.microsoft.com/office/drawing/2014/main" val="10001"/>
                  </a:ext>
                </a:extLst>
              </a:tr>
              <a:tr h="524284">
                <a:tc>
                  <a:txBody>
                    <a:bodyPr/>
                    <a:lstStyle/>
                    <a:p>
                      <a:r>
                        <a:rPr lang="en-US" sz="1800" dirty="0"/>
                        <a:t>Quizzes</a:t>
                      </a:r>
                    </a:p>
                  </a:txBody>
                  <a:tcPr marT="45713" marB="45713"/>
                </a:tc>
                <a:tc>
                  <a:txBody>
                    <a:bodyPr/>
                    <a:lstStyle/>
                    <a:p>
                      <a:pPr algn="ctr"/>
                      <a:r>
                        <a:rPr lang="en-US" sz="1800" dirty="0"/>
                        <a:t>10</a:t>
                      </a:r>
                    </a:p>
                  </a:txBody>
                  <a:tcPr marT="45713" marB="45713"/>
                </a:tc>
                <a:extLst>
                  <a:ext uri="{0D108BD9-81ED-4DB2-BD59-A6C34878D82A}">
                    <a16:rowId xmlns:a16="http://schemas.microsoft.com/office/drawing/2014/main" val="10002"/>
                  </a:ext>
                </a:extLst>
              </a:tr>
              <a:tr h="904931">
                <a:tc>
                  <a:txBody>
                    <a:bodyPr/>
                    <a:lstStyle/>
                    <a:p>
                      <a:r>
                        <a:rPr lang="en-US" sz="1800" dirty="0"/>
                        <a:t>One</a:t>
                      </a:r>
                      <a:r>
                        <a:rPr lang="en-US" sz="1800" baseline="0" dirty="0"/>
                        <a:t> </a:t>
                      </a:r>
                      <a:r>
                        <a:rPr lang="en-US" sz="1800" dirty="0"/>
                        <a:t>Continuous Assessment Test(CAT) in</a:t>
                      </a:r>
                      <a:r>
                        <a:rPr lang="en-US" sz="1800" baseline="0" dirty="0"/>
                        <a:t> the middle of the module</a:t>
                      </a:r>
                      <a:endParaRPr lang="en-US" sz="1800" dirty="0"/>
                    </a:p>
                  </a:txBody>
                  <a:tcPr marT="45713" marB="45713"/>
                </a:tc>
                <a:tc>
                  <a:txBody>
                    <a:bodyPr/>
                    <a:lstStyle/>
                    <a:p>
                      <a:pPr algn="ctr"/>
                      <a:r>
                        <a:rPr lang="en-US" sz="1800" dirty="0"/>
                        <a:t>30</a:t>
                      </a:r>
                    </a:p>
                  </a:txBody>
                  <a:tcPr marT="45713" marB="45713"/>
                </a:tc>
                <a:extLst>
                  <a:ext uri="{0D108BD9-81ED-4DB2-BD59-A6C34878D82A}">
                    <a16:rowId xmlns:a16="http://schemas.microsoft.com/office/drawing/2014/main" val="10003"/>
                  </a:ext>
                </a:extLst>
              </a:tr>
              <a:tr h="524284">
                <a:tc>
                  <a:txBody>
                    <a:bodyPr/>
                    <a:lstStyle/>
                    <a:p>
                      <a:r>
                        <a:rPr lang="en-US" sz="1800" dirty="0"/>
                        <a:t>Final written Exam</a:t>
                      </a:r>
                    </a:p>
                  </a:txBody>
                  <a:tcPr marT="45713" marB="45713"/>
                </a:tc>
                <a:tc>
                  <a:txBody>
                    <a:bodyPr/>
                    <a:lstStyle/>
                    <a:p>
                      <a:pPr algn="ctr"/>
                      <a:r>
                        <a:rPr lang="en-US" sz="1800" dirty="0"/>
                        <a:t>50</a:t>
                      </a:r>
                    </a:p>
                  </a:txBody>
                  <a:tcPr marT="45713" marB="45713"/>
                </a:tc>
                <a:extLst>
                  <a:ext uri="{0D108BD9-81ED-4DB2-BD59-A6C34878D82A}">
                    <a16:rowId xmlns:a16="http://schemas.microsoft.com/office/drawing/2014/main" val="10004"/>
                  </a:ext>
                </a:extLst>
              </a:tr>
            </a:tbl>
          </a:graphicData>
        </a:graphic>
      </p:graphicFrame>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331112D8-A334-88FC-38F0-116DA7483FF3}"/>
              </a:ext>
            </a:extLst>
          </p:cNvPr>
          <p:cNvSpPr>
            <a:spLocks noGrp="1"/>
          </p:cNvSpPr>
          <p:nvPr>
            <p:ph type="title"/>
          </p:nvPr>
        </p:nvSpPr>
        <p:spPr/>
        <p:txBody>
          <a:bodyPr/>
          <a:lstStyle/>
          <a:p>
            <a:pPr eaLnBrk="1" hangingPunct="1"/>
            <a:r>
              <a:rPr lang="en-US" altLang="en-GB" b="1"/>
              <a:t>Indicative Content</a:t>
            </a:r>
            <a:endParaRPr lang="en-US" altLang="en-GB"/>
          </a:p>
        </p:txBody>
      </p:sp>
      <p:sp>
        <p:nvSpPr>
          <p:cNvPr id="18434" name="Content Placeholder 2">
            <a:extLst>
              <a:ext uri="{FF2B5EF4-FFF2-40B4-BE49-F238E27FC236}">
                <a16:creationId xmlns:a16="http://schemas.microsoft.com/office/drawing/2014/main" id="{6D4953E6-E25E-632E-994C-76B219B73199}"/>
              </a:ext>
            </a:extLst>
          </p:cNvPr>
          <p:cNvSpPr>
            <a:spLocks noGrp="1"/>
          </p:cNvSpPr>
          <p:nvPr>
            <p:ph sz="quarter" idx="1"/>
          </p:nvPr>
        </p:nvSpPr>
        <p:spPr>
          <a:xfrm>
            <a:off x="539750" y="1600200"/>
            <a:ext cx="8147050" cy="3700463"/>
          </a:xfrm>
        </p:spPr>
        <p:txBody>
          <a:bodyPr/>
          <a:lstStyle/>
          <a:p>
            <a:pPr eaLnBrk="1" hangingPunct="1"/>
            <a:endParaRPr lang="en-US" altLang="en-GB"/>
          </a:p>
          <a:p>
            <a:pPr eaLnBrk="1" hangingPunct="1">
              <a:buFont typeface="Arial" panose="020B0604020202020204" pitchFamily="34" charset="0"/>
              <a:buNone/>
            </a:pPr>
            <a:r>
              <a:rPr lang="en-US" altLang="en-GB" sz="4800"/>
              <a:t>Part 1: </a:t>
            </a:r>
            <a:r>
              <a:rPr lang="en-US" altLang="en-GB" sz="4800" b="1">
                <a:solidFill>
                  <a:srgbClr val="7030A0"/>
                </a:solidFill>
              </a:rPr>
              <a:t>Electricity</a:t>
            </a:r>
          </a:p>
          <a:p>
            <a:pPr eaLnBrk="1" hangingPunct="1">
              <a:buFont typeface="Arial" panose="020B0604020202020204" pitchFamily="34" charset="0"/>
              <a:buNone/>
            </a:pPr>
            <a:endParaRPr lang="en-US" altLang="en-GB" sz="4800" b="1">
              <a:solidFill>
                <a:srgbClr val="7030A0"/>
              </a:solidFill>
            </a:endParaRPr>
          </a:p>
          <a:p>
            <a:pPr eaLnBrk="1" hangingPunct="1">
              <a:buFont typeface="Arial" panose="020B0604020202020204" pitchFamily="34" charset="0"/>
              <a:buNone/>
            </a:pPr>
            <a:r>
              <a:rPr lang="en-US" altLang="en-GB" sz="4800"/>
              <a:t>Part 2: </a:t>
            </a:r>
            <a:r>
              <a:rPr lang="en-US" altLang="en-GB" sz="4800" b="1">
                <a:solidFill>
                  <a:srgbClr val="7030A0"/>
                </a:solidFill>
              </a:rPr>
              <a:t>Magnetism</a:t>
            </a:r>
          </a:p>
        </p:txBody>
      </p:sp>
      <p:sp>
        <p:nvSpPr>
          <p:cNvPr id="18435" name="Date Placeholder 3">
            <a:extLst>
              <a:ext uri="{FF2B5EF4-FFF2-40B4-BE49-F238E27FC236}">
                <a16:creationId xmlns:a16="http://schemas.microsoft.com/office/drawing/2014/main" id="{F6B3A814-B636-9B69-DE7E-0B8E50FDD6A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27C1B9E-AF8C-488C-B7B7-3E6BF007CB26}" type="datetime1">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a:t>
            </a:fld>
            <a:endParaRPr lang="en-US" altLang="en-GB" sz="1400">
              <a:solidFill>
                <a:schemeClr val="tx2"/>
              </a:solidFill>
              <a:latin typeface="Calibri" panose="020F0502020204030204" pitchFamily="34" charset="0"/>
              <a:cs typeface="Arial" panose="020B0604020202020204" pitchFamily="34" charset="0"/>
            </a:endParaRPr>
          </a:p>
        </p:txBody>
      </p:sp>
      <p:sp>
        <p:nvSpPr>
          <p:cNvPr id="18436" name="Footer Placeholder 4">
            <a:extLst>
              <a:ext uri="{FF2B5EF4-FFF2-40B4-BE49-F238E27FC236}">
                <a16:creationId xmlns:a16="http://schemas.microsoft.com/office/drawing/2014/main" id="{060D8BF8-93E4-F931-7F5F-CA525F4578F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US"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 name="Slide Number Placeholder 5">
            <a:extLst>
              <a:ext uri="{FF2B5EF4-FFF2-40B4-BE49-F238E27FC236}">
                <a16:creationId xmlns:a16="http://schemas.microsoft.com/office/drawing/2014/main" id="{EC1F0C63-DCB5-E504-A160-DB9812FE109A}"/>
              </a:ext>
            </a:extLst>
          </p:cNvPr>
          <p:cNvSpPr>
            <a:spLocks noGrp="1"/>
          </p:cNvSpPr>
          <p:nvPr>
            <p:ph type="sldNum" sz="quarter" idx="12"/>
          </p:nvPr>
        </p:nvSpPr>
        <p:spPr>
          <a:xfrm>
            <a:off x="4139952" y="6237312"/>
            <a:ext cx="1676400" cy="365125"/>
          </a:xfrm>
        </p:spPr>
        <p:txBody>
          <a:bodyPr/>
          <a:lstStyle/>
          <a:p>
            <a:pPr>
              <a:defRPr/>
            </a:pPr>
            <a:r>
              <a:rPr lang="en-US" dirty="0">
                <a:latin typeface="+mj-lt"/>
                <a:ea typeface="+mj-ea"/>
                <a:cs typeface="+mj-cs"/>
              </a:rPr>
              <a:t>Indicative Content</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112" name="Picture 2056" descr="19911011%20Gaviota%2036%20Lightning%20Lulu%2011x14%20l">
            <a:extLst>
              <a:ext uri="{FF2B5EF4-FFF2-40B4-BE49-F238E27FC236}">
                <a16:creationId xmlns:a16="http://schemas.microsoft.com/office/drawing/2014/main" id="{87F9FB16-2278-2B43-5F5B-CED23F7D66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688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2054" descr="lightning-gallery-18">
            <a:extLst>
              <a:ext uri="{FF2B5EF4-FFF2-40B4-BE49-F238E27FC236}">
                <a16:creationId xmlns:a16="http://schemas.microsoft.com/office/drawing/2014/main" id="{DFA01B38-A73E-01F7-FC8B-2C39FB552A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4" name="Picture 2058" descr="lightning">
            <a:extLst>
              <a:ext uri="{FF2B5EF4-FFF2-40B4-BE49-F238E27FC236}">
                <a16:creationId xmlns:a16="http://schemas.microsoft.com/office/drawing/2014/main" id="{D7EE2AC0-C012-09CF-C6AC-C28F2FB870D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6250" t="8670" r="7513" b="11351"/>
          <a:stretch>
            <a:fillRect/>
          </a:stretch>
        </p:blipFill>
        <p:spPr bwMode="auto">
          <a:xfrm>
            <a:off x="0" y="-38100"/>
            <a:ext cx="9144000" cy="689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1" name="Rectangle 5">
            <a:extLst>
              <a:ext uri="{FF2B5EF4-FFF2-40B4-BE49-F238E27FC236}">
                <a16:creationId xmlns:a16="http://schemas.microsoft.com/office/drawing/2014/main" id="{3A570205-01B2-54CF-CCBF-D9DDCD1A7955}"/>
              </a:ext>
            </a:extLst>
          </p:cNvPr>
          <p:cNvSpPr>
            <a:spLocks noChangeArrowheads="1"/>
          </p:cNvSpPr>
          <p:nvPr/>
        </p:nvSpPr>
        <p:spPr bwMode="auto">
          <a:xfrm>
            <a:off x="214313" y="1071563"/>
            <a:ext cx="8358187" cy="1200150"/>
          </a:xfrm>
          <a:prstGeom prst="rect">
            <a:avLst/>
          </a:prstGeom>
          <a:noFill/>
          <a:ln w="9525">
            <a:noFill/>
            <a:miter lim="800000"/>
            <a:headEnd/>
            <a:tailEnd/>
          </a:ln>
        </p:spPr>
        <p:txBody>
          <a:bodyPr>
            <a:spAutoFit/>
          </a:bodyPr>
          <a:lstStyle/>
          <a:p>
            <a:pPr algn="ctr" eaLnBrk="1" hangingPunct="1">
              <a:defRPr/>
            </a:pPr>
            <a:r>
              <a:rPr lang="en-US" sz="7200" b="1" dirty="0">
                <a:solidFill>
                  <a:srgbClr val="FF0000"/>
                </a:solidFill>
                <a:latin typeface="+mn-lt"/>
                <a:cs typeface="Arial" charset="0"/>
              </a:rPr>
              <a:t>ELECTRICITY</a:t>
            </a:r>
            <a:endParaRPr lang="en-US" sz="7200" dirty="0">
              <a:solidFill>
                <a:srgbClr val="FF0000"/>
              </a:solidFill>
              <a:latin typeface="+mn-lt"/>
              <a:cs typeface="Arial" charset="0"/>
            </a:endParaRPr>
          </a:p>
        </p:txBody>
      </p:sp>
      <p:sp>
        <p:nvSpPr>
          <p:cNvPr id="19461" name="Date Placeholder 9">
            <a:extLst>
              <a:ext uri="{FF2B5EF4-FFF2-40B4-BE49-F238E27FC236}">
                <a16:creationId xmlns:a16="http://schemas.microsoft.com/office/drawing/2014/main" id="{90C3E332-9CB5-12DA-48BB-109CCF477C8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A6922CA-005B-4982-B9F1-664A1F79082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9462" name="Footer Placeholder 8">
            <a:extLst>
              <a:ext uri="{FF2B5EF4-FFF2-40B4-BE49-F238E27FC236}">
                <a16:creationId xmlns:a16="http://schemas.microsoft.com/office/drawing/2014/main" id="{E477ABB0-837B-14D5-3474-402A057C4E3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9463" name="Slide Number Placeholder 7">
            <a:extLst>
              <a:ext uri="{FF2B5EF4-FFF2-40B4-BE49-F238E27FC236}">
                <a16:creationId xmlns:a16="http://schemas.microsoft.com/office/drawing/2014/main" id="{C8B8BE7B-4A9A-C041-772B-0398F457F22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8E673C2-BF58-40D5-A3AB-882AFB25AD62}" type="slidenum">
              <a:rPr lang="en-ZA" altLang="en-GB" sz="1400" smtClean="0">
                <a:solidFill>
                  <a:srgbClr val="FFFFFF"/>
                </a:solidFill>
                <a:latin typeface="Franklin Gothic Book" panose="020B0503020102020204" pitchFamily="34" charset="0"/>
              </a:rPr>
              <a:pPr>
                <a:spcBef>
                  <a:spcPct val="0"/>
                </a:spcBef>
                <a:buClrTx/>
                <a:buSzTx/>
                <a:buFontTx/>
                <a:buNone/>
              </a:pPr>
              <a:t>4</a:t>
            </a:fld>
            <a:endParaRPr lang="en-ZA" altLang="en-GB" sz="1400">
              <a:solidFill>
                <a:srgbClr val="FFFFFF"/>
              </a:solidFill>
              <a:latin typeface="Franklin Gothic Book" panose="020B0503020102020204" pitchFamily="34" charset="0"/>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afterEffect">
                                  <p:stCondLst>
                                    <p:cond delay="1500"/>
                                  </p:stCondLst>
                                  <p:childTnLst>
                                    <p:set>
                                      <p:cBhvr>
                                        <p:cTn id="6" dur="1" fill="hold">
                                          <p:stCondLst>
                                            <p:cond delay="0"/>
                                          </p:stCondLst>
                                        </p:cTn>
                                        <p:tgtEl>
                                          <p:spTgt spid="47110"/>
                                        </p:tgtEl>
                                        <p:attrNameLst>
                                          <p:attrName>style.visibility</p:attrName>
                                        </p:attrNameLst>
                                      </p:cBhvr>
                                      <p:to>
                                        <p:strVal val="visible"/>
                                      </p:to>
                                    </p:set>
                                  </p:childTnLst>
                                </p:cTn>
                              </p:par>
                            </p:childTnLst>
                          </p:cTn>
                        </p:par>
                        <p:par>
                          <p:cTn id="7" fill="hold" nodeType="afterGroup">
                            <p:stCondLst>
                              <p:cond delay="1500"/>
                            </p:stCondLst>
                            <p:childTnLst>
                              <p:par>
                                <p:cTn id="8" presetID="35" presetClass="emph" presetSubtype="0" repeatCount="3000" fill="hold" nodeType="afterEffect">
                                  <p:stCondLst>
                                    <p:cond delay="0"/>
                                  </p:stCondLst>
                                  <p:childTnLst>
                                    <p:anim calcmode="discrete" valueType="str">
                                      <p:cBhvr>
                                        <p:cTn id="9" dur="100" fill="hold"/>
                                        <p:tgtEl>
                                          <p:spTgt spid="47110"/>
                                        </p:tgtEl>
                                        <p:attrNameLst>
                                          <p:attrName>style.visibility</p:attrName>
                                        </p:attrNameLst>
                                      </p:cBhvr>
                                      <p:tavLst>
                                        <p:tav tm="0">
                                          <p:val>
                                            <p:strVal val="hidden"/>
                                          </p:val>
                                        </p:tav>
                                        <p:tav tm="50000">
                                          <p:val>
                                            <p:strVal val="visible"/>
                                          </p:val>
                                        </p:tav>
                                      </p:tavLst>
                                    </p:anim>
                                  </p:childTnLst>
                                </p:cTn>
                              </p:par>
                            </p:childTnLst>
                          </p:cTn>
                        </p:par>
                        <p:par>
                          <p:cTn id="10" fill="hold" nodeType="afterGroup">
                            <p:stCondLst>
                              <p:cond delay="1800"/>
                            </p:stCondLst>
                            <p:childTnLst>
                              <p:par>
                                <p:cTn id="11" presetID="1" presetClass="exit" presetSubtype="0" fill="hold" nodeType="afterEffect">
                                  <p:stCondLst>
                                    <p:cond delay="0"/>
                                  </p:stCondLst>
                                  <p:childTnLst>
                                    <p:set>
                                      <p:cBhvr>
                                        <p:cTn id="12" dur="1" fill="hold">
                                          <p:stCondLst>
                                            <p:cond delay="0"/>
                                          </p:stCondLst>
                                        </p:cTn>
                                        <p:tgtEl>
                                          <p:spTgt spid="47110"/>
                                        </p:tgtEl>
                                        <p:attrNameLst>
                                          <p:attrName>style.visibility</p:attrName>
                                        </p:attrNameLst>
                                      </p:cBhvr>
                                      <p:to>
                                        <p:strVal val="hidden"/>
                                      </p:to>
                                    </p:set>
                                  </p:childTnLst>
                                </p:cTn>
                              </p:par>
                            </p:childTnLst>
                          </p:cTn>
                        </p:par>
                        <p:par>
                          <p:cTn id="13" fill="hold" nodeType="afterGroup">
                            <p:stCondLst>
                              <p:cond delay="1800"/>
                            </p:stCondLst>
                            <p:childTnLst>
                              <p:par>
                                <p:cTn id="14" presetID="1" presetClass="entr" presetSubtype="0" fill="hold" nodeType="afterEffect">
                                  <p:stCondLst>
                                    <p:cond delay="2000"/>
                                  </p:stCondLst>
                                  <p:childTnLst>
                                    <p:set>
                                      <p:cBhvr>
                                        <p:cTn id="15" dur="1" fill="hold">
                                          <p:stCondLst>
                                            <p:cond delay="0"/>
                                          </p:stCondLst>
                                        </p:cTn>
                                        <p:tgtEl>
                                          <p:spTgt spid="47112"/>
                                        </p:tgtEl>
                                        <p:attrNameLst>
                                          <p:attrName>style.visibility</p:attrName>
                                        </p:attrNameLst>
                                      </p:cBhvr>
                                      <p:to>
                                        <p:strVal val="visible"/>
                                      </p:to>
                                    </p:set>
                                  </p:childTnLst>
                                </p:cTn>
                              </p:par>
                            </p:childTnLst>
                          </p:cTn>
                        </p:par>
                        <p:par>
                          <p:cTn id="16" fill="hold" nodeType="afterGroup">
                            <p:stCondLst>
                              <p:cond delay="3800"/>
                            </p:stCondLst>
                            <p:childTnLst>
                              <p:par>
                                <p:cTn id="17" presetID="35" presetClass="emph" presetSubtype="0" repeatCount="4000" fill="hold" nodeType="afterEffect">
                                  <p:stCondLst>
                                    <p:cond delay="0"/>
                                  </p:stCondLst>
                                  <p:childTnLst>
                                    <p:anim calcmode="discrete" valueType="str">
                                      <p:cBhvr>
                                        <p:cTn id="18" dur="100" fill="hold"/>
                                        <p:tgtEl>
                                          <p:spTgt spid="47112"/>
                                        </p:tgtEl>
                                        <p:attrNameLst>
                                          <p:attrName>style.visibility</p:attrName>
                                        </p:attrNameLst>
                                      </p:cBhvr>
                                      <p:tavLst>
                                        <p:tav tm="0">
                                          <p:val>
                                            <p:strVal val="hidden"/>
                                          </p:val>
                                        </p:tav>
                                        <p:tav tm="50000">
                                          <p:val>
                                            <p:strVal val="visible"/>
                                          </p:val>
                                        </p:tav>
                                      </p:tavLst>
                                    </p:anim>
                                  </p:childTnLst>
                                </p:cTn>
                              </p:par>
                            </p:childTnLst>
                          </p:cTn>
                        </p:par>
                        <p:par>
                          <p:cTn id="19" fill="hold" nodeType="afterGroup">
                            <p:stCondLst>
                              <p:cond delay="4200"/>
                            </p:stCondLst>
                            <p:childTnLst>
                              <p:par>
                                <p:cTn id="20" presetID="1" presetClass="exit" presetSubtype="0" fill="hold" nodeType="afterEffect">
                                  <p:stCondLst>
                                    <p:cond delay="0"/>
                                  </p:stCondLst>
                                  <p:childTnLst>
                                    <p:set>
                                      <p:cBhvr>
                                        <p:cTn id="21" dur="1" fill="hold">
                                          <p:stCondLst>
                                            <p:cond delay="0"/>
                                          </p:stCondLst>
                                        </p:cTn>
                                        <p:tgtEl>
                                          <p:spTgt spid="47112"/>
                                        </p:tgtEl>
                                        <p:attrNameLst>
                                          <p:attrName>style.visibility</p:attrName>
                                        </p:attrNameLst>
                                      </p:cBhvr>
                                      <p:to>
                                        <p:strVal val="hidden"/>
                                      </p:to>
                                    </p:set>
                                  </p:childTnLst>
                                </p:cTn>
                              </p:par>
                            </p:childTnLst>
                          </p:cTn>
                        </p:par>
                        <p:par>
                          <p:cTn id="22" fill="hold" nodeType="afterGroup">
                            <p:stCondLst>
                              <p:cond delay="4200"/>
                            </p:stCondLst>
                            <p:childTnLst>
                              <p:par>
                                <p:cTn id="23" presetID="1" presetClass="entr" presetSubtype="0" fill="hold" nodeType="afterEffect">
                                  <p:stCondLst>
                                    <p:cond delay="1500"/>
                                  </p:stCondLst>
                                  <p:childTnLst>
                                    <p:set>
                                      <p:cBhvr>
                                        <p:cTn id="24" dur="1" fill="hold">
                                          <p:stCondLst>
                                            <p:cond delay="0"/>
                                          </p:stCondLst>
                                        </p:cTn>
                                        <p:tgtEl>
                                          <p:spTgt spid="47114"/>
                                        </p:tgtEl>
                                        <p:attrNameLst>
                                          <p:attrName>style.visibility</p:attrName>
                                        </p:attrNameLst>
                                      </p:cBhvr>
                                      <p:to>
                                        <p:strVal val="visible"/>
                                      </p:to>
                                    </p:set>
                                  </p:childTnLst>
                                </p:cTn>
                              </p:par>
                            </p:childTnLst>
                          </p:cTn>
                        </p:par>
                        <p:par>
                          <p:cTn id="25" fill="hold" nodeType="afterGroup">
                            <p:stCondLst>
                              <p:cond delay="5700"/>
                            </p:stCondLst>
                            <p:childTnLst>
                              <p:par>
                                <p:cTn id="26" presetID="35" presetClass="emph" presetSubtype="0" repeatCount="4000" fill="hold" nodeType="afterEffect">
                                  <p:stCondLst>
                                    <p:cond delay="0"/>
                                  </p:stCondLst>
                                  <p:childTnLst>
                                    <p:anim calcmode="discrete" valueType="str">
                                      <p:cBhvr>
                                        <p:cTn id="27" dur="120" fill="hold"/>
                                        <p:tgtEl>
                                          <p:spTgt spid="47114"/>
                                        </p:tgtEl>
                                        <p:attrNameLst>
                                          <p:attrName>style.visibility</p:attrName>
                                        </p:attrNameLst>
                                      </p:cBhvr>
                                      <p:tavLst>
                                        <p:tav tm="0">
                                          <p:val>
                                            <p:strVal val="hidden"/>
                                          </p:val>
                                        </p:tav>
                                        <p:tav tm="50000">
                                          <p:val>
                                            <p:strVal val="visible"/>
                                          </p:val>
                                        </p:tav>
                                      </p:tavLst>
                                    </p:anim>
                                  </p:childTnLst>
                                </p:cTn>
                              </p:par>
                            </p:childTnLst>
                          </p:cTn>
                        </p:par>
                        <p:par>
                          <p:cTn id="28" fill="hold" nodeType="afterGroup">
                            <p:stCondLst>
                              <p:cond delay="6180"/>
                            </p:stCondLst>
                            <p:childTnLst>
                              <p:par>
                                <p:cTn id="29" presetID="1" presetClass="exit" presetSubtype="0" fill="hold" nodeType="afterEffect">
                                  <p:stCondLst>
                                    <p:cond delay="0"/>
                                  </p:stCondLst>
                                  <p:childTnLst>
                                    <p:set>
                                      <p:cBhvr>
                                        <p:cTn id="30" dur="1" fill="hold">
                                          <p:stCondLst>
                                            <p:cond delay="0"/>
                                          </p:stCondLst>
                                        </p:cTn>
                                        <p:tgtEl>
                                          <p:spTgt spid="471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8E996A-702F-13DD-FCC6-8B81093948CF}"/>
              </a:ext>
            </a:extLst>
          </p:cNvPr>
          <p:cNvSpPr>
            <a:spLocks noGrp="1"/>
          </p:cNvSpPr>
          <p:nvPr>
            <p:ph type="title"/>
          </p:nvPr>
        </p:nvSpPr>
        <p:spPr>
          <a:xfrm>
            <a:off x="457200" y="142875"/>
            <a:ext cx="8043863" cy="511175"/>
          </a:xfrm>
        </p:spPr>
        <p:txBody>
          <a:bodyPr rtlCol="0">
            <a:normAutofit fontScale="90000"/>
          </a:bodyPr>
          <a:lstStyle/>
          <a:p>
            <a:pPr algn="ctr" eaLnBrk="1" fontAlgn="auto" hangingPunct="1">
              <a:spcAft>
                <a:spcPts val="0"/>
              </a:spcAft>
              <a:defRPr/>
            </a:pPr>
            <a:r>
              <a:rPr lang="en-ZA" b="1" dirty="0"/>
              <a:t>0. Course outline</a:t>
            </a:r>
          </a:p>
        </p:txBody>
      </p:sp>
      <p:sp>
        <p:nvSpPr>
          <p:cNvPr id="3" name="Content Placeholder 2">
            <a:extLst>
              <a:ext uri="{FF2B5EF4-FFF2-40B4-BE49-F238E27FC236}">
                <a16:creationId xmlns:a16="http://schemas.microsoft.com/office/drawing/2014/main" id="{C9B2AE83-66E9-60A6-C11E-8DBA8DA18553}"/>
              </a:ext>
            </a:extLst>
          </p:cNvPr>
          <p:cNvSpPr>
            <a:spLocks noGrp="1"/>
          </p:cNvSpPr>
          <p:nvPr>
            <p:ph sz="quarter" idx="1"/>
          </p:nvPr>
        </p:nvSpPr>
        <p:spPr>
          <a:xfrm>
            <a:off x="285750" y="714375"/>
            <a:ext cx="8643938" cy="5857875"/>
          </a:xfrm>
        </p:spPr>
        <p:txBody>
          <a:bodyPr/>
          <a:lstStyle/>
          <a:p>
            <a:pPr algn="just" eaLnBrk="1" hangingPunct="1">
              <a:buFont typeface="Wingdings" panose="05000000000000000000" pitchFamily="2" charset="2"/>
              <a:buChar char="Ø"/>
            </a:pPr>
            <a:r>
              <a:rPr lang="en-GB" altLang="en-GB" sz="2800" b="1"/>
              <a:t>Electric forces and electric fields: </a:t>
            </a:r>
            <a:r>
              <a:rPr lang="en-GB" altLang="en-GB" sz="2800"/>
              <a:t>Properties of electric charges, Insulation and conductors, electrification; Coulomb’s law, the electric field, Electric field lines, Electric flux.</a:t>
            </a:r>
            <a:endParaRPr lang="en-ZA" altLang="en-GB" sz="2800"/>
          </a:p>
          <a:p>
            <a:pPr algn="just" eaLnBrk="1" hangingPunct="1">
              <a:buFont typeface="Wingdings" panose="05000000000000000000" pitchFamily="2" charset="2"/>
              <a:buChar char="Ø"/>
            </a:pPr>
            <a:r>
              <a:rPr lang="en-GB" altLang="en-GB" sz="2800" b="1"/>
              <a:t>Electric energy and capacitance</a:t>
            </a:r>
            <a:r>
              <a:rPr lang="en-GB" altLang="en-GB" sz="2800"/>
              <a:t>: Electric potential, Potential energy due to point charges, equipotential surfaces, Capacitance, Combination of capacitors, Energy stored in a charged capacitor, dielectrics.</a:t>
            </a:r>
            <a:endParaRPr lang="en-ZA" altLang="en-GB" sz="2800"/>
          </a:p>
          <a:p>
            <a:pPr algn="just" eaLnBrk="1" hangingPunct="1">
              <a:buFont typeface="Wingdings" panose="05000000000000000000" pitchFamily="2" charset="2"/>
              <a:buChar char="Ø"/>
            </a:pPr>
            <a:r>
              <a:rPr lang="en-US" altLang="en-GB" sz="2800" b="1"/>
              <a:t>Current and resistance: </a:t>
            </a:r>
            <a:r>
              <a:rPr lang="en-US" altLang="en-GB" sz="2800"/>
              <a:t>Electric current, Ohm’s law, Resistivity and resistance, Electromotive force, Generators, Electric circuit, Resistors in series, Resistors in parallel, Kirchhoff’s laws, Electrical energy and power, Electrical safety</a:t>
            </a:r>
            <a:endParaRPr lang="en-ZA" altLang="en-GB" sz="2800"/>
          </a:p>
        </p:txBody>
      </p:sp>
      <p:sp>
        <p:nvSpPr>
          <p:cNvPr id="21507" name="Date Placeholder 6">
            <a:extLst>
              <a:ext uri="{FF2B5EF4-FFF2-40B4-BE49-F238E27FC236}">
                <a16:creationId xmlns:a16="http://schemas.microsoft.com/office/drawing/2014/main" id="{9CA605D8-1DDB-D6FC-65ED-DD36E866844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6C69A5A-0334-41F4-8D38-F41C3F1AEB8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1508" name="Footer Placeholder 5">
            <a:extLst>
              <a:ext uri="{FF2B5EF4-FFF2-40B4-BE49-F238E27FC236}">
                <a16:creationId xmlns:a16="http://schemas.microsoft.com/office/drawing/2014/main" id="{73668B63-B749-2979-77E6-E2E60DD13EB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1509" name="Slide Number Placeholder 4">
            <a:extLst>
              <a:ext uri="{FF2B5EF4-FFF2-40B4-BE49-F238E27FC236}">
                <a16:creationId xmlns:a16="http://schemas.microsoft.com/office/drawing/2014/main" id="{90C047C1-1F22-67D4-641B-75757A67030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F51932C-956F-4D02-A371-CFDE4A96DA46}" type="slidenum">
              <a:rPr lang="en-ZA" altLang="en-GB" sz="1400" smtClean="0">
                <a:solidFill>
                  <a:srgbClr val="FFFFFF"/>
                </a:solidFill>
                <a:latin typeface="Franklin Gothic Book" panose="020B0503020102020204" pitchFamily="34" charset="0"/>
              </a:rPr>
              <a:pPr>
                <a:spcBef>
                  <a:spcPct val="0"/>
                </a:spcBef>
                <a:buClrTx/>
                <a:buSzTx/>
                <a:buFontTx/>
                <a:buNone/>
              </a:pPr>
              <a:t>5</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to="" calcmode="lin" valueType="num">
                                      <p:cBhvr>
                                        <p:cTn id="7" dur="1" fill="hold"/>
                                        <p:tgtEl>
                                          <p:spTgt spid="3">
                                            <p:txEl>
                                              <p:pRg st="0" end="0"/>
                                            </p:txEl>
                                          </p:spTgt>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to="" calcmode="lin" valueType="num">
                                      <p:cBhvr>
                                        <p:cTn id="12" dur="1" fill="hold"/>
                                        <p:tgtEl>
                                          <p:spTgt spid="3">
                                            <p:txEl>
                                              <p:pRg st="1" end="1"/>
                                            </p:txEl>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to="" calcmode="lin" valueType="num">
                                      <p:cBhvr>
                                        <p:cTn id="17" dur="1" fill="hold"/>
                                        <p:tgtEl>
                                          <p:spTgt spid="3">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FF2AED72-3FDB-221F-5E66-416FE3FF443F}"/>
              </a:ext>
            </a:extLst>
          </p:cNvPr>
          <p:cNvSpPr>
            <a:spLocks noGrp="1"/>
          </p:cNvSpPr>
          <p:nvPr>
            <p:ph type="title"/>
          </p:nvPr>
        </p:nvSpPr>
        <p:spPr/>
        <p:txBody>
          <a:bodyPr/>
          <a:lstStyle/>
          <a:p>
            <a:pPr algn="ctr" eaLnBrk="1" hangingPunct="1"/>
            <a:r>
              <a:rPr lang="en-US" altLang="en-GB" b="1"/>
              <a:t>1. Introduction	</a:t>
            </a:r>
            <a:endParaRPr lang="en-ZA" altLang="en-GB"/>
          </a:p>
        </p:txBody>
      </p:sp>
      <p:sp>
        <p:nvSpPr>
          <p:cNvPr id="3" name="Content Placeholder 2">
            <a:extLst>
              <a:ext uri="{FF2B5EF4-FFF2-40B4-BE49-F238E27FC236}">
                <a16:creationId xmlns:a16="http://schemas.microsoft.com/office/drawing/2014/main" id="{21610BEA-62F0-B4D2-0802-31AD838180BD}"/>
              </a:ext>
            </a:extLst>
          </p:cNvPr>
          <p:cNvSpPr>
            <a:spLocks noGrp="1"/>
          </p:cNvSpPr>
          <p:nvPr>
            <p:ph sz="quarter" idx="1"/>
          </p:nvPr>
        </p:nvSpPr>
        <p:spPr>
          <a:xfrm>
            <a:off x="914400" y="1773238"/>
            <a:ext cx="7772400" cy="4246562"/>
          </a:xfrm>
        </p:spPr>
        <p:txBody>
          <a:bodyPr/>
          <a:lstStyle/>
          <a:p>
            <a:pPr algn="just" eaLnBrk="1" hangingPunct="1">
              <a:buFont typeface="Arial" panose="020B0604020202020204" pitchFamily="34" charset="0"/>
              <a:buNone/>
            </a:pPr>
            <a:r>
              <a:rPr lang="en-US" altLang="en-GB" b="1"/>
              <a:t>Electricity</a:t>
            </a:r>
            <a:r>
              <a:rPr lang="en-US" altLang="en-GB"/>
              <a:t> is a general term encompassing a variety of phenomena resulting from </a:t>
            </a:r>
            <a:r>
              <a:rPr lang="en-US" altLang="en-GB" i="1"/>
              <a:t>the presence and flow of electric charges</a:t>
            </a:r>
            <a:r>
              <a:rPr lang="en-US" altLang="en-GB"/>
              <a:t>. </a:t>
            </a:r>
          </a:p>
          <a:p>
            <a:pPr algn="just" eaLnBrk="1" hangingPunct="1">
              <a:buFont typeface="Arial" panose="020B0604020202020204" pitchFamily="34" charset="0"/>
              <a:buNone/>
            </a:pPr>
            <a:r>
              <a:rPr lang="en-US" altLang="en-GB"/>
              <a:t>These include many easily recognizable phenomena, such as lightning, static electricity, and the flow of electrical current in electrical wires.</a:t>
            </a:r>
          </a:p>
          <a:p>
            <a:pPr algn="just" eaLnBrk="1" hangingPunct="1">
              <a:buFont typeface="Arial" panose="020B0604020202020204" pitchFamily="34" charset="0"/>
              <a:buNone/>
            </a:pPr>
            <a:r>
              <a:rPr lang="en-US" altLang="en-GB"/>
              <a:t>In addition, electricity encompasses (includes) less familiar concepts such as the electromagnetic field and electromagnetic induction.</a:t>
            </a:r>
            <a:endParaRPr lang="en-ZA" altLang="en-GB"/>
          </a:p>
        </p:txBody>
      </p:sp>
      <p:sp>
        <p:nvSpPr>
          <p:cNvPr id="22531" name="Date Placeholder 6">
            <a:extLst>
              <a:ext uri="{FF2B5EF4-FFF2-40B4-BE49-F238E27FC236}">
                <a16:creationId xmlns:a16="http://schemas.microsoft.com/office/drawing/2014/main" id="{013E37A0-19BC-5891-48F5-7A02F649280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2278C0D-1A3B-407E-A6DC-B8EBBD9D720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2532" name="Footer Placeholder 5">
            <a:extLst>
              <a:ext uri="{FF2B5EF4-FFF2-40B4-BE49-F238E27FC236}">
                <a16:creationId xmlns:a16="http://schemas.microsoft.com/office/drawing/2014/main" id="{D50FD01E-22DC-70BA-7526-8F040723557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2533" name="Slide Number Placeholder 4">
            <a:extLst>
              <a:ext uri="{FF2B5EF4-FFF2-40B4-BE49-F238E27FC236}">
                <a16:creationId xmlns:a16="http://schemas.microsoft.com/office/drawing/2014/main" id="{5923D530-CBC5-893B-3A2B-F86D8121DD2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76D1135-7324-4A2D-BD8F-FB9E039BCF93}" type="slidenum">
              <a:rPr lang="en-ZA" altLang="en-GB" sz="1400" smtClean="0">
                <a:solidFill>
                  <a:srgbClr val="FFFFFF"/>
                </a:solidFill>
                <a:latin typeface="Franklin Gothic Book" panose="020B0503020102020204" pitchFamily="34" charset="0"/>
              </a:rPr>
              <a:pPr>
                <a:spcBef>
                  <a:spcPct val="0"/>
                </a:spcBef>
                <a:buClrTx/>
                <a:buSzTx/>
                <a:buFontTx/>
                <a:buNone/>
              </a:pPr>
              <a:t>6</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a:extLst>
              <a:ext uri="{FF2B5EF4-FFF2-40B4-BE49-F238E27FC236}">
                <a16:creationId xmlns:a16="http://schemas.microsoft.com/office/drawing/2014/main" id="{09836270-427D-94B1-AD27-78B82BF26FF2}"/>
              </a:ext>
            </a:extLst>
          </p:cNvPr>
          <p:cNvSpPr>
            <a:spLocks noGrp="1"/>
          </p:cNvSpPr>
          <p:nvPr>
            <p:ph type="title"/>
          </p:nvPr>
        </p:nvSpPr>
        <p:spPr/>
        <p:txBody>
          <a:bodyPr/>
          <a:lstStyle/>
          <a:p>
            <a:pPr eaLnBrk="1" hangingPunct="1"/>
            <a:r>
              <a:rPr lang="en-US" altLang="en-GB" b="1"/>
              <a:t>2. Electric charge</a:t>
            </a:r>
            <a:endParaRPr lang="en-ZA" altLang="en-GB"/>
          </a:p>
        </p:txBody>
      </p:sp>
      <p:sp>
        <p:nvSpPr>
          <p:cNvPr id="3" name="Content Placeholder 2">
            <a:extLst>
              <a:ext uri="{FF2B5EF4-FFF2-40B4-BE49-F238E27FC236}">
                <a16:creationId xmlns:a16="http://schemas.microsoft.com/office/drawing/2014/main" id="{F4B1DFC3-A373-6C9E-E8E0-4C3005AC253C}"/>
              </a:ext>
            </a:extLst>
          </p:cNvPr>
          <p:cNvSpPr>
            <a:spLocks noGrp="1"/>
          </p:cNvSpPr>
          <p:nvPr>
            <p:ph sz="quarter" idx="1"/>
          </p:nvPr>
        </p:nvSpPr>
        <p:spPr>
          <a:xfrm>
            <a:off x="395288" y="1989138"/>
            <a:ext cx="8229600" cy="1152525"/>
          </a:xfrm>
        </p:spPr>
        <p:txBody>
          <a:bodyPr/>
          <a:lstStyle/>
          <a:p>
            <a:pPr algn="just" eaLnBrk="1" hangingPunct="1">
              <a:buFont typeface="Arial" panose="020B0604020202020204" pitchFamily="34" charset="0"/>
              <a:buNone/>
            </a:pPr>
            <a:r>
              <a:rPr lang="en-US" altLang="en-GB"/>
              <a:t>Charge originates in the atom, in which its most familiar carriers are the </a:t>
            </a:r>
            <a:r>
              <a:rPr lang="en-US" altLang="en-GB" b="1"/>
              <a:t>electron</a:t>
            </a:r>
            <a:r>
              <a:rPr lang="en-US" altLang="en-GB"/>
              <a:t> and </a:t>
            </a:r>
            <a:r>
              <a:rPr lang="en-US" altLang="en-GB" b="1"/>
              <a:t>proton</a:t>
            </a:r>
            <a:r>
              <a:rPr lang="en-US" altLang="en-GB"/>
              <a:t>.</a:t>
            </a:r>
            <a:endParaRPr lang="en-ZA" altLang="en-GB"/>
          </a:p>
        </p:txBody>
      </p:sp>
      <p:sp>
        <p:nvSpPr>
          <p:cNvPr id="23555" name="Date Placeholder 7">
            <a:extLst>
              <a:ext uri="{FF2B5EF4-FFF2-40B4-BE49-F238E27FC236}">
                <a16:creationId xmlns:a16="http://schemas.microsoft.com/office/drawing/2014/main" id="{69DF3AEF-39FF-9744-3E9E-758AB6769D7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72968E4-3ED8-408E-8ACC-C8CA4C82446C}"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3556" name="Footer Placeholder 6">
            <a:extLst>
              <a:ext uri="{FF2B5EF4-FFF2-40B4-BE49-F238E27FC236}">
                <a16:creationId xmlns:a16="http://schemas.microsoft.com/office/drawing/2014/main" id="{5EA010CA-50A9-FE51-01F9-8E53AE259A7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3557" name="Slide Number Placeholder 5">
            <a:extLst>
              <a:ext uri="{FF2B5EF4-FFF2-40B4-BE49-F238E27FC236}">
                <a16:creationId xmlns:a16="http://schemas.microsoft.com/office/drawing/2014/main" id="{1809E6E0-8398-9127-4577-9A4EC9E84A7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7111DD0-2B76-447F-B934-35C5F94322F6}" type="slidenum">
              <a:rPr lang="en-ZA" altLang="en-GB" sz="1400" smtClean="0">
                <a:solidFill>
                  <a:srgbClr val="FFFFFF"/>
                </a:solidFill>
                <a:latin typeface="Franklin Gothic Book" panose="020B0503020102020204" pitchFamily="34" charset="0"/>
              </a:rPr>
              <a:pPr>
                <a:spcBef>
                  <a:spcPct val="0"/>
                </a:spcBef>
                <a:buClrTx/>
                <a:buSzTx/>
                <a:buFontTx/>
                <a:buNone/>
              </a:pPr>
              <a:t>7</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a:extLst>
              <a:ext uri="{FF2B5EF4-FFF2-40B4-BE49-F238E27FC236}">
                <a16:creationId xmlns:a16="http://schemas.microsoft.com/office/drawing/2014/main" id="{9E24F53F-82F7-CEBA-6F60-7503CB0095A9}"/>
              </a:ext>
            </a:extLst>
          </p:cNvPr>
          <p:cNvSpPr>
            <a:spLocks noGrp="1"/>
          </p:cNvSpPr>
          <p:nvPr>
            <p:ph type="ctrTitle"/>
          </p:nvPr>
        </p:nvSpPr>
        <p:spPr>
          <a:xfrm>
            <a:off x="685800" y="152400"/>
            <a:ext cx="7772400" cy="990600"/>
          </a:xfrm>
        </p:spPr>
        <p:txBody>
          <a:bodyPr/>
          <a:lstStyle/>
          <a:p>
            <a:pPr eaLnBrk="1" hangingPunct="1"/>
            <a:r>
              <a:rPr altLang="en-GB" b="1"/>
              <a:t>2. Electric charge</a:t>
            </a:r>
          </a:p>
        </p:txBody>
      </p:sp>
      <p:sp>
        <p:nvSpPr>
          <p:cNvPr id="24578" name="Rectangle 2">
            <a:extLst>
              <a:ext uri="{FF2B5EF4-FFF2-40B4-BE49-F238E27FC236}">
                <a16:creationId xmlns:a16="http://schemas.microsoft.com/office/drawing/2014/main" id="{B4F73FEE-23DC-9862-3F5C-D2558AC4405B}"/>
              </a:ext>
            </a:extLst>
          </p:cNvPr>
          <p:cNvSpPr>
            <a:spLocks noChangeArrowheads="1"/>
          </p:cNvSpPr>
          <p:nvPr/>
        </p:nvSpPr>
        <p:spPr bwMode="auto">
          <a:xfrm>
            <a:off x="533400" y="990600"/>
            <a:ext cx="762000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50000"/>
              </a:spcBef>
              <a:buClr>
                <a:srgbClr val="FFFF00"/>
              </a:buClr>
              <a:buSzTx/>
              <a:buFontTx/>
              <a:buChar char="•"/>
            </a:pPr>
            <a:r>
              <a:rPr lang="en-US" altLang="en-GB" sz="3200" b="1">
                <a:latin typeface="Times New Roman" panose="02020603050405020304" pitchFamily="18" charset="0"/>
              </a:rPr>
              <a:t>Atom Parts:</a:t>
            </a:r>
            <a:endParaRPr lang="he-IL" altLang="en-GB" sz="2800" b="1">
              <a:latin typeface="Times New Roman" panose="02020603050405020304" pitchFamily="18" charset="0"/>
              <a:cs typeface="Times New Roman" panose="02020603050405020304" pitchFamily="18" charset="0"/>
            </a:endParaRPr>
          </a:p>
          <a:p>
            <a:pPr lvl="1" eaLnBrk="1" hangingPunct="1">
              <a:spcBef>
                <a:spcPct val="50000"/>
              </a:spcBef>
              <a:buClr>
                <a:srgbClr val="FFFF00"/>
              </a:buClr>
              <a:buSzTx/>
              <a:buFontTx/>
              <a:buChar char="–"/>
            </a:pPr>
            <a:r>
              <a:rPr lang="en-US" altLang="en-GB" b="1">
                <a:latin typeface="Times New Roman" panose="02020603050405020304" pitchFamily="18" charset="0"/>
              </a:rPr>
              <a:t>Electrons: Negative part of an atom.</a:t>
            </a:r>
          </a:p>
          <a:p>
            <a:pPr lvl="1" eaLnBrk="1" hangingPunct="1">
              <a:spcBef>
                <a:spcPct val="50000"/>
              </a:spcBef>
              <a:buClr>
                <a:srgbClr val="FFFF00"/>
              </a:buClr>
              <a:buSzTx/>
              <a:buFontTx/>
              <a:buChar char="–"/>
            </a:pPr>
            <a:r>
              <a:rPr lang="en-US" altLang="en-GB" b="1">
                <a:latin typeface="Times New Roman" panose="02020603050405020304" pitchFamily="18" charset="0"/>
              </a:rPr>
              <a:t>Protons: Positive part of an atom.</a:t>
            </a:r>
          </a:p>
          <a:p>
            <a:pPr lvl="1" eaLnBrk="1" hangingPunct="1">
              <a:spcBef>
                <a:spcPct val="50000"/>
              </a:spcBef>
              <a:buClr>
                <a:srgbClr val="FFFF00"/>
              </a:buClr>
              <a:buSzTx/>
              <a:buFontTx/>
              <a:buChar char="–"/>
            </a:pPr>
            <a:r>
              <a:rPr lang="en-US" altLang="en-GB" b="1">
                <a:latin typeface="Times New Roman" panose="02020603050405020304" pitchFamily="18" charset="0"/>
              </a:rPr>
              <a:t>Neutrons: No charged part of an atom.</a:t>
            </a:r>
          </a:p>
        </p:txBody>
      </p:sp>
      <p:sp>
        <p:nvSpPr>
          <p:cNvPr id="24579" name="Oval 4">
            <a:extLst>
              <a:ext uri="{FF2B5EF4-FFF2-40B4-BE49-F238E27FC236}">
                <a16:creationId xmlns:a16="http://schemas.microsoft.com/office/drawing/2014/main" id="{45100C8A-40D8-55CF-07A8-C9943FE66D71}"/>
              </a:ext>
            </a:extLst>
          </p:cNvPr>
          <p:cNvSpPr>
            <a:spLocks noChangeArrowheads="1"/>
          </p:cNvSpPr>
          <p:nvPr/>
        </p:nvSpPr>
        <p:spPr bwMode="auto">
          <a:xfrm>
            <a:off x="3733800" y="4114800"/>
            <a:ext cx="304800" cy="304800"/>
          </a:xfrm>
          <a:prstGeom prst="ellipse">
            <a:avLst/>
          </a:prstGeom>
          <a:solidFill>
            <a:srgbClr val="FF00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N</a:t>
            </a:r>
          </a:p>
        </p:txBody>
      </p:sp>
      <p:sp>
        <p:nvSpPr>
          <p:cNvPr id="24580" name="Oval 5">
            <a:extLst>
              <a:ext uri="{FF2B5EF4-FFF2-40B4-BE49-F238E27FC236}">
                <a16:creationId xmlns:a16="http://schemas.microsoft.com/office/drawing/2014/main" id="{E5B8D193-1460-B80C-BC55-697DB426EA42}"/>
              </a:ext>
            </a:extLst>
          </p:cNvPr>
          <p:cNvSpPr>
            <a:spLocks noChangeArrowheads="1"/>
          </p:cNvSpPr>
          <p:nvPr/>
        </p:nvSpPr>
        <p:spPr bwMode="auto">
          <a:xfrm>
            <a:off x="3886200" y="4419600"/>
            <a:ext cx="304800" cy="304800"/>
          </a:xfrm>
          <a:prstGeom prst="ellipse">
            <a:avLst/>
          </a:prstGeom>
          <a:solidFill>
            <a:srgbClr val="0033CC"/>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P</a:t>
            </a:r>
          </a:p>
        </p:txBody>
      </p:sp>
      <p:sp>
        <p:nvSpPr>
          <p:cNvPr id="24581" name="Oval 6">
            <a:extLst>
              <a:ext uri="{FF2B5EF4-FFF2-40B4-BE49-F238E27FC236}">
                <a16:creationId xmlns:a16="http://schemas.microsoft.com/office/drawing/2014/main" id="{08067D6F-4599-6DEA-218B-9CFAB06F6C61}"/>
              </a:ext>
            </a:extLst>
          </p:cNvPr>
          <p:cNvSpPr>
            <a:spLocks noChangeArrowheads="1"/>
          </p:cNvSpPr>
          <p:nvPr/>
        </p:nvSpPr>
        <p:spPr bwMode="auto">
          <a:xfrm>
            <a:off x="3581400" y="4419600"/>
            <a:ext cx="304800" cy="304800"/>
          </a:xfrm>
          <a:prstGeom prst="ellipse">
            <a:avLst/>
          </a:prstGeom>
          <a:solidFill>
            <a:srgbClr val="FF00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N</a:t>
            </a:r>
          </a:p>
        </p:txBody>
      </p:sp>
      <p:sp>
        <p:nvSpPr>
          <p:cNvPr id="24582" name="Oval 7">
            <a:extLst>
              <a:ext uri="{FF2B5EF4-FFF2-40B4-BE49-F238E27FC236}">
                <a16:creationId xmlns:a16="http://schemas.microsoft.com/office/drawing/2014/main" id="{A48C80A7-AD7F-3134-5FDE-D6702AC471B6}"/>
              </a:ext>
            </a:extLst>
          </p:cNvPr>
          <p:cNvSpPr>
            <a:spLocks noChangeArrowheads="1"/>
          </p:cNvSpPr>
          <p:nvPr/>
        </p:nvSpPr>
        <p:spPr bwMode="auto">
          <a:xfrm>
            <a:off x="3429000" y="4114800"/>
            <a:ext cx="304800" cy="304800"/>
          </a:xfrm>
          <a:prstGeom prst="ellipse">
            <a:avLst/>
          </a:prstGeom>
          <a:solidFill>
            <a:srgbClr val="0033CC"/>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P</a:t>
            </a:r>
          </a:p>
        </p:txBody>
      </p:sp>
      <p:sp>
        <p:nvSpPr>
          <p:cNvPr id="24583" name="Oval 8">
            <a:extLst>
              <a:ext uri="{FF2B5EF4-FFF2-40B4-BE49-F238E27FC236}">
                <a16:creationId xmlns:a16="http://schemas.microsoft.com/office/drawing/2014/main" id="{575139BC-4950-4437-7F2D-4AF43B0DED79}"/>
              </a:ext>
            </a:extLst>
          </p:cNvPr>
          <p:cNvSpPr>
            <a:spLocks noChangeArrowheads="1"/>
          </p:cNvSpPr>
          <p:nvPr/>
        </p:nvSpPr>
        <p:spPr bwMode="auto">
          <a:xfrm>
            <a:off x="3276600" y="3860800"/>
            <a:ext cx="1143000" cy="1143000"/>
          </a:xfrm>
          <a:prstGeom prst="ellipse">
            <a:avLst/>
          </a:prstGeom>
          <a:noFill/>
          <a:ln w="2857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24584" name="Oval 9">
            <a:extLst>
              <a:ext uri="{FF2B5EF4-FFF2-40B4-BE49-F238E27FC236}">
                <a16:creationId xmlns:a16="http://schemas.microsoft.com/office/drawing/2014/main" id="{4F745E70-420B-72E1-E759-F0408477B05B}"/>
              </a:ext>
            </a:extLst>
          </p:cNvPr>
          <p:cNvSpPr>
            <a:spLocks noChangeArrowheads="1"/>
          </p:cNvSpPr>
          <p:nvPr/>
        </p:nvSpPr>
        <p:spPr bwMode="auto">
          <a:xfrm>
            <a:off x="2590800" y="3500438"/>
            <a:ext cx="2514600" cy="2138362"/>
          </a:xfrm>
          <a:prstGeom prst="ellipse">
            <a:avLst/>
          </a:prstGeom>
          <a:noFill/>
          <a:ln w="28575">
            <a:solidFill>
              <a:schemeClr val="tx1"/>
            </a:solidFill>
            <a:prstDash val="sysDot"/>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24585" name="Oval 10">
            <a:extLst>
              <a:ext uri="{FF2B5EF4-FFF2-40B4-BE49-F238E27FC236}">
                <a16:creationId xmlns:a16="http://schemas.microsoft.com/office/drawing/2014/main" id="{77446AC8-0A56-9B08-0392-F6DC746EA7F1}"/>
              </a:ext>
            </a:extLst>
          </p:cNvPr>
          <p:cNvSpPr>
            <a:spLocks noChangeArrowheads="1"/>
          </p:cNvSpPr>
          <p:nvPr/>
        </p:nvSpPr>
        <p:spPr bwMode="auto">
          <a:xfrm>
            <a:off x="3276600" y="47244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86" name="Oval 11">
            <a:extLst>
              <a:ext uri="{FF2B5EF4-FFF2-40B4-BE49-F238E27FC236}">
                <a16:creationId xmlns:a16="http://schemas.microsoft.com/office/drawing/2014/main" id="{087C7820-2AAA-67B4-6889-0648AD23AD0B}"/>
              </a:ext>
            </a:extLst>
          </p:cNvPr>
          <p:cNvSpPr>
            <a:spLocks noChangeArrowheads="1"/>
          </p:cNvSpPr>
          <p:nvPr/>
        </p:nvSpPr>
        <p:spPr bwMode="auto">
          <a:xfrm>
            <a:off x="4114800" y="39624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87" name="Oval 12">
            <a:extLst>
              <a:ext uri="{FF2B5EF4-FFF2-40B4-BE49-F238E27FC236}">
                <a16:creationId xmlns:a16="http://schemas.microsoft.com/office/drawing/2014/main" id="{21FDC2BF-71D2-FD68-67FD-A274E015957B}"/>
              </a:ext>
            </a:extLst>
          </p:cNvPr>
          <p:cNvSpPr>
            <a:spLocks noChangeArrowheads="1"/>
          </p:cNvSpPr>
          <p:nvPr/>
        </p:nvSpPr>
        <p:spPr bwMode="auto">
          <a:xfrm>
            <a:off x="2743200" y="51054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88" name="Oval 13">
            <a:extLst>
              <a:ext uri="{FF2B5EF4-FFF2-40B4-BE49-F238E27FC236}">
                <a16:creationId xmlns:a16="http://schemas.microsoft.com/office/drawing/2014/main" id="{3D247578-895D-81C1-F511-8FD9B39D4717}"/>
              </a:ext>
            </a:extLst>
          </p:cNvPr>
          <p:cNvSpPr>
            <a:spLocks noChangeArrowheads="1"/>
          </p:cNvSpPr>
          <p:nvPr/>
        </p:nvSpPr>
        <p:spPr bwMode="auto">
          <a:xfrm>
            <a:off x="3048000" y="53340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89" name="Oval 14">
            <a:extLst>
              <a:ext uri="{FF2B5EF4-FFF2-40B4-BE49-F238E27FC236}">
                <a16:creationId xmlns:a16="http://schemas.microsoft.com/office/drawing/2014/main" id="{61DF048A-76C9-93DD-335D-5AF507BE4B1A}"/>
              </a:ext>
            </a:extLst>
          </p:cNvPr>
          <p:cNvSpPr>
            <a:spLocks noChangeArrowheads="1"/>
          </p:cNvSpPr>
          <p:nvPr/>
        </p:nvSpPr>
        <p:spPr bwMode="auto">
          <a:xfrm>
            <a:off x="4419600" y="52578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90" name="Oval 15">
            <a:extLst>
              <a:ext uri="{FF2B5EF4-FFF2-40B4-BE49-F238E27FC236}">
                <a16:creationId xmlns:a16="http://schemas.microsoft.com/office/drawing/2014/main" id="{05D0C162-2951-F8E3-2E92-4463617203C7}"/>
              </a:ext>
            </a:extLst>
          </p:cNvPr>
          <p:cNvSpPr>
            <a:spLocks noChangeArrowheads="1"/>
          </p:cNvSpPr>
          <p:nvPr/>
        </p:nvSpPr>
        <p:spPr bwMode="auto">
          <a:xfrm>
            <a:off x="4724400" y="49530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91" name="Oval 16">
            <a:extLst>
              <a:ext uri="{FF2B5EF4-FFF2-40B4-BE49-F238E27FC236}">
                <a16:creationId xmlns:a16="http://schemas.microsoft.com/office/drawing/2014/main" id="{F31EE902-F879-C4EC-07FB-B88927EAB4EF}"/>
              </a:ext>
            </a:extLst>
          </p:cNvPr>
          <p:cNvSpPr>
            <a:spLocks noChangeArrowheads="1"/>
          </p:cNvSpPr>
          <p:nvPr/>
        </p:nvSpPr>
        <p:spPr bwMode="auto">
          <a:xfrm>
            <a:off x="2667000" y="36576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92" name="Oval 17">
            <a:extLst>
              <a:ext uri="{FF2B5EF4-FFF2-40B4-BE49-F238E27FC236}">
                <a16:creationId xmlns:a16="http://schemas.microsoft.com/office/drawing/2014/main" id="{C127AA17-44B3-A9C4-7D5B-2190820AA86F}"/>
              </a:ext>
            </a:extLst>
          </p:cNvPr>
          <p:cNvSpPr>
            <a:spLocks noChangeArrowheads="1"/>
          </p:cNvSpPr>
          <p:nvPr/>
        </p:nvSpPr>
        <p:spPr bwMode="auto">
          <a:xfrm>
            <a:off x="4419600" y="34290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93" name="Oval 18">
            <a:extLst>
              <a:ext uri="{FF2B5EF4-FFF2-40B4-BE49-F238E27FC236}">
                <a16:creationId xmlns:a16="http://schemas.microsoft.com/office/drawing/2014/main" id="{A9410FD6-7F16-354E-4DA1-2FEE70A9C3A8}"/>
              </a:ext>
            </a:extLst>
          </p:cNvPr>
          <p:cNvSpPr>
            <a:spLocks noChangeArrowheads="1"/>
          </p:cNvSpPr>
          <p:nvPr/>
        </p:nvSpPr>
        <p:spPr bwMode="auto">
          <a:xfrm>
            <a:off x="4724400" y="37338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
        <p:nvSpPr>
          <p:cNvPr id="24594" name="Oval 19">
            <a:extLst>
              <a:ext uri="{FF2B5EF4-FFF2-40B4-BE49-F238E27FC236}">
                <a16:creationId xmlns:a16="http://schemas.microsoft.com/office/drawing/2014/main" id="{C5F41000-63B5-F19D-52D2-CC44799D7CE3}"/>
              </a:ext>
            </a:extLst>
          </p:cNvPr>
          <p:cNvSpPr>
            <a:spLocks noChangeArrowheads="1"/>
          </p:cNvSpPr>
          <p:nvPr/>
        </p:nvSpPr>
        <p:spPr bwMode="auto">
          <a:xfrm>
            <a:off x="2971800" y="3429000"/>
            <a:ext cx="304800" cy="304800"/>
          </a:xfrm>
          <a:prstGeom prst="ellipse">
            <a:avLst/>
          </a:prstGeom>
          <a:solidFill>
            <a:srgbClr val="FFFF00"/>
          </a:solidFill>
          <a:ln w="28575">
            <a:solidFill>
              <a:schemeClr val="tx1"/>
            </a:solidFill>
            <a:round/>
            <a:headEnd/>
            <a:tailEnd/>
          </a:ln>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0"/>
              </a:spcBef>
              <a:buClrTx/>
              <a:buSzTx/>
              <a:buFontTx/>
              <a:buNone/>
            </a:pPr>
            <a:r>
              <a:rPr lang="en-US" altLang="en-GB" sz="1800">
                <a:latin typeface="Calibri" panose="020F0502020204030204" pitchFamily="34" charset="0"/>
              </a:rPr>
              <a:t>E</a:t>
            </a:r>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469BBDD6-F8DF-1E12-B15C-C2C4EB3C8CE1}"/>
              </a:ext>
            </a:extLst>
          </p:cNvPr>
          <p:cNvSpPr>
            <a:spLocks noGrp="1"/>
          </p:cNvSpPr>
          <p:nvPr>
            <p:ph type="title"/>
          </p:nvPr>
        </p:nvSpPr>
        <p:spPr>
          <a:xfrm>
            <a:off x="500063" y="0"/>
            <a:ext cx="8229600" cy="1143000"/>
          </a:xfrm>
        </p:spPr>
        <p:txBody>
          <a:bodyPr/>
          <a:lstStyle/>
          <a:p>
            <a:pPr algn="ctr" eaLnBrk="1" hangingPunct="1"/>
            <a:r>
              <a:rPr lang="en-US" altLang="en-GB" b="1"/>
              <a:t>2. Electric charge</a:t>
            </a:r>
            <a:endParaRPr lang="en-ZA" altLang="en-GB"/>
          </a:p>
        </p:txBody>
      </p:sp>
      <p:sp>
        <p:nvSpPr>
          <p:cNvPr id="3" name="Content Placeholder 2">
            <a:extLst>
              <a:ext uri="{FF2B5EF4-FFF2-40B4-BE49-F238E27FC236}">
                <a16:creationId xmlns:a16="http://schemas.microsoft.com/office/drawing/2014/main" id="{DD3166EA-8AAD-979E-85F8-040819E88F5E}"/>
              </a:ext>
            </a:extLst>
          </p:cNvPr>
          <p:cNvSpPr>
            <a:spLocks noGrp="1"/>
          </p:cNvSpPr>
          <p:nvPr>
            <p:ph sz="quarter" idx="1"/>
          </p:nvPr>
        </p:nvSpPr>
        <p:spPr>
          <a:xfrm>
            <a:off x="684213" y="1412875"/>
            <a:ext cx="8258175" cy="4895850"/>
          </a:xfrm>
        </p:spPr>
        <p:txBody>
          <a:bodyPr/>
          <a:lstStyle/>
          <a:p>
            <a:pPr algn="just" eaLnBrk="1" hangingPunct="1">
              <a:buFont typeface="Arial" panose="020B0604020202020204" pitchFamily="34" charset="0"/>
              <a:buNone/>
            </a:pPr>
            <a:r>
              <a:rPr lang="en-US" altLang="en-GB"/>
              <a:t>There are two types of observed electric charge: </a:t>
            </a:r>
            <a:r>
              <a:rPr lang="en-US" altLang="en-GB" b="1"/>
              <a:t>positive</a:t>
            </a:r>
            <a:r>
              <a:rPr lang="en-US" altLang="en-GB"/>
              <a:t> and </a:t>
            </a:r>
            <a:r>
              <a:rPr lang="en-US" altLang="en-GB" b="1"/>
              <a:t>negative</a:t>
            </a:r>
            <a:r>
              <a:rPr lang="en-US" altLang="en-GB"/>
              <a:t>. </a:t>
            </a:r>
          </a:p>
          <a:p>
            <a:pPr algn="just" eaLnBrk="1" hangingPunct="1"/>
            <a:r>
              <a:rPr lang="en-US" altLang="en-GB"/>
              <a:t>The convention was derived from Benjamin Franklin’s experiments.</a:t>
            </a:r>
          </a:p>
          <a:p>
            <a:pPr algn="just" eaLnBrk="1" hangingPunct="1"/>
            <a:r>
              <a:rPr lang="en-US" altLang="en-GB"/>
              <a:t> Charge with opposite electrical sign (i.e. a positive charge and a negative charge) attract each other and charge with the same electrical sign (i.e. two positive charges or two negative charges)repel each other.</a:t>
            </a:r>
          </a:p>
        </p:txBody>
      </p:sp>
      <p:sp>
        <p:nvSpPr>
          <p:cNvPr id="26627" name="Date Placeholder 8">
            <a:extLst>
              <a:ext uri="{FF2B5EF4-FFF2-40B4-BE49-F238E27FC236}">
                <a16:creationId xmlns:a16="http://schemas.microsoft.com/office/drawing/2014/main" id="{ADDDF0F1-B2A7-1CFF-BF2B-B16F9926390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9DC06F5-1F5E-4748-8D9A-7BEEF1440D9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6628" name="Footer Placeholder 7">
            <a:extLst>
              <a:ext uri="{FF2B5EF4-FFF2-40B4-BE49-F238E27FC236}">
                <a16:creationId xmlns:a16="http://schemas.microsoft.com/office/drawing/2014/main" id="{5FA6C22D-B24D-4883-2BB3-71DCD3AA1C7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6629" name="Slide Number Placeholder 6">
            <a:extLst>
              <a:ext uri="{FF2B5EF4-FFF2-40B4-BE49-F238E27FC236}">
                <a16:creationId xmlns:a16="http://schemas.microsoft.com/office/drawing/2014/main" id="{6968795D-EB9B-8EC7-1FE1-9CF2EB03A42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98CCF15-76E5-4025-8CD6-BDCD2FCE92BF}" type="slidenum">
              <a:rPr lang="en-ZA" altLang="en-GB" sz="1400" smtClean="0">
                <a:solidFill>
                  <a:srgbClr val="FFFFFF"/>
                </a:solidFill>
                <a:latin typeface="Franklin Gothic Book" panose="020B0503020102020204" pitchFamily="34" charset="0"/>
              </a:rPr>
              <a:pPr>
                <a:spcBef>
                  <a:spcPct val="0"/>
                </a:spcBef>
                <a:buClrTx/>
                <a:buSzTx/>
                <a:buFontTx/>
                <a:buNone/>
              </a:pPr>
              <a:t>9</a:t>
            </a:fld>
            <a:endParaRPr lang="en-ZA" altLang="en-GB" sz="1400">
              <a:solidFill>
                <a:srgbClr val="FFFFFF"/>
              </a:solidFill>
              <a:latin typeface="Franklin Gothic Book" panose="020B0503020102020204" pitchFamily="34" charset="0"/>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le 1">
            <a:extLst>
              <a:ext uri="{FF2B5EF4-FFF2-40B4-BE49-F238E27FC236}">
                <a16:creationId xmlns:a16="http://schemas.microsoft.com/office/drawing/2014/main" id="{877C1E2D-636B-9FDA-852F-1121731FFF40}"/>
              </a:ext>
            </a:extLst>
          </p:cNvPr>
          <p:cNvSpPr>
            <a:spLocks noGrp="1"/>
          </p:cNvSpPr>
          <p:nvPr>
            <p:ph type="title"/>
          </p:nvPr>
        </p:nvSpPr>
        <p:spPr>
          <a:xfrm>
            <a:off x="500063" y="0"/>
            <a:ext cx="8229600" cy="1143000"/>
          </a:xfrm>
        </p:spPr>
        <p:txBody>
          <a:bodyPr/>
          <a:lstStyle/>
          <a:p>
            <a:pPr algn="ctr" eaLnBrk="1" hangingPunct="1"/>
            <a:r>
              <a:rPr lang="en-US" altLang="en-GB" b="1"/>
              <a:t>2. Electric charge</a:t>
            </a:r>
            <a:endParaRPr lang="en-ZA" altLang="en-GB"/>
          </a:p>
        </p:txBody>
      </p:sp>
      <p:sp>
        <p:nvSpPr>
          <p:cNvPr id="3" name="Content Placeholder 2">
            <a:extLst>
              <a:ext uri="{FF2B5EF4-FFF2-40B4-BE49-F238E27FC236}">
                <a16:creationId xmlns:a16="http://schemas.microsoft.com/office/drawing/2014/main" id="{61246978-58A2-2CA8-CB73-630889BAE129}"/>
              </a:ext>
            </a:extLst>
          </p:cNvPr>
          <p:cNvSpPr>
            <a:spLocks noGrp="1"/>
          </p:cNvSpPr>
          <p:nvPr>
            <p:ph sz="quarter" idx="1"/>
          </p:nvPr>
        </p:nvSpPr>
        <p:spPr>
          <a:xfrm>
            <a:off x="468313" y="1773238"/>
            <a:ext cx="8229600" cy="3221037"/>
          </a:xfrm>
        </p:spPr>
        <p:txBody>
          <a:bodyPr/>
          <a:lstStyle/>
          <a:p>
            <a:pPr algn="just" eaLnBrk="1" hangingPunct="1">
              <a:buFont typeface="Arial" panose="020B0604020202020204" pitchFamily="34" charset="0"/>
              <a:buNone/>
            </a:pPr>
            <a:r>
              <a:rPr lang="en-US" altLang="en-GB"/>
              <a:t>The smallest unit of “free” charge known in nature is the charge of an electron or proton, which has a magnitude of </a:t>
            </a:r>
            <a:endParaRPr lang="en-ZA"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Charge comes in multiples of an indivisible unit of charge, represented by the letter </a:t>
            </a:r>
            <a:r>
              <a:rPr lang="en-US" altLang="en-GB" b="1" i="1"/>
              <a:t>e</a:t>
            </a:r>
            <a:r>
              <a:rPr lang="en-US" altLang="en-GB"/>
              <a:t>. </a:t>
            </a:r>
          </a:p>
          <a:p>
            <a:pPr algn="just" eaLnBrk="1" hangingPunct="1">
              <a:buFont typeface="Arial" panose="020B0604020202020204" pitchFamily="34" charset="0"/>
              <a:buNone/>
            </a:pPr>
            <a:r>
              <a:rPr lang="en-US" altLang="en-GB"/>
              <a:t>These things have the same size charge, but the sign is different.</a:t>
            </a:r>
          </a:p>
          <a:p>
            <a:pPr algn="just" eaLnBrk="1" hangingPunct="1">
              <a:buFont typeface="Arial" panose="020B0604020202020204" pitchFamily="34" charset="0"/>
              <a:buNone/>
            </a:pPr>
            <a:r>
              <a:rPr lang="en-US" altLang="en-GB"/>
              <a:t>A proton has a charge of </a:t>
            </a:r>
            <a:r>
              <a:rPr lang="en-US" altLang="en-GB" b="1" i="1"/>
              <a:t>+e</a:t>
            </a:r>
            <a:r>
              <a:rPr lang="en-US" altLang="en-GB"/>
              <a:t>, while an electron has a charge of </a:t>
            </a:r>
            <a:r>
              <a:rPr lang="en-US" altLang="en-GB" b="1" i="1"/>
              <a:t>–e</a:t>
            </a:r>
            <a:r>
              <a:rPr lang="en-US" altLang="en-GB"/>
              <a:t>.</a:t>
            </a:r>
            <a:endParaRPr lang="en-ZA" altLang="en-GB"/>
          </a:p>
        </p:txBody>
      </p:sp>
      <p:sp>
        <p:nvSpPr>
          <p:cNvPr id="27651" name="Date Placeholder 9">
            <a:extLst>
              <a:ext uri="{FF2B5EF4-FFF2-40B4-BE49-F238E27FC236}">
                <a16:creationId xmlns:a16="http://schemas.microsoft.com/office/drawing/2014/main" id="{62F993DE-0676-5A0E-4A70-92B0B6CE897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E2EA555-B81E-4980-835D-C8E98BAF884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7652" name="Footer Placeholder 8">
            <a:extLst>
              <a:ext uri="{FF2B5EF4-FFF2-40B4-BE49-F238E27FC236}">
                <a16:creationId xmlns:a16="http://schemas.microsoft.com/office/drawing/2014/main" id="{B7ACC4C3-11DE-4F9C-40CB-F9741D5DF2B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7653" name="Slide Number Placeholder 7">
            <a:extLst>
              <a:ext uri="{FF2B5EF4-FFF2-40B4-BE49-F238E27FC236}">
                <a16:creationId xmlns:a16="http://schemas.microsoft.com/office/drawing/2014/main" id="{327B9DE2-24EF-3D6F-158C-78A6D545843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E673ED-C4A0-462B-A199-5C6E0F5D56DF}" type="slidenum">
              <a:rPr lang="en-ZA" altLang="en-GB" sz="1400" smtClean="0">
                <a:solidFill>
                  <a:srgbClr val="FFFFFF"/>
                </a:solidFill>
                <a:latin typeface="Franklin Gothic Book" panose="020B0503020102020204" pitchFamily="34" charset="0"/>
              </a:rPr>
              <a:pPr>
                <a:spcBef>
                  <a:spcPct val="0"/>
                </a:spcBef>
                <a:buClrTx/>
                <a:buSzTx/>
                <a:buFontTx/>
                <a:buNone/>
              </a:pPr>
              <a:t>10</a:t>
            </a:fld>
            <a:endParaRPr lang="en-ZA" altLang="en-GB" sz="1400">
              <a:solidFill>
                <a:srgbClr val="FFFFFF"/>
              </a:solidFill>
              <a:latin typeface="Franklin Gothic Book" panose="020B0503020102020204" pitchFamily="34" charset="0"/>
            </a:endParaRPr>
          </a:p>
        </p:txBody>
      </p:sp>
      <p:sp>
        <p:nvSpPr>
          <p:cNvPr id="27654" name="Rectangle 5">
            <a:extLst>
              <a:ext uri="{FF2B5EF4-FFF2-40B4-BE49-F238E27FC236}">
                <a16:creationId xmlns:a16="http://schemas.microsoft.com/office/drawing/2014/main" id="{962E02D8-DB35-CC28-1990-82B4A64AA2B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27655" name="Rectangle 2">
            <a:extLst>
              <a:ext uri="{FF2B5EF4-FFF2-40B4-BE49-F238E27FC236}">
                <a16:creationId xmlns:a16="http://schemas.microsoft.com/office/drawing/2014/main" id="{CAE55023-9A1C-D08F-0E27-2B35DB076C4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49505" name="Picture 1">
            <a:extLst>
              <a:ext uri="{FF2B5EF4-FFF2-40B4-BE49-F238E27FC236}">
                <a16:creationId xmlns:a16="http://schemas.microsoft.com/office/drawing/2014/main" id="{D26814EC-2053-8B0A-B7A6-6F1F77587510}"/>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132138" y="2636838"/>
            <a:ext cx="2805112"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49505"/>
                                        </p:tgtEl>
                                        <p:attrNameLst>
                                          <p:attrName>style.visibility</p:attrName>
                                        </p:attrNameLst>
                                      </p:cBhvr>
                                      <p:to>
                                        <p:strVal val="visible"/>
                                      </p:to>
                                    </p:set>
                                    <p:animEffect transition="in" filter="diamond(in)">
                                      <p:cBhvr>
                                        <p:cTn id="13" dur="2000"/>
                                        <p:tgtEl>
                                          <p:spTgt spid="1495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 calcmode="lin" valueType="num">
                                      <p:cBhvr additive="base">
                                        <p:cTn id="30"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D03D5D84-35DA-670C-7BF1-72C9CDFE4892}"/>
              </a:ext>
            </a:extLst>
          </p:cNvPr>
          <p:cNvSpPr>
            <a:spLocks noGrp="1"/>
          </p:cNvSpPr>
          <p:nvPr>
            <p:ph type="title"/>
          </p:nvPr>
        </p:nvSpPr>
        <p:spPr>
          <a:xfrm>
            <a:off x="500063" y="0"/>
            <a:ext cx="8229600" cy="1143000"/>
          </a:xfrm>
        </p:spPr>
        <p:txBody>
          <a:bodyPr/>
          <a:lstStyle/>
          <a:p>
            <a:pPr algn="ctr" eaLnBrk="1" hangingPunct="1"/>
            <a:r>
              <a:rPr lang="en-US" altLang="en-GB" b="1"/>
              <a:t>2. Electric charge</a:t>
            </a:r>
            <a:endParaRPr lang="en-ZA" altLang="en-GB"/>
          </a:p>
        </p:txBody>
      </p:sp>
      <p:sp>
        <p:nvSpPr>
          <p:cNvPr id="3" name="Content Placeholder 2">
            <a:extLst>
              <a:ext uri="{FF2B5EF4-FFF2-40B4-BE49-F238E27FC236}">
                <a16:creationId xmlns:a16="http://schemas.microsoft.com/office/drawing/2014/main" id="{74CE66B2-EABC-8C42-F03E-6E9BBFA9E036}"/>
              </a:ext>
            </a:extLst>
          </p:cNvPr>
          <p:cNvSpPr>
            <a:spLocks noGrp="1"/>
          </p:cNvSpPr>
          <p:nvPr>
            <p:ph sz="quarter" idx="1"/>
          </p:nvPr>
        </p:nvSpPr>
        <p:spPr>
          <a:xfrm>
            <a:off x="611188" y="2420938"/>
            <a:ext cx="8229600" cy="2070100"/>
          </a:xfrm>
        </p:spPr>
        <p:txBody>
          <a:bodyPr/>
          <a:lstStyle/>
          <a:p>
            <a:pPr algn="just" eaLnBrk="1" hangingPunct="1"/>
            <a:r>
              <a:rPr lang="en-US" altLang="en-GB"/>
              <a:t>Putting "charge is quantified" in terms of an equation, we say: </a:t>
            </a:r>
            <a:endParaRPr lang="en-ZA" altLang="en-GB"/>
          </a:p>
          <a:p>
            <a:pPr algn="just" eaLnBrk="1" hangingPunct="1">
              <a:buFont typeface="Arial" panose="020B0604020202020204" pitchFamily="34" charset="0"/>
              <a:buNone/>
            </a:pPr>
            <a:r>
              <a:rPr lang="en-US" altLang="en-GB" b="1" i="1"/>
              <a:t>                           q = n e</a:t>
            </a:r>
            <a:endParaRPr lang="en-ZA" altLang="en-GB"/>
          </a:p>
          <a:p>
            <a:pPr algn="just" eaLnBrk="1" hangingPunct="1"/>
            <a:r>
              <a:rPr lang="en-US" altLang="en-GB" i="1"/>
              <a:t>where </a:t>
            </a:r>
            <a:r>
              <a:rPr lang="en-US" altLang="en-GB" b="1" i="1"/>
              <a:t>q</a:t>
            </a:r>
            <a:r>
              <a:rPr lang="en-US" altLang="en-GB" i="1"/>
              <a:t> is the symbol used to represent charge, while </a:t>
            </a:r>
            <a:r>
              <a:rPr lang="en-US" altLang="en-GB" b="1" i="1"/>
              <a:t>n</a:t>
            </a:r>
            <a:r>
              <a:rPr lang="en-US" altLang="en-GB" i="1"/>
              <a:t> is a positive or negative integer, and </a:t>
            </a:r>
            <a:r>
              <a:rPr lang="en-US" altLang="en-GB" b="1" i="1"/>
              <a:t>e</a:t>
            </a:r>
            <a:r>
              <a:rPr lang="en-US" altLang="en-GB" i="1"/>
              <a:t> is the electronic charge, 1.60 x 10</a:t>
            </a:r>
            <a:r>
              <a:rPr lang="en-US" altLang="en-GB" i="1" baseline="30000"/>
              <a:t>-19</a:t>
            </a:r>
            <a:r>
              <a:rPr lang="en-US" altLang="en-GB" i="1"/>
              <a:t> C.</a:t>
            </a:r>
            <a:endParaRPr lang="en-ZA" altLang="en-GB"/>
          </a:p>
        </p:txBody>
      </p:sp>
      <p:sp>
        <p:nvSpPr>
          <p:cNvPr id="28675" name="Date Placeholder 7">
            <a:extLst>
              <a:ext uri="{FF2B5EF4-FFF2-40B4-BE49-F238E27FC236}">
                <a16:creationId xmlns:a16="http://schemas.microsoft.com/office/drawing/2014/main" id="{EC686FFA-B61B-6F57-E392-E8318747C08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B3271A6-3C63-4BDB-BCB0-7CAB6312C7C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8676" name="Footer Placeholder 6">
            <a:extLst>
              <a:ext uri="{FF2B5EF4-FFF2-40B4-BE49-F238E27FC236}">
                <a16:creationId xmlns:a16="http://schemas.microsoft.com/office/drawing/2014/main" id="{B9FBDAA0-3FF5-EB33-03D7-E45E5F29B2A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8677" name="Slide Number Placeholder 5">
            <a:extLst>
              <a:ext uri="{FF2B5EF4-FFF2-40B4-BE49-F238E27FC236}">
                <a16:creationId xmlns:a16="http://schemas.microsoft.com/office/drawing/2014/main" id="{7661386A-0781-0E8B-C642-E451585B774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41F1BCD-FF36-4B4A-B813-A7E4A210238F}" type="slidenum">
              <a:rPr lang="en-ZA" altLang="en-GB" sz="1400" smtClean="0">
                <a:solidFill>
                  <a:srgbClr val="FFFFFF"/>
                </a:solidFill>
                <a:latin typeface="Franklin Gothic Book" panose="020B0503020102020204" pitchFamily="34" charset="0"/>
              </a:rPr>
              <a:pPr>
                <a:spcBef>
                  <a:spcPct val="0"/>
                </a:spcBef>
                <a:buClrTx/>
                <a:buSzTx/>
                <a:buFontTx/>
                <a:buNone/>
              </a:pPr>
              <a:t>11</a:t>
            </a:fld>
            <a:endParaRPr lang="en-ZA" altLang="en-GB" sz="1400">
              <a:solidFill>
                <a:srgbClr val="FFFFFF"/>
              </a:solidFill>
              <a:latin typeface="Franklin Gothic Book" panose="020B0503020102020204" pitchFamily="34" charset="0"/>
            </a:endParaRPr>
          </a:p>
        </p:txBody>
      </p:sp>
      <p:sp>
        <p:nvSpPr>
          <p:cNvPr id="28678" name="Rectangle 5">
            <a:extLst>
              <a:ext uri="{FF2B5EF4-FFF2-40B4-BE49-F238E27FC236}">
                <a16:creationId xmlns:a16="http://schemas.microsoft.com/office/drawing/2014/main" id="{DC6DB3F3-02F0-A9B3-F560-06B6C1357B9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a:extLst>
              <a:ext uri="{FF2B5EF4-FFF2-40B4-BE49-F238E27FC236}">
                <a16:creationId xmlns:a16="http://schemas.microsoft.com/office/drawing/2014/main" id="{41C9A5CC-50EE-7062-59C7-2581B41B2FC0}"/>
              </a:ext>
            </a:extLst>
          </p:cNvPr>
          <p:cNvSpPr>
            <a:spLocks noGrp="1"/>
          </p:cNvSpPr>
          <p:nvPr>
            <p:ph type="title"/>
          </p:nvPr>
        </p:nvSpPr>
        <p:spPr>
          <a:xfrm>
            <a:off x="457200" y="274638"/>
            <a:ext cx="8043863" cy="633412"/>
          </a:xfrm>
        </p:spPr>
        <p:txBody>
          <a:bodyPr/>
          <a:lstStyle/>
          <a:p>
            <a:pPr marL="342900" indent="-342900" algn="ctr" eaLnBrk="1" hangingPunct="1"/>
            <a:r>
              <a:rPr lang="en-ZA" altLang="en-GB" sz="3600" b="1">
                <a:solidFill>
                  <a:srgbClr val="000000"/>
                </a:solidFill>
              </a:rPr>
              <a:t>2.1. </a:t>
            </a:r>
            <a:r>
              <a:rPr lang="en-US" altLang="en-GB" sz="3600" b="1">
                <a:solidFill>
                  <a:srgbClr val="000000"/>
                </a:solidFill>
              </a:rPr>
              <a:t>Conservation of Charge</a:t>
            </a:r>
            <a:endParaRPr lang="en-ZA" altLang="en-GB" sz="3600" b="1">
              <a:solidFill>
                <a:srgbClr val="000000"/>
              </a:solidFill>
            </a:endParaRPr>
          </a:p>
        </p:txBody>
      </p:sp>
      <p:sp>
        <p:nvSpPr>
          <p:cNvPr id="3" name="Content Placeholder 2">
            <a:extLst>
              <a:ext uri="{FF2B5EF4-FFF2-40B4-BE49-F238E27FC236}">
                <a16:creationId xmlns:a16="http://schemas.microsoft.com/office/drawing/2014/main" id="{8A696C2A-A77A-9B9E-2B1D-117EAB3AC9C7}"/>
              </a:ext>
            </a:extLst>
          </p:cNvPr>
          <p:cNvSpPr>
            <a:spLocks noGrp="1"/>
          </p:cNvSpPr>
          <p:nvPr>
            <p:ph sz="quarter" idx="1"/>
          </p:nvPr>
        </p:nvSpPr>
        <p:spPr>
          <a:xfrm>
            <a:off x="457200" y="1341438"/>
            <a:ext cx="8329613" cy="5087937"/>
          </a:xfrm>
        </p:spPr>
        <p:txBody>
          <a:bodyPr/>
          <a:lstStyle/>
          <a:p>
            <a:pPr algn="just" eaLnBrk="1" hangingPunct="1">
              <a:buFont typeface="Arial" panose="020B0604020202020204" pitchFamily="34" charset="0"/>
              <a:buNone/>
            </a:pPr>
            <a:r>
              <a:rPr lang="en-US" altLang="en-GB"/>
              <a:t>The Law of conservation of charge states that “</a:t>
            </a:r>
            <a:r>
              <a:rPr lang="en-US" altLang="en-GB" b="1" i="1"/>
              <a:t>The net charge of an isolated system remains constant.</a:t>
            </a:r>
            <a:r>
              <a:rPr lang="en-US" altLang="en-GB" i="1"/>
              <a:t>” </a:t>
            </a:r>
          </a:p>
          <a:p>
            <a:pPr algn="just" eaLnBrk="1" hangingPunct="1">
              <a:buFont typeface="Arial" panose="020B0604020202020204" pitchFamily="34" charset="0"/>
              <a:buNone/>
            </a:pPr>
            <a:r>
              <a:rPr lang="en-US" altLang="en-GB"/>
              <a:t>If a system starts out with an equal number of positive and negative charges, there is nothing we can do to create an excess of one kind of charge in that system unless we bring in charge from outside the system (or remove some charge from the system). </a:t>
            </a:r>
          </a:p>
          <a:p>
            <a:pPr algn="just" eaLnBrk="1" hangingPunct="1">
              <a:buFont typeface="Arial" panose="020B0604020202020204" pitchFamily="34" charset="0"/>
              <a:buNone/>
            </a:pPr>
            <a:r>
              <a:rPr lang="en-US" altLang="en-GB"/>
              <a:t>Likewise, if something starts out with a certain net charge, say </a:t>
            </a:r>
            <a:r>
              <a:rPr lang="en-US" altLang="en-GB" i="1"/>
              <a:t>+100e</a:t>
            </a:r>
            <a:r>
              <a:rPr lang="en-US" altLang="en-GB"/>
              <a:t>, it will always have </a:t>
            </a:r>
            <a:r>
              <a:rPr lang="en-US" altLang="en-GB" i="1"/>
              <a:t>+100e</a:t>
            </a:r>
            <a:r>
              <a:rPr lang="en-US" altLang="en-GB"/>
              <a:t> unless it is allowed to interact with something external to it. </a:t>
            </a:r>
            <a:endParaRPr lang="en-ZA" altLang="en-GB"/>
          </a:p>
        </p:txBody>
      </p:sp>
      <p:sp>
        <p:nvSpPr>
          <p:cNvPr id="29699" name="Date Placeholder 6">
            <a:extLst>
              <a:ext uri="{FF2B5EF4-FFF2-40B4-BE49-F238E27FC236}">
                <a16:creationId xmlns:a16="http://schemas.microsoft.com/office/drawing/2014/main" id="{79298F23-3EA2-8B1E-73DA-F485A77C796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EC95137-1694-4EC8-8B4E-D11DCB544F2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29700" name="Footer Placeholder 5">
            <a:extLst>
              <a:ext uri="{FF2B5EF4-FFF2-40B4-BE49-F238E27FC236}">
                <a16:creationId xmlns:a16="http://schemas.microsoft.com/office/drawing/2014/main" id="{DE5F1018-6E2A-A90B-F505-2A3DC235208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29701" name="Slide Number Placeholder 4">
            <a:extLst>
              <a:ext uri="{FF2B5EF4-FFF2-40B4-BE49-F238E27FC236}">
                <a16:creationId xmlns:a16="http://schemas.microsoft.com/office/drawing/2014/main" id="{39F1EC04-6F52-F47B-18D6-1E2ABEBC5E4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0D07735-EE08-48BD-951F-F1FE061F8D34}" type="slidenum">
              <a:rPr lang="en-ZA" altLang="en-GB" sz="1400" smtClean="0">
                <a:solidFill>
                  <a:srgbClr val="FFFFFF"/>
                </a:solidFill>
                <a:latin typeface="Franklin Gothic Book" panose="020B0503020102020204" pitchFamily="34" charset="0"/>
              </a:rPr>
              <a:pPr>
                <a:spcBef>
                  <a:spcPct val="0"/>
                </a:spcBef>
                <a:buClrTx/>
                <a:buSzTx/>
                <a:buFontTx/>
                <a:buNone/>
              </a:pPr>
              <a:t>12</a:t>
            </a:fld>
            <a:endParaRPr lang="en-ZA" altLang="en-GB" sz="1400">
              <a:solidFill>
                <a:srgbClr val="FFFFFF"/>
              </a:solidFill>
              <a:latin typeface="Franklin Gothic Book" panose="020B0503020102020204" pitchFamily="34" charset="0"/>
            </a:endParaRPr>
          </a:p>
        </p:txBody>
      </p:sp>
      <p:pic>
        <p:nvPicPr>
          <p:cNvPr id="29702" name="Picture 5">
            <a:extLst>
              <a:ext uri="{FF2B5EF4-FFF2-40B4-BE49-F238E27FC236}">
                <a16:creationId xmlns:a16="http://schemas.microsoft.com/office/drawing/2014/main" id="{14069598-203E-BCF4-A015-86386633F1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2363" y="5013325"/>
            <a:ext cx="3476625" cy="126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00E0BC0C-A06B-28CE-C868-EF4696A232FD}"/>
              </a:ext>
            </a:extLst>
          </p:cNvPr>
          <p:cNvSpPr>
            <a:spLocks noGrp="1"/>
          </p:cNvSpPr>
          <p:nvPr>
            <p:ph type="title"/>
          </p:nvPr>
        </p:nvSpPr>
        <p:spPr>
          <a:xfrm>
            <a:off x="457200" y="142875"/>
            <a:ext cx="8043863" cy="868363"/>
          </a:xfrm>
        </p:spPr>
        <p:txBody>
          <a:bodyPr/>
          <a:lstStyle/>
          <a:p>
            <a:pPr marL="342900" indent="-342900" algn="ctr" eaLnBrk="1" hangingPunct="1"/>
            <a:r>
              <a:rPr lang="en-ZA" altLang="en-GB" sz="3600" b="1">
                <a:solidFill>
                  <a:srgbClr val="000000"/>
                </a:solidFill>
              </a:rPr>
              <a:t>2.1. </a:t>
            </a:r>
            <a:r>
              <a:rPr lang="en-US" altLang="en-GB" sz="3600" b="1">
                <a:solidFill>
                  <a:srgbClr val="000000"/>
                </a:solidFill>
              </a:rPr>
              <a:t>Conservation of Charge</a:t>
            </a:r>
            <a:endParaRPr lang="en-ZA" altLang="en-GB" sz="3600" b="1">
              <a:solidFill>
                <a:srgbClr val="000000"/>
              </a:solidFill>
            </a:endParaRPr>
          </a:p>
        </p:txBody>
      </p:sp>
      <p:sp>
        <p:nvSpPr>
          <p:cNvPr id="3" name="Content Placeholder 2">
            <a:extLst>
              <a:ext uri="{FF2B5EF4-FFF2-40B4-BE49-F238E27FC236}">
                <a16:creationId xmlns:a16="http://schemas.microsoft.com/office/drawing/2014/main" id="{B4BB9FA6-C4DC-51EC-940E-B842ED8A155B}"/>
              </a:ext>
            </a:extLst>
          </p:cNvPr>
          <p:cNvSpPr>
            <a:spLocks noGrp="1"/>
          </p:cNvSpPr>
          <p:nvPr>
            <p:ph sz="quarter" idx="1"/>
          </p:nvPr>
        </p:nvSpPr>
        <p:spPr>
          <a:xfrm>
            <a:off x="457200" y="1989138"/>
            <a:ext cx="8329613" cy="3743325"/>
          </a:xfrm>
        </p:spPr>
        <p:txBody>
          <a:bodyPr rtlCol="0">
            <a:normAutofit lnSpcReduction="10000"/>
          </a:bodyPr>
          <a:lstStyle/>
          <a:p>
            <a:pPr algn="just" eaLnBrk="1" fontAlgn="auto" hangingPunct="1">
              <a:spcAft>
                <a:spcPts val="0"/>
              </a:spcAft>
              <a:buFont typeface="Arial" pitchFamily="34" charset="0"/>
              <a:buChar char="•"/>
              <a:defRPr/>
            </a:pPr>
            <a:r>
              <a:rPr lang="en-US" dirty="0"/>
              <a:t>Charge can be created and destroyed, but only in positive-negative pairs.</a:t>
            </a:r>
          </a:p>
          <a:p>
            <a:pPr algn="just" eaLnBrk="1" fontAlgn="auto" hangingPunct="1">
              <a:spcAft>
                <a:spcPts val="0"/>
              </a:spcAft>
              <a:buFont typeface="Arial" pitchFamily="34" charset="0"/>
              <a:buChar char="•"/>
              <a:defRPr/>
            </a:pPr>
            <a:r>
              <a:rPr lang="en-US" dirty="0"/>
              <a:t>Within the system, charge may be transferred between bodies, either </a:t>
            </a:r>
            <a:r>
              <a:rPr lang="en-US" b="1" dirty="0"/>
              <a:t>by </a:t>
            </a:r>
            <a:r>
              <a:rPr lang="en-US" b="1" i="1" dirty="0"/>
              <a:t>direct contact</a:t>
            </a:r>
            <a:r>
              <a:rPr lang="en-US" b="1" dirty="0"/>
              <a:t>, or by </a:t>
            </a:r>
            <a:r>
              <a:rPr lang="en-US" b="1" i="1" dirty="0"/>
              <a:t>passing along a conducting material</a:t>
            </a:r>
            <a:r>
              <a:rPr lang="en-US" b="1" dirty="0"/>
              <a:t>, such as a wire.</a:t>
            </a:r>
          </a:p>
          <a:p>
            <a:pPr algn="just" eaLnBrk="1" fontAlgn="auto" hangingPunct="1">
              <a:spcAft>
                <a:spcPts val="0"/>
              </a:spcAft>
              <a:buFont typeface="Arial" pitchFamily="34" charset="0"/>
              <a:buChar char="•"/>
              <a:defRPr/>
            </a:pPr>
            <a:r>
              <a:rPr lang="en-US" dirty="0"/>
              <a:t>The informal term </a:t>
            </a:r>
            <a:r>
              <a:rPr lang="en-US" b="1" dirty="0"/>
              <a:t>static electricity </a:t>
            </a:r>
            <a:r>
              <a:rPr lang="en-US" dirty="0"/>
              <a:t>refers to </a:t>
            </a:r>
            <a:r>
              <a:rPr lang="en-US" b="1" dirty="0"/>
              <a:t>the net presence (or 'imbalance') of charge </a:t>
            </a:r>
            <a:r>
              <a:rPr lang="en-US" dirty="0"/>
              <a:t>on a body, usually caused when dissimilar materials are rubbed together, transferring charge from one to the other.</a:t>
            </a:r>
            <a:endParaRPr lang="en-ZA" dirty="0"/>
          </a:p>
        </p:txBody>
      </p:sp>
      <p:sp>
        <p:nvSpPr>
          <p:cNvPr id="30723" name="Date Placeholder 6">
            <a:extLst>
              <a:ext uri="{FF2B5EF4-FFF2-40B4-BE49-F238E27FC236}">
                <a16:creationId xmlns:a16="http://schemas.microsoft.com/office/drawing/2014/main" id="{FBD81DDD-C3E3-F0FE-F80B-941EA9FC504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72F20A6-71B0-423A-9181-4C5DD4F59B1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0724" name="Footer Placeholder 5">
            <a:extLst>
              <a:ext uri="{FF2B5EF4-FFF2-40B4-BE49-F238E27FC236}">
                <a16:creationId xmlns:a16="http://schemas.microsoft.com/office/drawing/2014/main" id="{86B2473D-B86F-F1E0-B62E-4C6174B9BDD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0725" name="Slide Number Placeholder 4">
            <a:extLst>
              <a:ext uri="{FF2B5EF4-FFF2-40B4-BE49-F238E27FC236}">
                <a16:creationId xmlns:a16="http://schemas.microsoft.com/office/drawing/2014/main" id="{4B2E234A-9E3C-CF98-7227-EB8DAEBCC8B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DDCBB54-D293-4C69-B8A2-0DC47C289301}" type="slidenum">
              <a:rPr lang="en-ZA" altLang="en-GB" sz="1400" smtClean="0">
                <a:solidFill>
                  <a:srgbClr val="FFFFFF"/>
                </a:solidFill>
                <a:latin typeface="Franklin Gothic Book" panose="020B0503020102020204" pitchFamily="34" charset="0"/>
              </a:rPr>
              <a:pPr>
                <a:spcBef>
                  <a:spcPct val="0"/>
                </a:spcBef>
                <a:buClrTx/>
                <a:buSzTx/>
                <a:buFontTx/>
                <a:buNone/>
              </a:pPr>
              <a:t>13</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heckerboard(across)">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checkerboard(across)">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a:extLst>
              <a:ext uri="{FF2B5EF4-FFF2-40B4-BE49-F238E27FC236}">
                <a16:creationId xmlns:a16="http://schemas.microsoft.com/office/drawing/2014/main" id="{EAB79DB6-8BC1-9AF4-3D52-BE2C3D3A12F1}"/>
              </a:ext>
            </a:extLst>
          </p:cNvPr>
          <p:cNvSpPr>
            <a:spLocks noGrp="1"/>
          </p:cNvSpPr>
          <p:nvPr>
            <p:ph type="title"/>
          </p:nvPr>
        </p:nvSpPr>
        <p:spPr>
          <a:xfrm>
            <a:off x="457200" y="274638"/>
            <a:ext cx="7972425" cy="796925"/>
          </a:xfrm>
        </p:spPr>
        <p:txBody>
          <a:bodyPr/>
          <a:lstStyle/>
          <a:p>
            <a:pPr algn="ct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A60138EE-F6D6-850A-D5AB-0C9BAD149CE1}"/>
              </a:ext>
            </a:extLst>
          </p:cNvPr>
          <p:cNvSpPr>
            <a:spLocks noGrp="1"/>
          </p:cNvSpPr>
          <p:nvPr>
            <p:ph sz="quarter" idx="1"/>
          </p:nvPr>
        </p:nvSpPr>
        <p:spPr>
          <a:xfrm>
            <a:off x="457200" y="1628775"/>
            <a:ext cx="8229600" cy="3529013"/>
          </a:xfrm>
        </p:spPr>
        <p:txBody>
          <a:bodyPr/>
          <a:lstStyle/>
          <a:p>
            <a:pPr algn="just" eaLnBrk="1" hangingPunct="1">
              <a:buFont typeface="Arial" panose="020B0604020202020204" pitchFamily="34" charset="0"/>
              <a:buChar char="•"/>
            </a:pPr>
            <a:r>
              <a:rPr lang="en-US" altLang="en-GB"/>
              <a:t>Forces between two electrically-charged objects can be extremely large.</a:t>
            </a:r>
          </a:p>
          <a:p>
            <a:pPr algn="just" eaLnBrk="1" hangingPunct="1">
              <a:buFont typeface="Arial" panose="020B0604020202020204" pitchFamily="34" charset="0"/>
              <a:buChar char="•"/>
            </a:pPr>
            <a:r>
              <a:rPr lang="en-US" altLang="en-GB"/>
              <a:t>Most things are electrically neutral; they have equal amounts of positive and negative charge. If this wasn’t the case, the world we live in would be a much stranger place.</a:t>
            </a:r>
          </a:p>
          <a:p>
            <a:pPr algn="just" eaLnBrk="1" hangingPunct="1">
              <a:buFont typeface="Arial" panose="020B0604020202020204" pitchFamily="34" charset="0"/>
              <a:buChar char="•"/>
            </a:pPr>
            <a:r>
              <a:rPr lang="en-US" altLang="en-GB"/>
              <a:t>We also have a lot of control over how things get charged. This is because we can choose the appropriate material to use in a given situation.</a:t>
            </a:r>
            <a:endParaRPr lang="en-ZA" altLang="en-GB"/>
          </a:p>
        </p:txBody>
      </p:sp>
      <p:sp>
        <p:nvSpPr>
          <p:cNvPr id="31747" name="Date Placeholder 6">
            <a:extLst>
              <a:ext uri="{FF2B5EF4-FFF2-40B4-BE49-F238E27FC236}">
                <a16:creationId xmlns:a16="http://schemas.microsoft.com/office/drawing/2014/main" id="{D0741C5D-BE12-4F69-63F1-EE3F14DB349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0B4297A-9B8E-43E4-9310-B06013FE825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1748" name="Footer Placeholder 5">
            <a:extLst>
              <a:ext uri="{FF2B5EF4-FFF2-40B4-BE49-F238E27FC236}">
                <a16:creationId xmlns:a16="http://schemas.microsoft.com/office/drawing/2014/main" id="{B8662F1C-9649-958E-F8F9-01F8E0C2C1E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1749" name="Slide Number Placeholder 4">
            <a:extLst>
              <a:ext uri="{FF2B5EF4-FFF2-40B4-BE49-F238E27FC236}">
                <a16:creationId xmlns:a16="http://schemas.microsoft.com/office/drawing/2014/main" id="{028FE8F0-B3FE-9B11-2E1E-04C75848D39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1309D75-EDBF-41B2-9332-FC5BCA1453B6}" type="slidenum">
              <a:rPr lang="en-ZA" altLang="en-GB" sz="1400" smtClean="0">
                <a:solidFill>
                  <a:srgbClr val="FFFFFF"/>
                </a:solidFill>
                <a:latin typeface="Franklin Gothic Book" panose="020B0503020102020204" pitchFamily="34" charset="0"/>
              </a:rPr>
              <a:pPr>
                <a:spcBef>
                  <a:spcPct val="0"/>
                </a:spcBef>
                <a:buClrTx/>
                <a:buSzTx/>
                <a:buFontTx/>
                <a:buNone/>
              </a:pPr>
              <a:t>14</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linds(horizontal)">
                                      <p:cBhvr>
                                        <p:cTn id="12" dur="5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linds(horizontal)">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8ADE3408-FCA9-3CC7-DC1C-6D18C4F7E377}"/>
              </a:ext>
            </a:extLst>
          </p:cNvPr>
          <p:cNvSpPr>
            <a:spLocks noGrp="1"/>
          </p:cNvSpPr>
          <p:nvPr>
            <p:ph type="title"/>
          </p:nvPr>
        </p:nvSpPr>
        <p:spPr>
          <a:xfrm>
            <a:off x="457200" y="274638"/>
            <a:ext cx="7972425" cy="796925"/>
          </a:xfrm>
        </p:spPr>
        <p:txBody>
          <a:bodyPr/>
          <a:lstStyle/>
          <a:p>
            <a:pPr algn="ct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38197EF5-4B61-6606-5803-7A72E154FAB2}"/>
              </a:ext>
            </a:extLst>
          </p:cNvPr>
          <p:cNvSpPr>
            <a:spLocks noGrp="1"/>
          </p:cNvSpPr>
          <p:nvPr>
            <p:ph sz="quarter" idx="1"/>
          </p:nvPr>
        </p:nvSpPr>
        <p:spPr>
          <a:xfrm>
            <a:off x="323850" y="2636838"/>
            <a:ext cx="8229600" cy="2647950"/>
          </a:xfrm>
        </p:spPr>
        <p:txBody>
          <a:bodyPr/>
          <a:lstStyle/>
          <a:p>
            <a:pPr algn="just" eaLnBrk="1" hangingPunct="1"/>
            <a:r>
              <a:rPr lang="en-US" altLang="en-GB"/>
              <a:t>Metals are </a:t>
            </a:r>
            <a:r>
              <a:rPr lang="en-US" altLang="en-GB" b="1" i="1"/>
              <a:t>good conductors</a:t>
            </a:r>
            <a:r>
              <a:rPr lang="en-US" altLang="en-GB" b="1"/>
              <a:t> </a:t>
            </a:r>
            <a:r>
              <a:rPr lang="en-US" altLang="en-GB"/>
              <a:t>of electric charge, while </a:t>
            </a:r>
            <a:r>
              <a:rPr lang="en-US" altLang="en-GB" b="1"/>
              <a:t>plastics, wood, and rubber </a:t>
            </a:r>
            <a:r>
              <a:rPr lang="en-US" altLang="en-GB"/>
              <a:t>are not. They are called </a:t>
            </a:r>
            <a:r>
              <a:rPr lang="en-US" altLang="en-GB" b="1" i="1"/>
              <a:t>insulators</a:t>
            </a:r>
            <a:r>
              <a:rPr lang="en-US" altLang="en-GB" b="1"/>
              <a:t>. </a:t>
            </a:r>
          </a:p>
          <a:p>
            <a:pPr algn="just" eaLnBrk="1" hangingPunct="1"/>
            <a:r>
              <a:rPr lang="en-US" altLang="en-GB"/>
              <a:t>Charge does not flow easily through insulators as it does through conductors, which is why wires you plug into a wall socket are covered with a protective rubber coating. Charge flows along the wire, but not through the coating to you. </a:t>
            </a:r>
            <a:endParaRPr lang="en-ZA" altLang="en-GB"/>
          </a:p>
        </p:txBody>
      </p:sp>
      <p:sp>
        <p:nvSpPr>
          <p:cNvPr id="32771" name="Date Placeholder 6">
            <a:extLst>
              <a:ext uri="{FF2B5EF4-FFF2-40B4-BE49-F238E27FC236}">
                <a16:creationId xmlns:a16="http://schemas.microsoft.com/office/drawing/2014/main" id="{E70AC98A-7618-7DD1-18F3-70893CD87BC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25CEB23-D6D5-4A36-BC10-464D6ABBE9D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2772" name="Footer Placeholder 5">
            <a:extLst>
              <a:ext uri="{FF2B5EF4-FFF2-40B4-BE49-F238E27FC236}">
                <a16:creationId xmlns:a16="http://schemas.microsoft.com/office/drawing/2014/main" id="{8AADC69A-CBF1-CC21-33B4-BBBB60009D5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2773" name="Slide Number Placeholder 4">
            <a:extLst>
              <a:ext uri="{FF2B5EF4-FFF2-40B4-BE49-F238E27FC236}">
                <a16:creationId xmlns:a16="http://schemas.microsoft.com/office/drawing/2014/main" id="{C7A2E16F-597E-444C-E943-20A9BE5092A3}"/>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C32B5E7-FB5A-4A1A-91FA-18FFAEBC97C5}" type="slidenum">
              <a:rPr lang="en-ZA" altLang="en-GB" sz="1400" smtClean="0">
                <a:solidFill>
                  <a:srgbClr val="FFFFFF"/>
                </a:solidFill>
                <a:latin typeface="Franklin Gothic Book" panose="020B0503020102020204" pitchFamily="34" charset="0"/>
              </a:rPr>
              <a:pPr>
                <a:spcBef>
                  <a:spcPct val="0"/>
                </a:spcBef>
                <a:buClrTx/>
                <a:buSzTx/>
                <a:buFontTx/>
                <a:buNone/>
              </a:pPr>
              <a:t>15</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ox(in)">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a:extLst>
              <a:ext uri="{FF2B5EF4-FFF2-40B4-BE49-F238E27FC236}">
                <a16:creationId xmlns:a16="http://schemas.microsoft.com/office/drawing/2014/main" id="{FB2374EA-20A1-5A8F-5EE9-230B42BBCBA2}"/>
              </a:ext>
            </a:extLst>
          </p:cNvPr>
          <p:cNvSpPr>
            <a:spLocks noGrp="1"/>
          </p:cNvSpPr>
          <p:nvPr>
            <p:ph type="title"/>
          </p:nvPr>
        </p:nvSpPr>
        <p:spPr>
          <a:xfrm>
            <a:off x="457200" y="274638"/>
            <a:ext cx="7972425" cy="796925"/>
          </a:xfrm>
        </p:spPr>
        <p:txBody>
          <a:bodyPr/>
          <a:lstStyle/>
          <a:p>
            <a:pPr algn="ct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9597BD35-DB93-DCFC-EF01-39B3FE192C59}"/>
              </a:ext>
            </a:extLst>
          </p:cNvPr>
          <p:cNvSpPr>
            <a:spLocks noGrp="1"/>
          </p:cNvSpPr>
          <p:nvPr>
            <p:ph sz="quarter" idx="1"/>
          </p:nvPr>
        </p:nvSpPr>
        <p:spPr>
          <a:xfrm>
            <a:off x="539750" y="2420938"/>
            <a:ext cx="8229600" cy="2790825"/>
          </a:xfrm>
        </p:spPr>
        <p:txBody>
          <a:bodyPr/>
          <a:lstStyle/>
          <a:p>
            <a:pPr algn="just" eaLnBrk="1" hangingPunct="1">
              <a:buFont typeface="Arial" panose="020B0604020202020204" pitchFamily="34" charset="0"/>
              <a:buNone/>
            </a:pPr>
            <a:r>
              <a:rPr lang="en-US" altLang="en-GB"/>
              <a:t>   Materials are divided into three categories, depending on how easily they will allow charge (i.e., electrons) to flow along them. These are:</a:t>
            </a:r>
          </a:p>
          <a:p>
            <a:pPr algn="just" eaLnBrk="1" hangingPunct="1"/>
            <a:r>
              <a:rPr lang="en-US" altLang="en-GB" b="1" i="1"/>
              <a:t>conductors</a:t>
            </a:r>
            <a:r>
              <a:rPr lang="en-US" altLang="en-GB"/>
              <a:t> - metals, for example </a:t>
            </a:r>
            <a:endParaRPr lang="en-ZA" altLang="en-GB"/>
          </a:p>
          <a:p>
            <a:pPr algn="just" eaLnBrk="1" hangingPunct="1"/>
            <a:r>
              <a:rPr lang="en-US" altLang="en-GB" b="1" i="1"/>
              <a:t>semi-conductors</a:t>
            </a:r>
            <a:r>
              <a:rPr lang="en-US" altLang="en-GB"/>
              <a:t> - silicon is a good example </a:t>
            </a:r>
            <a:endParaRPr lang="en-ZA" altLang="en-GB"/>
          </a:p>
          <a:p>
            <a:pPr algn="just" eaLnBrk="1" hangingPunct="1"/>
            <a:r>
              <a:rPr lang="en-US" altLang="en-GB" b="1" i="1"/>
              <a:t>insulators</a:t>
            </a:r>
            <a:r>
              <a:rPr lang="en-US" altLang="en-GB" b="1"/>
              <a:t> </a:t>
            </a:r>
            <a:r>
              <a:rPr lang="en-US" altLang="en-GB"/>
              <a:t>- rubber, wood, plastic for example</a:t>
            </a:r>
          </a:p>
          <a:p>
            <a:pPr algn="just" eaLnBrk="1" hangingPunct="1"/>
            <a:endParaRPr lang="en-ZA" altLang="en-GB"/>
          </a:p>
        </p:txBody>
      </p:sp>
      <p:sp>
        <p:nvSpPr>
          <p:cNvPr id="33795" name="Date Placeholder 6">
            <a:extLst>
              <a:ext uri="{FF2B5EF4-FFF2-40B4-BE49-F238E27FC236}">
                <a16:creationId xmlns:a16="http://schemas.microsoft.com/office/drawing/2014/main" id="{E130031F-F75E-C08F-8C5E-500E076A904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C78249B-ABC6-4C91-A33C-EBA600C2951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3796" name="Footer Placeholder 5">
            <a:extLst>
              <a:ext uri="{FF2B5EF4-FFF2-40B4-BE49-F238E27FC236}">
                <a16:creationId xmlns:a16="http://schemas.microsoft.com/office/drawing/2014/main" id="{ACF679C4-44DA-7C38-A45E-4B0A5CEE322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3797" name="Slide Number Placeholder 4">
            <a:extLst>
              <a:ext uri="{FF2B5EF4-FFF2-40B4-BE49-F238E27FC236}">
                <a16:creationId xmlns:a16="http://schemas.microsoft.com/office/drawing/2014/main" id="{DECA7467-3A7C-1F4E-C330-C21BE4AF378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4D622CB-5945-4DAF-9AD5-77BE76322826}" type="slidenum">
              <a:rPr lang="en-ZA" altLang="en-GB" sz="1400" smtClean="0">
                <a:solidFill>
                  <a:srgbClr val="FFFFFF"/>
                </a:solidFill>
                <a:latin typeface="Franklin Gothic Book" panose="020B0503020102020204" pitchFamily="34" charset="0"/>
              </a:rPr>
              <a:pPr>
                <a:spcBef>
                  <a:spcPct val="0"/>
                </a:spcBef>
                <a:buClrTx/>
                <a:buSzTx/>
                <a:buFontTx/>
                <a:buNone/>
              </a:pPr>
              <a:t>16</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08A783-D2E5-EC69-DA8A-55DBE38FD90C}"/>
              </a:ext>
            </a:extLst>
          </p:cNvPr>
          <p:cNvSpPr>
            <a:spLocks noGrp="1"/>
          </p:cNvSpPr>
          <p:nvPr>
            <p:ph sz="quarter" idx="1"/>
          </p:nvPr>
        </p:nvSpPr>
        <p:spPr>
          <a:xfrm>
            <a:off x="214313" y="188913"/>
            <a:ext cx="8686800" cy="5976937"/>
          </a:xfrm>
        </p:spPr>
        <p:txBody>
          <a:bodyPr/>
          <a:lstStyle/>
          <a:p>
            <a:pPr algn="just" eaLnBrk="1" hangingPunct="1">
              <a:buFont typeface="Arial" panose="020B0604020202020204" pitchFamily="34" charset="0"/>
              <a:buNone/>
            </a:pPr>
            <a:r>
              <a:rPr lang="en-US" altLang="en-GB" sz="3000"/>
              <a:t>     </a:t>
            </a:r>
            <a:r>
              <a:rPr lang="en-US" altLang="en-GB" sz="3000" b="1" i="1"/>
              <a:t>Most materials are either conductors or insulators</a:t>
            </a:r>
            <a:r>
              <a:rPr lang="en-US" altLang="en-GB" sz="3000"/>
              <a:t>. </a:t>
            </a:r>
          </a:p>
          <a:p>
            <a:pPr algn="just" eaLnBrk="1" hangingPunct="1"/>
            <a:r>
              <a:rPr lang="en-US" altLang="en-GB" sz="3000"/>
              <a:t>The difference between them is that in conductors, the outermost electrons in the atoms are so loosely bound to their atoms that they are free to travel around.</a:t>
            </a:r>
          </a:p>
          <a:p>
            <a:pPr algn="just" eaLnBrk="1" hangingPunct="1"/>
            <a:r>
              <a:rPr lang="en-US" altLang="en-GB" sz="3000"/>
              <a:t>In insulators, on the other hand, the electrons are much more tightly bound to the atoms, and are not free to flow. Semi-conductors are a very useful intermediate class, not as conductive as metals but considerably more conductive than insulators. </a:t>
            </a:r>
          </a:p>
          <a:p>
            <a:pPr algn="just" eaLnBrk="1" hangingPunct="1"/>
            <a:r>
              <a:rPr lang="en-US" altLang="en-GB" sz="3000"/>
              <a:t>By adding certain impurities to semi-conductors in the appropriate concentrations the conductivity can be well-controlled.</a:t>
            </a:r>
            <a:endParaRPr lang="en-ZA" altLang="en-GB" sz="3000"/>
          </a:p>
        </p:txBody>
      </p:sp>
      <p:sp>
        <p:nvSpPr>
          <p:cNvPr id="34818" name="Date Placeholder 6">
            <a:extLst>
              <a:ext uri="{FF2B5EF4-FFF2-40B4-BE49-F238E27FC236}">
                <a16:creationId xmlns:a16="http://schemas.microsoft.com/office/drawing/2014/main" id="{FDFAF163-6CF3-9DE9-B509-B9AF99C359C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480A065-6784-4CB2-A68C-B8E39E1EDFB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4819" name="Footer Placeholder 5">
            <a:extLst>
              <a:ext uri="{FF2B5EF4-FFF2-40B4-BE49-F238E27FC236}">
                <a16:creationId xmlns:a16="http://schemas.microsoft.com/office/drawing/2014/main" id="{CCEC6C36-203E-18E2-7B72-991237BE6B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4820" name="Slide Number Placeholder 4">
            <a:extLst>
              <a:ext uri="{FF2B5EF4-FFF2-40B4-BE49-F238E27FC236}">
                <a16:creationId xmlns:a16="http://schemas.microsoft.com/office/drawing/2014/main" id="{12FD8D83-D54E-2413-AFB8-9C5BB4ED01E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3BB5985-17CA-4300-84CB-33FCE1505AEE}" type="slidenum">
              <a:rPr lang="en-ZA" altLang="en-GB" sz="1400" smtClean="0">
                <a:solidFill>
                  <a:srgbClr val="FFFFFF"/>
                </a:solidFill>
                <a:latin typeface="Franklin Gothic Book" panose="020B0503020102020204" pitchFamily="34" charset="0"/>
              </a:rPr>
              <a:pPr>
                <a:spcBef>
                  <a:spcPct val="0"/>
                </a:spcBef>
                <a:buClrTx/>
                <a:buSzTx/>
                <a:buFontTx/>
                <a:buNone/>
              </a:pPr>
              <a:t>17</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3">
            <a:extLst>
              <a:ext uri="{FF2B5EF4-FFF2-40B4-BE49-F238E27FC236}">
                <a16:creationId xmlns:a16="http://schemas.microsoft.com/office/drawing/2014/main" id="{C83FBA23-33BF-CDE2-0851-2F3BF26FB3AC}"/>
              </a:ext>
            </a:extLst>
          </p:cNvPr>
          <p:cNvSpPr>
            <a:spLocks noGrp="1"/>
          </p:cNvSpPr>
          <p:nvPr>
            <p:ph type="ctrTitle"/>
          </p:nvPr>
        </p:nvSpPr>
        <p:spPr>
          <a:xfrm>
            <a:off x="685800" y="152400"/>
            <a:ext cx="7772400" cy="841375"/>
          </a:xfrm>
        </p:spPr>
        <p:txBody>
          <a:bodyPr/>
          <a:lstStyle/>
          <a:p>
            <a:pPr eaLnBrk="1" hangingPunct="1"/>
            <a:r>
              <a:rPr altLang="en-GB" b="1"/>
              <a:t>Energy Band Diagrams</a:t>
            </a:r>
          </a:p>
        </p:txBody>
      </p:sp>
      <p:sp>
        <p:nvSpPr>
          <p:cNvPr id="35842" name="Rectangle 2">
            <a:extLst>
              <a:ext uri="{FF2B5EF4-FFF2-40B4-BE49-F238E27FC236}">
                <a16:creationId xmlns:a16="http://schemas.microsoft.com/office/drawing/2014/main" id="{55F40D70-AC11-3F7A-7115-CF0BE3AE5D4D}"/>
              </a:ext>
            </a:extLst>
          </p:cNvPr>
          <p:cNvSpPr>
            <a:spLocks noChangeArrowheads="1"/>
          </p:cNvSpPr>
          <p:nvPr/>
        </p:nvSpPr>
        <p:spPr bwMode="auto">
          <a:xfrm>
            <a:off x="533400" y="1066800"/>
            <a:ext cx="7620000" cy="4278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lvl="1" eaLnBrk="1" hangingPunct="1">
              <a:spcBef>
                <a:spcPct val="20000"/>
              </a:spcBef>
              <a:buClr>
                <a:srgbClr val="FFFF00"/>
              </a:buClr>
              <a:buSzTx/>
              <a:buFontTx/>
              <a:buChar char="–"/>
            </a:pPr>
            <a:r>
              <a:rPr lang="en-US" altLang="en-GB" sz="2800" b="1" i="1">
                <a:solidFill>
                  <a:srgbClr val="FF0000"/>
                </a:solidFill>
                <a:latin typeface="Times New Roman" panose="02020603050405020304" pitchFamily="18" charset="0"/>
              </a:rPr>
              <a:t>Valence Electrons</a:t>
            </a:r>
            <a:r>
              <a:rPr lang="en-US" altLang="en-GB" sz="2800" b="1">
                <a:solidFill>
                  <a:srgbClr val="FFFF00"/>
                </a:solidFill>
                <a:latin typeface="Times New Roman" panose="02020603050405020304" pitchFamily="18" charset="0"/>
              </a:rPr>
              <a:t> </a:t>
            </a:r>
            <a:r>
              <a:rPr lang="en-US" altLang="en-GB" sz="2800" b="1">
                <a:latin typeface="Times New Roman" panose="02020603050405020304" pitchFamily="18" charset="0"/>
              </a:rPr>
              <a:t>are those electrons which are located in the outermost or </a:t>
            </a:r>
            <a:r>
              <a:rPr lang="en-US" altLang="en-GB" sz="2800" b="1">
                <a:solidFill>
                  <a:srgbClr val="002060"/>
                </a:solidFill>
                <a:latin typeface="Times New Roman" panose="02020603050405020304" pitchFamily="18" charset="0"/>
              </a:rPr>
              <a:t>“Valence” </a:t>
            </a:r>
            <a:r>
              <a:rPr lang="en-US" altLang="en-GB" sz="2800" b="1">
                <a:latin typeface="Times New Roman" panose="02020603050405020304" pitchFamily="18" charset="0"/>
              </a:rPr>
              <a:t>shell of an atom.</a:t>
            </a:r>
          </a:p>
          <a:p>
            <a:pPr lvl="1" eaLnBrk="1" hangingPunct="1">
              <a:spcBef>
                <a:spcPct val="20000"/>
              </a:spcBef>
              <a:buClr>
                <a:srgbClr val="FFFF00"/>
              </a:buClr>
              <a:buSzTx/>
              <a:buFontTx/>
              <a:buChar char="–"/>
            </a:pPr>
            <a:r>
              <a:rPr lang="en-US" altLang="en-GB" sz="2800" b="1">
                <a:latin typeface="Times New Roman" panose="02020603050405020304" pitchFamily="18" charset="0"/>
              </a:rPr>
              <a:t>The number of valence electrons an atom has determines the electrical properties of that atom.</a:t>
            </a:r>
          </a:p>
          <a:p>
            <a:pPr lvl="1" eaLnBrk="1" hangingPunct="1">
              <a:spcBef>
                <a:spcPct val="20000"/>
              </a:spcBef>
              <a:buClr>
                <a:srgbClr val="FFFF00"/>
              </a:buClr>
              <a:buSzTx/>
              <a:buFontTx/>
              <a:buNone/>
            </a:pPr>
            <a:r>
              <a:rPr lang="en-US" altLang="en-GB" sz="2800" b="1">
                <a:solidFill>
                  <a:srgbClr val="FF0000"/>
                </a:solidFill>
                <a:latin typeface="Times New Roman" panose="02020603050405020304" pitchFamily="18" charset="0"/>
              </a:rPr>
              <a:t> &lt; 4 electrons</a:t>
            </a:r>
            <a:r>
              <a:rPr lang="en-US" altLang="en-GB" sz="2800" b="1">
                <a:solidFill>
                  <a:srgbClr val="FFFF00"/>
                </a:solidFill>
                <a:latin typeface="Times New Roman" panose="02020603050405020304" pitchFamily="18" charset="0"/>
              </a:rPr>
              <a:t> </a:t>
            </a:r>
            <a:r>
              <a:rPr lang="en-US" altLang="en-GB" sz="2800" b="1">
                <a:latin typeface="Times New Roman" panose="02020603050405020304" pitchFamily="18" charset="0"/>
              </a:rPr>
              <a:t>=&gt;</a:t>
            </a:r>
            <a:r>
              <a:rPr lang="en-US" altLang="en-GB" sz="2800" b="1">
                <a:solidFill>
                  <a:srgbClr val="FFFF00"/>
                </a:solidFill>
                <a:latin typeface="Times New Roman" panose="02020603050405020304" pitchFamily="18" charset="0"/>
              </a:rPr>
              <a:t> </a:t>
            </a:r>
            <a:r>
              <a:rPr lang="en-US" altLang="en-GB" sz="2800" b="1">
                <a:solidFill>
                  <a:srgbClr val="FF0000"/>
                </a:solidFill>
                <a:latin typeface="Times New Roman" panose="02020603050405020304" pitchFamily="18" charset="0"/>
              </a:rPr>
              <a:t>Conductor</a:t>
            </a:r>
          </a:p>
          <a:p>
            <a:pPr lvl="1" eaLnBrk="1" hangingPunct="1">
              <a:spcBef>
                <a:spcPct val="20000"/>
              </a:spcBef>
              <a:buClr>
                <a:srgbClr val="FFFF00"/>
              </a:buClr>
              <a:buSzTx/>
              <a:buFontTx/>
              <a:buNone/>
            </a:pPr>
            <a:r>
              <a:rPr lang="en-US" altLang="en-GB" sz="2800" b="1">
                <a:solidFill>
                  <a:srgbClr val="FFFF00"/>
                </a:solidFill>
                <a:latin typeface="Times New Roman" panose="02020603050405020304" pitchFamily="18" charset="0"/>
              </a:rPr>
              <a:t> </a:t>
            </a:r>
            <a:r>
              <a:rPr lang="en-US" altLang="en-GB" sz="2800" b="1">
                <a:solidFill>
                  <a:srgbClr val="FF0000"/>
                </a:solidFill>
                <a:latin typeface="Times New Roman" panose="02020603050405020304" pitchFamily="18" charset="0"/>
              </a:rPr>
              <a:t>&gt; 4 electrons</a:t>
            </a:r>
            <a:r>
              <a:rPr lang="en-US" altLang="en-GB" sz="2800" b="1">
                <a:solidFill>
                  <a:srgbClr val="FFFF00"/>
                </a:solidFill>
                <a:latin typeface="Times New Roman" panose="02020603050405020304" pitchFamily="18" charset="0"/>
              </a:rPr>
              <a:t> </a:t>
            </a:r>
            <a:r>
              <a:rPr lang="en-US" altLang="en-GB" sz="2800" b="1">
                <a:latin typeface="Times New Roman" panose="02020603050405020304" pitchFamily="18" charset="0"/>
              </a:rPr>
              <a:t>=&gt;</a:t>
            </a:r>
            <a:r>
              <a:rPr lang="en-US" altLang="en-GB" sz="2800" b="1">
                <a:solidFill>
                  <a:srgbClr val="FFFF00"/>
                </a:solidFill>
                <a:latin typeface="Times New Roman" panose="02020603050405020304" pitchFamily="18" charset="0"/>
              </a:rPr>
              <a:t> </a:t>
            </a:r>
            <a:r>
              <a:rPr lang="en-US" altLang="en-GB" sz="2800" b="1">
                <a:solidFill>
                  <a:srgbClr val="FF0000"/>
                </a:solidFill>
                <a:latin typeface="Times New Roman" panose="02020603050405020304" pitchFamily="18" charset="0"/>
              </a:rPr>
              <a:t>Insulator</a:t>
            </a:r>
          </a:p>
          <a:p>
            <a:pPr lvl="1" eaLnBrk="1" hangingPunct="1">
              <a:spcBef>
                <a:spcPct val="20000"/>
              </a:spcBef>
              <a:buClr>
                <a:srgbClr val="FFFF00"/>
              </a:buClr>
              <a:buSzTx/>
              <a:buFontTx/>
              <a:buNone/>
            </a:pPr>
            <a:r>
              <a:rPr lang="en-US" altLang="en-GB" sz="2800" b="1">
                <a:solidFill>
                  <a:srgbClr val="FFFF00"/>
                </a:solidFill>
                <a:latin typeface="Times New Roman" panose="02020603050405020304" pitchFamily="18" charset="0"/>
              </a:rPr>
              <a:t>    </a:t>
            </a:r>
            <a:r>
              <a:rPr lang="en-US" altLang="en-GB" sz="2800" b="1">
                <a:solidFill>
                  <a:srgbClr val="FF0000"/>
                </a:solidFill>
                <a:latin typeface="Times New Roman" panose="02020603050405020304" pitchFamily="18" charset="0"/>
              </a:rPr>
              <a:t>4 electrons</a:t>
            </a:r>
            <a:r>
              <a:rPr lang="en-US" altLang="en-GB" sz="2800" b="1">
                <a:solidFill>
                  <a:srgbClr val="FFFF00"/>
                </a:solidFill>
                <a:latin typeface="Times New Roman" panose="02020603050405020304" pitchFamily="18" charset="0"/>
              </a:rPr>
              <a:t> </a:t>
            </a:r>
            <a:r>
              <a:rPr lang="en-US" altLang="en-GB" sz="2800" b="1">
                <a:latin typeface="Times New Roman" panose="02020603050405020304" pitchFamily="18" charset="0"/>
              </a:rPr>
              <a:t>=&gt;</a:t>
            </a:r>
            <a:r>
              <a:rPr lang="en-US" altLang="en-GB" sz="2800" b="1">
                <a:solidFill>
                  <a:srgbClr val="FFFF00"/>
                </a:solidFill>
                <a:latin typeface="Times New Roman" panose="02020603050405020304" pitchFamily="18" charset="0"/>
              </a:rPr>
              <a:t> </a:t>
            </a:r>
            <a:r>
              <a:rPr lang="en-US" altLang="en-GB" sz="2800" b="1">
                <a:solidFill>
                  <a:srgbClr val="FF0000"/>
                </a:solidFill>
                <a:latin typeface="Times New Roman" panose="02020603050405020304" pitchFamily="18" charset="0"/>
              </a:rPr>
              <a:t>Semiconductor</a:t>
            </a:r>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a:extLst>
              <a:ext uri="{FF2B5EF4-FFF2-40B4-BE49-F238E27FC236}">
                <a16:creationId xmlns:a16="http://schemas.microsoft.com/office/drawing/2014/main" id="{B5132AC1-27C6-F8C0-72B8-277698D57805}"/>
              </a:ext>
            </a:extLst>
          </p:cNvPr>
          <p:cNvSpPr>
            <a:spLocks noGrp="1"/>
          </p:cNvSpPr>
          <p:nvPr>
            <p:ph type="title"/>
          </p:nvPr>
        </p:nvSpPr>
        <p:spPr>
          <a:xfrm>
            <a:off x="457200" y="274638"/>
            <a:ext cx="7972425" cy="796925"/>
          </a:xfrm>
        </p:spPr>
        <p:txBody>
          <a:bodyPr/>
          <a:lstStyle/>
          <a:p>
            <a:pPr algn="ct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4FA46529-67AD-6174-CCB9-1FB6073B9213}"/>
              </a:ext>
            </a:extLst>
          </p:cNvPr>
          <p:cNvSpPr>
            <a:spLocks noGrp="1"/>
          </p:cNvSpPr>
          <p:nvPr>
            <p:ph sz="quarter" idx="1"/>
          </p:nvPr>
        </p:nvSpPr>
        <p:spPr>
          <a:xfrm>
            <a:off x="285750" y="2205038"/>
            <a:ext cx="8501063" cy="2879725"/>
          </a:xfrm>
        </p:spPr>
        <p:txBody>
          <a:bodyPr rtlCol="0">
            <a:normAutofit lnSpcReduction="10000"/>
          </a:bodyPr>
          <a:lstStyle/>
          <a:p>
            <a:pPr algn="just" eaLnBrk="1" fontAlgn="auto" hangingPunct="1">
              <a:spcAft>
                <a:spcPts val="0"/>
              </a:spcAft>
              <a:buFont typeface="Arial" pitchFamily="34" charset="0"/>
              <a:buNone/>
              <a:defRPr/>
            </a:pPr>
            <a:r>
              <a:rPr lang="en-US" dirty="0"/>
              <a:t>	There are three ways that objects can be given a net charge. These are:</a:t>
            </a:r>
          </a:p>
          <a:p>
            <a:pPr marL="514350" indent="-514350" algn="just" eaLnBrk="1" fontAlgn="auto" hangingPunct="1">
              <a:spcAft>
                <a:spcPts val="0"/>
              </a:spcAft>
              <a:buFont typeface="Arial" pitchFamily="34" charset="0"/>
              <a:buAutoNum type="alphaLcParenR"/>
              <a:defRPr/>
            </a:pPr>
            <a:r>
              <a:rPr lang="en-US" b="1" i="1" dirty="0"/>
              <a:t>Charging by friction</a:t>
            </a:r>
            <a:r>
              <a:rPr lang="en-US" dirty="0"/>
              <a:t> - this is useful for charging insulators. </a:t>
            </a:r>
          </a:p>
          <a:p>
            <a:pPr marL="514350" indent="-514350" algn="just" eaLnBrk="1" fontAlgn="auto" hangingPunct="1">
              <a:spcAft>
                <a:spcPts val="0"/>
              </a:spcAft>
              <a:buFont typeface="Arial" pitchFamily="34" charset="0"/>
              <a:buNone/>
              <a:defRPr/>
            </a:pPr>
            <a:r>
              <a:rPr lang="en-US" dirty="0"/>
              <a:t>	If you rub one material with another (say, a plastic ruler with a piece of paper towel), electrons have a tendency to be transferred from one material to the other.</a:t>
            </a:r>
          </a:p>
          <a:p>
            <a:pPr marL="514350" indent="-514350" algn="just" eaLnBrk="1" fontAlgn="auto" hangingPunct="1">
              <a:spcAft>
                <a:spcPts val="0"/>
              </a:spcAft>
              <a:buFont typeface="Arial" pitchFamily="34" charset="0"/>
              <a:buNone/>
              <a:defRPr/>
            </a:pPr>
            <a:r>
              <a:rPr lang="en-US" dirty="0"/>
              <a:t>	</a:t>
            </a:r>
            <a:endParaRPr lang="en-ZA" dirty="0"/>
          </a:p>
          <a:p>
            <a:pPr algn="just" eaLnBrk="1" fontAlgn="auto" hangingPunct="1">
              <a:spcAft>
                <a:spcPts val="0"/>
              </a:spcAft>
              <a:buFont typeface="Arial" pitchFamily="34" charset="0"/>
              <a:buNone/>
              <a:defRPr/>
            </a:pPr>
            <a:endParaRPr lang="en-ZA" dirty="0"/>
          </a:p>
          <a:p>
            <a:pPr algn="just" eaLnBrk="1" fontAlgn="auto" hangingPunct="1">
              <a:spcAft>
                <a:spcPts val="0"/>
              </a:spcAft>
              <a:buFont typeface="Arial" pitchFamily="34" charset="0"/>
              <a:buChar char="•"/>
              <a:defRPr/>
            </a:pPr>
            <a:endParaRPr lang="en-ZA" dirty="0"/>
          </a:p>
        </p:txBody>
      </p:sp>
      <p:sp>
        <p:nvSpPr>
          <p:cNvPr id="37891" name="Date Placeholder 6">
            <a:extLst>
              <a:ext uri="{FF2B5EF4-FFF2-40B4-BE49-F238E27FC236}">
                <a16:creationId xmlns:a16="http://schemas.microsoft.com/office/drawing/2014/main" id="{13835118-7E36-242E-B033-114F0597D88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0B1EA70-F9D5-4F8B-98BA-9B36319F983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7892" name="Footer Placeholder 5">
            <a:extLst>
              <a:ext uri="{FF2B5EF4-FFF2-40B4-BE49-F238E27FC236}">
                <a16:creationId xmlns:a16="http://schemas.microsoft.com/office/drawing/2014/main" id="{0EAB6B1C-221C-1D30-925B-D77A15927FE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7893" name="Slide Number Placeholder 4">
            <a:extLst>
              <a:ext uri="{FF2B5EF4-FFF2-40B4-BE49-F238E27FC236}">
                <a16:creationId xmlns:a16="http://schemas.microsoft.com/office/drawing/2014/main" id="{6ED8A823-47E1-1865-4B7F-5828FFDB948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85A475B-0BA5-430B-8489-112E3E007875}" type="slidenum">
              <a:rPr lang="en-ZA" altLang="en-GB" sz="1400" smtClean="0">
                <a:solidFill>
                  <a:srgbClr val="FFFFFF"/>
                </a:solidFill>
                <a:latin typeface="Franklin Gothic Book" panose="020B0503020102020204" pitchFamily="34" charset="0"/>
              </a:rPr>
              <a:pPr>
                <a:spcBef>
                  <a:spcPct val="0"/>
                </a:spcBef>
                <a:buClrTx/>
                <a:buSzTx/>
                <a:buFontTx/>
                <a:buNone/>
              </a:pPr>
              <a:t>19</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amond(in)">
                                      <p:cBhvr>
                                        <p:cTn id="17" dur="2000"/>
                                        <p:tgtEl>
                                          <p:spTgt spid="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amond(in)">
                                      <p:cBhvr>
                                        <p:cTn id="22" dur="20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E4911194-D5AE-C8C7-EEC5-18A73925C8DB}"/>
              </a:ext>
            </a:extLst>
          </p:cNvPr>
          <p:cNvSpPr>
            <a:spLocks noGrp="1"/>
          </p:cNvSpPr>
          <p:nvPr>
            <p:ph type="title"/>
          </p:nvPr>
        </p:nvSpPr>
        <p:spPr>
          <a:xfrm>
            <a:off x="457200" y="274638"/>
            <a:ext cx="7972425" cy="796925"/>
          </a:xfrm>
        </p:spPr>
        <p:txBody>
          <a:bodyPr/>
          <a:lstStyle/>
          <a:p>
            <a:pP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AB21047C-D01F-6456-EB8E-CD75696AE1A8}"/>
              </a:ext>
            </a:extLst>
          </p:cNvPr>
          <p:cNvSpPr>
            <a:spLocks noGrp="1"/>
          </p:cNvSpPr>
          <p:nvPr>
            <p:ph sz="quarter" idx="1"/>
          </p:nvPr>
        </p:nvSpPr>
        <p:spPr>
          <a:xfrm>
            <a:off x="285750" y="2349500"/>
            <a:ext cx="8501063" cy="2303463"/>
          </a:xfrm>
        </p:spPr>
        <p:txBody>
          <a:bodyPr/>
          <a:lstStyle/>
          <a:p>
            <a:pPr algn="just" eaLnBrk="1" hangingPunct="1">
              <a:buFont typeface="Arial" panose="020B0604020202020204" pitchFamily="34" charset="0"/>
              <a:buNone/>
            </a:pPr>
            <a:r>
              <a:rPr lang="en-US" altLang="en-GB" b="1" i="1"/>
              <a:t>b) Charging by contact</a:t>
            </a:r>
            <a:r>
              <a:rPr lang="en-US" altLang="en-GB"/>
              <a:t> - useful for charging metals and other conductors.</a:t>
            </a:r>
          </a:p>
          <a:p>
            <a:pPr algn="just" eaLnBrk="1" hangingPunct="1">
              <a:buFont typeface="Arial" panose="020B0604020202020204" pitchFamily="34" charset="0"/>
              <a:buNone/>
            </a:pPr>
            <a:r>
              <a:rPr lang="en-US" altLang="en-GB"/>
              <a:t>	If a charged object touches a conductor, some charge will be transferred between the object and the conductor, charging the conductor with the same sign as the charge on the object.</a:t>
            </a:r>
            <a:endParaRPr lang="en-ZA" altLang="en-GB"/>
          </a:p>
          <a:p>
            <a:pPr algn="just" eaLnBrk="1" hangingPunct="1">
              <a:buFont typeface="Arial" panose="020B0604020202020204" pitchFamily="34" charset="0"/>
              <a:buNone/>
            </a:pPr>
            <a:endParaRPr lang="en-ZA" altLang="en-GB"/>
          </a:p>
          <a:p>
            <a:pPr algn="just" eaLnBrk="1" hangingPunct="1"/>
            <a:endParaRPr lang="en-ZA" altLang="en-GB"/>
          </a:p>
        </p:txBody>
      </p:sp>
      <p:sp>
        <p:nvSpPr>
          <p:cNvPr id="38915" name="Date Placeholder 6">
            <a:extLst>
              <a:ext uri="{FF2B5EF4-FFF2-40B4-BE49-F238E27FC236}">
                <a16:creationId xmlns:a16="http://schemas.microsoft.com/office/drawing/2014/main" id="{0D42FC44-2865-39A2-D1F6-D2130419434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B0153F2-E479-4A51-BD21-CF98CD6B57FE}"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8916" name="Footer Placeholder 5">
            <a:extLst>
              <a:ext uri="{FF2B5EF4-FFF2-40B4-BE49-F238E27FC236}">
                <a16:creationId xmlns:a16="http://schemas.microsoft.com/office/drawing/2014/main" id="{BA61A514-5C6B-67AD-7C4B-4DF757BB92C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8917" name="Slide Number Placeholder 4">
            <a:extLst>
              <a:ext uri="{FF2B5EF4-FFF2-40B4-BE49-F238E27FC236}">
                <a16:creationId xmlns:a16="http://schemas.microsoft.com/office/drawing/2014/main" id="{A20C6C51-F367-76D6-4F96-29E86E0271B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E090D5D-FECB-4DCE-9A69-E2D96F4FDB03}" type="slidenum">
              <a:rPr lang="en-ZA" altLang="en-GB" sz="1400" smtClean="0">
                <a:solidFill>
                  <a:srgbClr val="FFFFFF"/>
                </a:solidFill>
                <a:latin typeface="Franklin Gothic Book" panose="020B0503020102020204" pitchFamily="34" charset="0"/>
              </a:rPr>
              <a:pPr>
                <a:spcBef>
                  <a:spcPct val="0"/>
                </a:spcBef>
                <a:buClrTx/>
                <a:buSzTx/>
                <a:buFontTx/>
                <a:buNone/>
              </a:pPr>
              <a:t>20</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a:extLst>
              <a:ext uri="{FF2B5EF4-FFF2-40B4-BE49-F238E27FC236}">
                <a16:creationId xmlns:a16="http://schemas.microsoft.com/office/drawing/2014/main" id="{DC67F73D-AF54-113C-54A0-4530472833EF}"/>
              </a:ext>
            </a:extLst>
          </p:cNvPr>
          <p:cNvSpPr>
            <a:spLocks noGrp="1"/>
          </p:cNvSpPr>
          <p:nvPr>
            <p:ph type="title"/>
          </p:nvPr>
        </p:nvSpPr>
        <p:spPr>
          <a:xfrm>
            <a:off x="457200" y="274638"/>
            <a:ext cx="7972425" cy="796925"/>
          </a:xfrm>
        </p:spPr>
        <p:txBody>
          <a:bodyPr/>
          <a:lstStyle/>
          <a:p>
            <a:pPr algn="ctr" eaLnBrk="1" hangingPunct="1"/>
            <a:r>
              <a:rPr lang="en-ZA" altLang="en-GB" b="1"/>
              <a:t>2.2. </a:t>
            </a:r>
            <a:r>
              <a:rPr lang="en-US" altLang="en-GB" b="1"/>
              <a:t>Electrostatic charging</a:t>
            </a:r>
            <a:endParaRPr lang="en-ZA" altLang="en-GB" b="1"/>
          </a:p>
        </p:txBody>
      </p:sp>
      <p:sp>
        <p:nvSpPr>
          <p:cNvPr id="3" name="Content Placeholder 2">
            <a:extLst>
              <a:ext uri="{FF2B5EF4-FFF2-40B4-BE49-F238E27FC236}">
                <a16:creationId xmlns:a16="http://schemas.microsoft.com/office/drawing/2014/main" id="{9147AE17-F57D-E6A0-A7DE-D87189FF9866}"/>
              </a:ext>
            </a:extLst>
          </p:cNvPr>
          <p:cNvSpPr>
            <a:spLocks noGrp="1"/>
          </p:cNvSpPr>
          <p:nvPr>
            <p:ph sz="quarter" idx="1"/>
          </p:nvPr>
        </p:nvSpPr>
        <p:spPr>
          <a:xfrm>
            <a:off x="285750" y="2420938"/>
            <a:ext cx="8501063" cy="2447925"/>
          </a:xfrm>
        </p:spPr>
        <p:txBody>
          <a:bodyPr/>
          <a:lstStyle/>
          <a:p>
            <a:pPr algn="just" eaLnBrk="1" hangingPunct="1">
              <a:buFont typeface="Arial" panose="020B0604020202020204" pitchFamily="34" charset="0"/>
              <a:buNone/>
            </a:pPr>
            <a:r>
              <a:rPr lang="en-US" altLang="en-GB" b="1" i="1"/>
              <a:t>c) Charging by induction</a:t>
            </a:r>
            <a:r>
              <a:rPr lang="en-US" altLang="en-GB"/>
              <a:t> - also useful for charging metals and other conductors.</a:t>
            </a:r>
          </a:p>
          <a:p>
            <a:pPr algn="just" eaLnBrk="1" hangingPunct="1">
              <a:buFont typeface="Arial" panose="020B0604020202020204" pitchFamily="34" charset="0"/>
              <a:buNone/>
            </a:pPr>
            <a:r>
              <a:rPr lang="en-US" altLang="en-GB"/>
              <a:t>Again, a charged object is used, but this time it is only brought close to the conductor, and does not touch it.</a:t>
            </a:r>
          </a:p>
          <a:p>
            <a:pPr algn="just" eaLnBrk="1" hangingPunct="1">
              <a:buFont typeface="Arial" panose="020B0604020202020204" pitchFamily="34" charset="0"/>
              <a:buNone/>
            </a:pPr>
            <a:endParaRPr lang="en-ZA" altLang="en-GB"/>
          </a:p>
          <a:p>
            <a:pPr algn="just" eaLnBrk="1" hangingPunct="1">
              <a:buFont typeface="Arial" panose="020B0604020202020204" pitchFamily="34" charset="0"/>
              <a:buNone/>
            </a:pPr>
            <a:endParaRPr lang="en-ZA" altLang="en-GB"/>
          </a:p>
          <a:p>
            <a:pPr algn="just" eaLnBrk="1" hangingPunct="1"/>
            <a:endParaRPr lang="en-ZA" altLang="en-GB"/>
          </a:p>
        </p:txBody>
      </p:sp>
      <p:sp>
        <p:nvSpPr>
          <p:cNvPr id="39939" name="Date Placeholder 6">
            <a:extLst>
              <a:ext uri="{FF2B5EF4-FFF2-40B4-BE49-F238E27FC236}">
                <a16:creationId xmlns:a16="http://schemas.microsoft.com/office/drawing/2014/main" id="{D82A028F-6CBE-A6C2-A1D5-DB610FAF395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1A1642C-C818-4457-B6C9-42A05FE00DA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39940" name="Footer Placeholder 5">
            <a:extLst>
              <a:ext uri="{FF2B5EF4-FFF2-40B4-BE49-F238E27FC236}">
                <a16:creationId xmlns:a16="http://schemas.microsoft.com/office/drawing/2014/main" id="{BA9C6ED0-89A1-E61B-95B3-4E5417449F2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39941" name="Slide Number Placeholder 4">
            <a:extLst>
              <a:ext uri="{FF2B5EF4-FFF2-40B4-BE49-F238E27FC236}">
                <a16:creationId xmlns:a16="http://schemas.microsoft.com/office/drawing/2014/main" id="{755DA3B3-3331-79A7-56B9-238B7325C5A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2F1A8C0-0D00-4E3A-93E8-E2087E358F45}" type="slidenum">
              <a:rPr lang="en-ZA" altLang="en-GB" sz="1400" smtClean="0">
                <a:solidFill>
                  <a:srgbClr val="FFFFFF"/>
                </a:solidFill>
                <a:latin typeface="Franklin Gothic Book" panose="020B0503020102020204" pitchFamily="34" charset="0"/>
              </a:rPr>
              <a:pPr>
                <a:spcBef>
                  <a:spcPct val="0"/>
                </a:spcBef>
                <a:buClrTx/>
                <a:buSzTx/>
                <a:buFontTx/>
                <a:buNone/>
              </a:pPr>
              <a:t>21</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01FBB2BE-7302-F88E-20B6-218F6A23A0A0}"/>
              </a:ext>
            </a:extLst>
          </p:cNvPr>
          <p:cNvSpPr>
            <a:spLocks noGrp="1"/>
          </p:cNvSpPr>
          <p:nvPr>
            <p:ph type="title"/>
          </p:nvPr>
        </p:nvSpPr>
        <p:spPr>
          <a:xfrm>
            <a:off x="457200" y="188913"/>
            <a:ext cx="8115300" cy="725487"/>
          </a:xfrm>
        </p:spPr>
        <p:txBody>
          <a:bodyPr/>
          <a:lstStyle/>
          <a:p>
            <a:pPr eaLnBrk="1" hangingPunct="1"/>
            <a:r>
              <a:rPr lang="en-GB" altLang="en-GB" sz="2800" b="1"/>
              <a:t>3. </a:t>
            </a:r>
            <a:r>
              <a:rPr lang="en-GB" altLang="en-GB" sz="2800" b="1" u="sng"/>
              <a:t>Coulomb’s law </a:t>
            </a:r>
            <a:r>
              <a:rPr lang="en-GB" altLang="en-GB" sz="2800" b="1"/>
              <a:t> (inter-action between charges)</a:t>
            </a:r>
            <a:endParaRPr lang="en-ZA" altLang="en-GB" sz="2800"/>
          </a:p>
        </p:txBody>
      </p:sp>
      <p:sp>
        <p:nvSpPr>
          <p:cNvPr id="3" name="Content Placeholder 2">
            <a:extLst>
              <a:ext uri="{FF2B5EF4-FFF2-40B4-BE49-F238E27FC236}">
                <a16:creationId xmlns:a16="http://schemas.microsoft.com/office/drawing/2014/main" id="{D5CF4B38-CF2A-BBF6-525E-B4F6C3EE65D6}"/>
              </a:ext>
            </a:extLst>
          </p:cNvPr>
          <p:cNvSpPr>
            <a:spLocks noGrp="1"/>
          </p:cNvSpPr>
          <p:nvPr>
            <p:ph sz="quarter" idx="1"/>
          </p:nvPr>
        </p:nvSpPr>
        <p:spPr>
          <a:xfrm>
            <a:off x="457200" y="1484313"/>
            <a:ext cx="8229600" cy="4641850"/>
          </a:xfrm>
        </p:spPr>
        <p:txBody>
          <a:bodyPr/>
          <a:lstStyle/>
          <a:p>
            <a:pPr algn="just" eaLnBrk="1" hangingPunct="1">
              <a:buFont typeface="Arial" panose="020B0604020202020204" pitchFamily="34" charset="0"/>
              <a:buNone/>
            </a:pPr>
            <a:r>
              <a:rPr lang="en-US" altLang="en-GB"/>
              <a:t>   Two electric charges of the same sign repel and two electric charges of opposite sign attract each other with a force that is proportional to the product of their charges and inversely proportional to the square of the distance between them.</a:t>
            </a:r>
          </a:p>
          <a:p>
            <a:pPr algn="just" eaLnBrk="1" hangingPunct="1">
              <a:buFont typeface="Arial" panose="020B0604020202020204" pitchFamily="34" charset="0"/>
              <a:buNone/>
            </a:pPr>
            <a:endParaRPr lang="en-ZA" altLang="en-GB"/>
          </a:p>
        </p:txBody>
      </p:sp>
      <p:sp>
        <p:nvSpPr>
          <p:cNvPr id="40963" name="Date Placeholder 9">
            <a:extLst>
              <a:ext uri="{FF2B5EF4-FFF2-40B4-BE49-F238E27FC236}">
                <a16:creationId xmlns:a16="http://schemas.microsoft.com/office/drawing/2014/main" id="{ACB9010F-B266-F425-DE69-DC61EF5B486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7292139-14B8-45BC-A7CA-B67E0EA395A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0964" name="Footer Placeholder 8">
            <a:extLst>
              <a:ext uri="{FF2B5EF4-FFF2-40B4-BE49-F238E27FC236}">
                <a16:creationId xmlns:a16="http://schemas.microsoft.com/office/drawing/2014/main" id="{2AC3D724-C90E-341E-24B7-8864B1E357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0965" name="Slide Number Placeholder 7">
            <a:extLst>
              <a:ext uri="{FF2B5EF4-FFF2-40B4-BE49-F238E27FC236}">
                <a16:creationId xmlns:a16="http://schemas.microsoft.com/office/drawing/2014/main" id="{15D57997-B6E9-B7EF-A038-BC042640ADC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CBE1A15-3910-41DB-BEA2-EFAC38E95A9A}" type="slidenum">
              <a:rPr lang="en-ZA" altLang="en-GB" sz="1400" smtClean="0">
                <a:solidFill>
                  <a:srgbClr val="FFFFFF"/>
                </a:solidFill>
                <a:latin typeface="Franklin Gothic Book" panose="020B0503020102020204" pitchFamily="34" charset="0"/>
              </a:rPr>
              <a:pPr>
                <a:spcBef>
                  <a:spcPct val="0"/>
                </a:spcBef>
                <a:buClrTx/>
                <a:buSzTx/>
                <a:buFontTx/>
                <a:buNone/>
              </a:pPr>
              <a:t>22</a:t>
            </a:fld>
            <a:endParaRPr lang="en-ZA" altLang="en-GB" sz="1400">
              <a:solidFill>
                <a:srgbClr val="FFFFFF"/>
              </a:solidFill>
              <a:latin typeface="Franklin Gothic Book" panose="020B0503020102020204" pitchFamily="34" charset="0"/>
            </a:endParaRPr>
          </a:p>
        </p:txBody>
      </p:sp>
      <p:sp>
        <p:nvSpPr>
          <p:cNvPr id="40966" name="Rectangle 2">
            <a:extLst>
              <a:ext uri="{FF2B5EF4-FFF2-40B4-BE49-F238E27FC236}">
                <a16:creationId xmlns:a16="http://schemas.microsoft.com/office/drawing/2014/main" id="{C0FFC2B6-9EFB-2348-3B0E-E7CBF4C3D2F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 name="Picture 3" descr="C:\AA-Science Powerpoints\law_of_charges.jpg">
            <a:extLst>
              <a:ext uri="{FF2B5EF4-FFF2-40B4-BE49-F238E27FC236}">
                <a16:creationId xmlns:a16="http://schemas.microsoft.com/office/drawing/2014/main" id="{9A00BD7C-CD12-DBF5-78AC-A0FC8AEADF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03800" y="3141663"/>
            <a:ext cx="2301875" cy="311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 presetClass="entr" presetSubtype="1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A5048-2146-5887-0CC0-CAF424CD64C8}"/>
              </a:ext>
            </a:extLst>
          </p:cNvPr>
          <p:cNvSpPr>
            <a:spLocks noGrp="1"/>
          </p:cNvSpPr>
          <p:nvPr>
            <p:ph type="title"/>
          </p:nvPr>
        </p:nvSpPr>
        <p:spPr>
          <a:xfrm>
            <a:off x="457200" y="274638"/>
            <a:ext cx="8115300" cy="725487"/>
          </a:xfrm>
        </p:spPr>
        <p:txBody>
          <a:bodyPr rtlCol="0">
            <a:normAutofit fontScale="90000"/>
          </a:bodyPr>
          <a:lstStyle/>
          <a:p>
            <a:pPr algn="ctr" eaLnBrk="1" fontAlgn="auto" hangingPunct="1">
              <a:spcAft>
                <a:spcPts val="0"/>
              </a:spcAft>
              <a:defRPr/>
            </a:pPr>
            <a:r>
              <a:rPr lang="en-GB" b="1" dirty="0"/>
              <a:t>3. Coulomb’s law</a:t>
            </a:r>
            <a:endParaRPr lang="en-ZA" dirty="0"/>
          </a:p>
        </p:txBody>
      </p:sp>
      <p:sp>
        <p:nvSpPr>
          <p:cNvPr id="41986" name="Date Placeholder 11">
            <a:extLst>
              <a:ext uri="{FF2B5EF4-FFF2-40B4-BE49-F238E27FC236}">
                <a16:creationId xmlns:a16="http://schemas.microsoft.com/office/drawing/2014/main" id="{4A77B916-7245-56CE-3199-20E72F1ED7B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0DFA338-DBAB-4C2D-8B45-79805F63C48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1987" name="Footer Placeholder 10">
            <a:extLst>
              <a:ext uri="{FF2B5EF4-FFF2-40B4-BE49-F238E27FC236}">
                <a16:creationId xmlns:a16="http://schemas.microsoft.com/office/drawing/2014/main" id="{0D8F716B-1DA3-E75E-7444-2CE792DCE17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1988" name="Slide Number Placeholder 9">
            <a:extLst>
              <a:ext uri="{FF2B5EF4-FFF2-40B4-BE49-F238E27FC236}">
                <a16:creationId xmlns:a16="http://schemas.microsoft.com/office/drawing/2014/main" id="{3EDBDDEA-64FC-6E99-A058-9832AD9F225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EC5345B-5E8E-41B3-B907-ABFA38D36359}" type="slidenum">
              <a:rPr lang="en-ZA" altLang="en-GB" sz="1400" smtClean="0">
                <a:solidFill>
                  <a:srgbClr val="FFFFFF"/>
                </a:solidFill>
                <a:latin typeface="Franklin Gothic Book" panose="020B0503020102020204" pitchFamily="34" charset="0"/>
              </a:rPr>
              <a:pPr>
                <a:spcBef>
                  <a:spcPct val="0"/>
                </a:spcBef>
                <a:buClrTx/>
                <a:buSzTx/>
                <a:buFontTx/>
                <a:buNone/>
              </a:pPr>
              <a:t>23</a:t>
            </a:fld>
            <a:endParaRPr lang="en-ZA" altLang="en-GB" sz="1400">
              <a:solidFill>
                <a:srgbClr val="FFFFFF"/>
              </a:solidFill>
              <a:latin typeface="Franklin Gothic Book" panose="020B0503020102020204" pitchFamily="34" charset="0"/>
            </a:endParaRPr>
          </a:p>
        </p:txBody>
      </p:sp>
      <p:sp>
        <p:nvSpPr>
          <p:cNvPr id="41989" name="Rectangle 2">
            <a:extLst>
              <a:ext uri="{FF2B5EF4-FFF2-40B4-BE49-F238E27FC236}">
                <a16:creationId xmlns:a16="http://schemas.microsoft.com/office/drawing/2014/main" id="{6C8D7EEA-F55E-AD90-A7F7-25E8BFB8DB6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1990" name="Picture 1">
            <a:extLst>
              <a:ext uri="{FF2B5EF4-FFF2-40B4-BE49-F238E27FC236}">
                <a16:creationId xmlns:a16="http://schemas.microsoft.com/office/drawing/2014/main" id="{C10A0C05-D6EF-6333-043C-732D135BF5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313" y="3643313"/>
            <a:ext cx="8655050" cy="1928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91" name="Rectangle 6">
            <a:extLst>
              <a:ext uri="{FF2B5EF4-FFF2-40B4-BE49-F238E27FC236}">
                <a16:creationId xmlns:a16="http://schemas.microsoft.com/office/drawing/2014/main" id="{028FF252-A96D-DB57-0422-9D626E7786D1}"/>
              </a:ext>
            </a:extLst>
          </p:cNvPr>
          <p:cNvSpPr>
            <a:spLocks noChangeArrowheads="1"/>
          </p:cNvSpPr>
          <p:nvPr/>
        </p:nvSpPr>
        <p:spPr bwMode="auto">
          <a:xfrm>
            <a:off x="214313" y="1143000"/>
            <a:ext cx="8501062" cy="1570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just" eaLnBrk="1" hangingPunct="1">
              <a:spcBef>
                <a:spcPct val="0"/>
              </a:spcBef>
              <a:buClrTx/>
              <a:buSzTx/>
              <a:buFontTx/>
              <a:buNone/>
            </a:pPr>
            <a:r>
              <a:rPr lang="en-US" altLang="en-GB" sz="3200">
                <a:latin typeface="Calibri" panose="020F0502020204030204" pitchFamily="34" charset="0"/>
              </a:rPr>
              <a:t>If we consider a system of two charges separated by a distance </a:t>
            </a:r>
            <a:r>
              <a:rPr lang="en-US" altLang="en-GB" sz="3200" b="1">
                <a:latin typeface="Calibri" panose="020F0502020204030204" pitchFamily="34" charset="0"/>
              </a:rPr>
              <a:t>r</a:t>
            </a:r>
            <a:r>
              <a:rPr lang="en-US" altLang="en-GB" sz="3200">
                <a:latin typeface="Calibri" panose="020F0502020204030204" pitchFamily="34" charset="0"/>
              </a:rPr>
              <a:t>, the force between those two charges is given by</a:t>
            </a:r>
            <a:endParaRPr lang="en-ZA" altLang="en-GB" sz="3200">
              <a:latin typeface="Calibri" panose="020F0502020204030204" pitchFamily="34" charset="0"/>
            </a:endParaRPr>
          </a:p>
        </p:txBody>
      </p:sp>
      <p:pic>
        <p:nvPicPr>
          <p:cNvPr id="8" name="Picture 1">
            <a:extLst>
              <a:ext uri="{FF2B5EF4-FFF2-40B4-BE49-F238E27FC236}">
                <a16:creationId xmlns:a16="http://schemas.microsoft.com/office/drawing/2014/main" id="{684312D3-D890-DB40-0694-CCDBABD9199E}"/>
              </a:ext>
            </a:extLst>
          </p:cNvPr>
          <p:cNvPicPr>
            <a:picLocks noChangeAspect="1" noChangeArrowheads="1"/>
          </p:cNvPicPr>
          <p:nvPr/>
        </p:nvPicPr>
        <p:blipFill>
          <a:blip r:embed="rId3">
            <a:clrChange>
              <a:clrFrom>
                <a:srgbClr val="FFFFFF"/>
              </a:clrFrom>
              <a:clrTo>
                <a:srgbClr val="FFFFFF">
                  <a:alpha val="0"/>
                </a:srgbClr>
              </a:clrTo>
            </a:clrChange>
            <a:lum bright="-40000" contrast="40000"/>
            <a:extLst>
              <a:ext uri="{28A0092B-C50C-407E-A947-70E740481C1C}">
                <a14:useLocalDpi xmlns:a14="http://schemas.microsoft.com/office/drawing/2010/main" val="0"/>
              </a:ext>
            </a:extLst>
          </a:blip>
          <a:srcRect/>
          <a:stretch>
            <a:fillRect/>
          </a:stretch>
        </p:blipFill>
        <p:spPr bwMode="auto">
          <a:xfrm>
            <a:off x="3429000" y="2714625"/>
            <a:ext cx="190500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93" name="Picture 1">
            <a:extLst>
              <a:ext uri="{FF2B5EF4-FFF2-40B4-BE49-F238E27FC236}">
                <a16:creationId xmlns:a16="http://schemas.microsoft.com/office/drawing/2014/main" id="{4F887E42-1B8D-70CE-1F5F-3D1C8D17FABF}"/>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9250" y="5876925"/>
            <a:ext cx="714375"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amond(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84EC8-B963-6CEE-8D14-B291F4DBDF3C}"/>
              </a:ext>
            </a:extLst>
          </p:cNvPr>
          <p:cNvSpPr>
            <a:spLocks noGrp="1"/>
          </p:cNvSpPr>
          <p:nvPr>
            <p:ph type="title"/>
          </p:nvPr>
        </p:nvSpPr>
        <p:spPr>
          <a:xfrm>
            <a:off x="457200" y="274638"/>
            <a:ext cx="8115300" cy="725487"/>
          </a:xfrm>
        </p:spPr>
        <p:txBody>
          <a:bodyPr rtlCol="0">
            <a:normAutofit fontScale="90000"/>
          </a:bodyPr>
          <a:lstStyle/>
          <a:p>
            <a:pPr algn="ctr" eaLnBrk="1" fontAlgn="auto" hangingPunct="1">
              <a:spcAft>
                <a:spcPts val="0"/>
              </a:spcAft>
              <a:defRPr/>
            </a:pPr>
            <a:r>
              <a:rPr lang="en-GB" b="1" dirty="0"/>
              <a:t>3. Coulomb’s law</a:t>
            </a:r>
            <a:endParaRPr lang="en-ZA" dirty="0"/>
          </a:p>
        </p:txBody>
      </p:sp>
      <p:sp>
        <p:nvSpPr>
          <p:cNvPr id="3" name="Content Placeholder 2">
            <a:extLst>
              <a:ext uri="{FF2B5EF4-FFF2-40B4-BE49-F238E27FC236}">
                <a16:creationId xmlns:a16="http://schemas.microsoft.com/office/drawing/2014/main" id="{DC1DCF0C-330F-181A-3308-036FB0F25C90}"/>
              </a:ext>
            </a:extLst>
          </p:cNvPr>
          <p:cNvSpPr>
            <a:spLocks noGrp="1"/>
          </p:cNvSpPr>
          <p:nvPr>
            <p:ph sz="quarter" idx="1"/>
          </p:nvPr>
        </p:nvSpPr>
        <p:spPr>
          <a:xfrm>
            <a:off x="457200" y="1000125"/>
            <a:ext cx="8229600" cy="4660900"/>
          </a:xfrm>
        </p:spPr>
        <p:txBody>
          <a:bodyPr/>
          <a:lstStyle/>
          <a:p>
            <a:pPr eaLnBrk="1" hangingPunct="1"/>
            <a:r>
              <a:rPr lang="en-US" altLang="en-GB"/>
              <a:t>Note that electric force is a vector which has both magnitude and direction.</a:t>
            </a:r>
          </a:p>
          <a:p>
            <a:pPr eaLnBrk="1" hangingPunct="1"/>
            <a:r>
              <a:rPr lang="en-US" altLang="en-GB"/>
              <a:t>In SI units, the Coulomb’s constant </a:t>
            </a:r>
            <a:r>
              <a:rPr lang="en-US" altLang="en-GB" i="1"/>
              <a:t>k </a:t>
            </a:r>
            <a:r>
              <a:rPr lang="en-US" altLang="en-GB"/>
              <a:t>is given by </a:t>
            </a:r>
          </a:p>
          <a:p>
            <a:pPr eaLnBrk="1" hangingPunct="1"/>
            <a:endParaRPr lang="en-US" altLang="en-GB"/>
          </a:p>
          <a:p>
            <a:pPr eaLnBrk="1" hangingPunct="1"/>
            <a:endParaRPr lang="en-US" altLang="en-GB"/>
          </a:p>
          <a:p>
            <a:pPr eaLnBrk="1" hangingPunct="1"/>
            <a:endParaRPr lang="en-US" altLang="en-GB"/>
          </a:p>
          <a:p>
            <a:pPr eaLnBrk="1" hangingPunct="1">
              <a:buFont typeface="Arial" panose="020B0604020202020204" pitchFamily="34" charset="0"/>
              <a:buNone/>
            </a:pPr>
            <a:r>
              <a:rPr lang="en-US" altLang="en-GB"/>
              <a:t>where </a:t>
            </a:r>
            <a:r>
              <a:rPr lang="el-GR" altLang="en-GB" b="1" i="1"/>
              <a:t>ε</a:t>
            </a:r>
            <a:r>
              <a:rPr lang="el-GR" altLang="en-GB" b="1" baseline="-25000"/>
              <a:t>0</a:t>
            </a:r>
            <a:r>
              <a:rPr lang="en-US" altLang="en-GB"/>
              <a:t> is permittivity of free space</a:t>
            </a:r>
          </a:p>
          <a:p>
            <a:pPr eaLnBrk="1" hangingPunct="1"/>
            <a:endParaRPr lang="en-US" altLang="en-GB"/>
          </a:p>
          <a:p>
            <a:pPr eaLnBrk="1" hangingPunct="1">
              <a:buFont typeface="Arial" panose="020B0604020202020204" pitchFamily="34" charset="0"/>
              <a:buNone/>
            </a:pPr>
            <a:endParaRPr lang="en-ZA" altLang="en-GB"/>
          </a:p>
          <a:p>
            <a:pPr algn="just" eaLnBrk="1" hangingPunct="1">
              <a:buFont typeface="Arial" panose="020B0604020202020204" pitchFamily="34" charset="0"/>
              <a:buNone/>
            </a:pPr>
            <a:endParaRPr lang="en-ZA" altLang="en-GB"/>
          </a:p>
        </p:txBody>
      </p:sp>
      <p:sp>
        <p:nvSpPr>
          <p:cNvPr id="43011" name="Date Placeholder 10">
            <a:extLst>
              <a:ext uri="{FF2B5EF4-FFF2-40B4-BE49-F238E27FC236}">
                <a16:creationId xmlns:a16="http://schemas.microsoft.com/office/drawing/2014/main" id="{8393EF86-CA22-5149-4469-53E44621094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29A1BA5-A68E-4311-844D-1819F4DDBF9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3012" name="Footer Placeholder 9">
            <a:extLst>
              <a:ext uri="{FF2B5EF4-FFF2-40B4-BE49-F238E27FC236}">
                <a16:creationId xmlns:a16="http://schemas.microsoft.com/office/drawing/2014/main" id="{9B2819A8-DF11-6995-14FC-FAA635FA9B3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3013" name="Slide Number Placeholder 8">
            <a:extLst>
              <a:ext uri="{FF2B5EF4-FFF2-40B4-BE49-F238E27FC236}">
                <a16:creationId xmlns:a16="http://schemas.microsoft.com/office/drawing/2014/main" id="{1C4C64B8-EECB-9B3E-15B5-6E2AB86C750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A0D8D0C-8185-4D45-864B-FC28BE1B9D5B}" type="slidenum">
              <a:rPr lang="en-ZA" altLang="en-GB" sz="1400" smtClean="0">
                <a:solidFill>
                  <a:srgbClr val="FFFFFF"/>
                </a:solidFill>
                <a:latin typeface="Franklin Gothic Book" panose="020B0503020102020204" pitchFamily="34" charset="0"/>
              </a:rPr>
              <a:pPr>
                <a:spcBef>
                  <a:spcPct val="0"/>
                </a:spcBef>
                <a:buClrTx/>
                <a:buSzTx/>
                <a:buFontTx/>
                <a:buNone/>
              </a:pPr>
              <a:t>24</a:t>
            </a:fld>
            <a:endParaRPr lang="en-ZA" altLang="en-GB" sz="1400">
              <a:solidFill>
                <a:srgbClr val="FFFFFF"/>
              </a:solidFill>
              <a:latin typeface="Franklin Gothic Book" panose="020B0503020102020204" pitchFamily="34" charset="0"/>
            </a:endParaRPr>
          </a:p>
        </p:txBody>
      </p:sp>
      <p:sp>
        <p:nvSpPr>
          <p:cNvPr id="43014" name="Rectangle 2">
            <a:extLst>
              <a:ext uri="{FF2B5EF4-FFF2-40B4-BE49-F238E27FC236}">
                <a16:creationId xmlns:a16="http://schemas.microsoft.com/office/drawing/2014/main" id="{E757CC73-F08E-FEA4-D8E2-6B0AEFB9764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43015" name="Rectangle 2">
            <a:extLst>
              <a:ext uri="{FF2B5EF4-FFF2-40B4-BE49-F238E27FC236}">
                <a16:creationId xmlns:a16="http://schemas.microsoft.com/office/drawing/2014/main" id="{8458C8A6-FEF3-7126-9B6A-3296C4B5D40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2769" name="Picture 1">
            <a:extLst>
              <a:ext uri="{FF2B5EF4-FFF2-40B4-BE49-F238E27FC236}">
                <a16:creationId xmlns:a16="http://schemas.microsoft.com/office/drawing/2014/main" id="{580A1B9D-F0F0-4925-176E-EBC285742750}"/>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331913" y="2420938"/>
            <a:ext cx="7275512" cy="128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7" name="Rectangle 2">
            <a:extLst>
              <a:ext uri="{FF2B5EF4-FFF2-40B4-BE49-F238E27FC236}">
                <a16:creationId xmlns:a16="http://schemas.microsoft.com/office/drawing/2014/main" id="{1B5A50FA-961B-7BE1-528F-5EB587F37C8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pic>
        <p:nvPicPr>
          <p:cNvPr id="43018" name="Picture 11">
            <a:extLst>
              <a:ext uri="{FF2B5EF4-FFF2-40B4-BE49-F238E27FC236}">
                <a16:creationId xmlns:a16="http://schemas.microsoft.com/office/drawing/2014/main" id="{B4CE4404-7FDF-5BE5-CE93-670C848F2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9700" y="4508500"/>
            <a:ext cx="298132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16" fill="hold" nodeType="clickEffect">
                                  <p:stCondLst>
                                    <p:cond delay="0"/>
                                  </p:stCondLst>
                                  <p:childTnLst>
                                    <p:set>
                                      <p:cBhvr>
                                        <p:cTn id="24" dur="1" fill="hold">
                                          <p:stCondLst>
                                            <p:cond delay="0"/>
                                          </p:stCondLst>
                                        </p:cTn>
                                        <p:tgtEl>
                                          <p:spTgt spid="32769"/>
                                        </p:tgtEl>
                                        <p:attrNameLst>
                                          <p:attrName>style.visibility</p:attrName>
                                        </p:attrNameLst>
                                      </p:cBhvr>
                                      <p:to>
                                        <p:strVal val="visible"/>
                                      </p:to>
                                    </p:set>
                                    <p:animEffect transition="in" filter="diamond(in)">
                                      <p:cBhvr>
                                        <p:cTn id="25" dur="2000"/>
                                        <p:tgtEl>
                                          <p:spTgt spid="327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a:extLst>
              <a:ext uri="{FF2B5EF4-FFF2-40B4-BE49-F238E27FC236}">
                <a16:creationId xmlns:a16="http://schemas.microsoft.com/office/drawing/2014/main" id="{F7E0A75C-2BE9-5A5B-9091-69E1EC905F4B}"/>
              </a:ext>
            </a:extLst>
          </p:cNvPr>
          <p:cNvSpPr>
            <a:spLocks noGrp="1"/>
          </p:cNvSpPr>
          <p:nvPr>
            <p:ph type="title"/>
          </p:nvPr>
        </p:nvSpPr>
        <p:spPr>
          <a:xfrm>
            <a:off x="457200" y="274638"/>
            <a:ext cx="7972425" cy="725487"/>
          </a:xfrm>
        </p:spPr>
        <p:txBody>
          <a:bodyPr/>
          <a:lstStyle/>
          <a:p>
            <a:pPr marL="342900" indent="-342900" algn="ctr" eaLnBrk="1" hangingPunct="1"/>
            <a:r>
              <a:rPr lang="en-GB" altLang="en-GB" sz="3200" b="1">
                <a:solidFill>
                  <a:srgbClr val="000000"/>
                </a:solidFill>
              </a:rPr>
              <a:t>3.1. Principle of superposition </a:t>
            </a:r>
            <a:endParaRPr lang="en-ZA" altLang="en-GB" sz="3200">
              <a:solidFill>
                <a:srgbClr val="000000"/>
              </a:solidFill>
            </a:endParaRPr>
          </a:p>
        </p:txBody>
      </p:sp>
      <p:sp>
        <p:nvSpPr>
          <p:cNvPr id="3" name="Content Placeholder 2">
            <a:extLst>
              <a:ext uri="{FF2B5EF4-FFF2-40B4-BE49-F238E27FC236}">
                <a16:creationId xmlns:a16="http://schemas.microsoft.com/office/drawing/2014/main" id="{0CC50C9E-61AA-34D0-B1D0-D8E256A0CDD3}"/>
              </a:ext>
            </a:extLst>
          </p:cNvPr>
          <p:cNvSpPr>
            <a:spLocks noGrp="1"/>
          </p:cNvSpPr>
          <p:nvPr>
            <p:ph sz="quarter" idx="1"/>
          </p:nvPr>
        </p:nvSpPr>
        <p:spPr>
          <a:xfrm>
            <a:off x="457200" y="1700213"/>
            <a:ext cx="8229600" cy="4425950"/>
          </a:xfrm>
        </p:spPr>
        <p:txBody>
          <a:bodyPr/>
          <a:lstStyle/>
          <a:p>
            <a:pPr algn="just" eaLnBrk="1" hangingPunct="1">
              <a:buFont typeface="Arial" panose="020B0604020202020204" pitchFamily="34" charset="0"/>
              <a:buNone/>
            </a:pPr>
            <a:r>
              <a:rPr lang="en-US" altLang="en-GB"/>
              <a:t>   Coulomb’s law applies to any pair of point charges. </a:t>
            </a:r>
          </a:p>
          <a:p>
            <a:pPr algn="just" eaLnBrk="1" hangingPunct="1">
              <a:buFont typeface="Arial" panose="020B0604020202020204" pitchFamily="34" charset="0"/>
              <a:buNone/>
            </a:pPr>
            <a:r>
              <a:rPr lang="en-US" altLang="en-GB"/>
              <a:t>   When more than two charges are present, the net force on any one charge is simply the vector sum of the forces exerted on it by the other charges. </a:t>
            </a:r>
          </a:p>
          <a:p>
            <a:pPr algn="just" eaLnBrk="1" hangingPunct="1">
              <a:buFont typeface="Arial" panose="020B0604020202020204" pitchFamily="34" charset="0"/>
              <a:buNone/>
            </a:pPr>
            <a:r>
              <a:rPr lang="en-US" altLang="en-GB"/>
              <a:t>   For example, if three charges q</a:t>
            </a:r>
            <a:r>
              <a:rPr lang="en-US" altLang="en-GB" baseline="-25000"/>
              <a:t>1</a:t>
            </a:r>
            <a:r>
              <a:rPr lang="en-US" altLang="en-GB"/>
              <a:t>, q</a:t>
            </a:r>
            <a:r>
              <a:rPr lang="en-US" altLang="en-GB" baseline="-25000"/>
              <a:t>2 </a:t>
            </a:r>
            <a:r>
              <a:rPr lang="en-US" altLang="en-GB"/>
              <a:t> and q</a:t>
            </a:r>
            <a:r>
              <a:rPr lang="en-US" altLang="en-GB" baseline="-25000"/>
              <a:t>3 </a:t>
            </a:r>
            <a:r>
              <a:rPr lang="en-US" altLang="en-GB"/>
              <a:t>are present, the resultant force experienced by q</a:t>
            </a:r>
            <a:r>
              <a:rPr lang="en-US" altLang="en-GB" baseline="-25000"/>
              <a:t>3  </a:t>
            </a:r>
            <a:r>
              <a:rPr lang="en-US" altLang="en-GB"/>
              <a:t>due to q</a:t>
            </a:r>
            <a:r>
              <a:rPr lang="en-US" altLang="en-GB" baseline="-25000"/>
              <a:t>1</a:t>
            </a:r>
            <a:r>
              <a:rPr lang="en-US" altLang="en-GB"/>
              <a:t> and q</a:t>
            </a:r>
            <a:r>
              <a:rPr lang="en-US" altLang="en-GB" baseline="-25000"/>
              <a:t>2</a:t>
            </a:r>
            <a:r>
              <a:rPr lang="en-US" altLang="en-GB"/>
              <a:t> will be</a:t>
            </a:r>
            <a:endParaRPr lang="en-ZA" altLang="en-GB"/>
          </a:p>
          <a:p>
            <a:pPr algn="just" eaLnBrk="1" hangingPunct="1">
              <a:buFont typeface="Arial" panose="020B0604020202020204" pitchFamily="34" charset="0"/>
              <a:buNone/>
            </a:pPr>
            <a:endParaRPr lang="en-ZA" altLang="en-GB"/>
          </a:p>
        </p:txBody>
      </p:sp>
      <p:sp>
        <p:nvSpPr>
          <p:cNvPr id="44035" name="Date Placeholder 8">
            <a:extLst>
              <a:ext uri="{FF2B5EF4-FFF2-40B4-BE49-F238E27FC236}">
                <a16:creationId xmlns:a16="http://schemas.microsoft.com/office/drawing/2014/main" id="{9BA2E888-FF6D-7E78-EB1E-A1FADF7B151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60CB442-4E1C-40B6-A5E5-5E29AA78E79C}"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4036" name="Footer Placeholder 7">
            <a:extLst>
              <a:ext uri="{FF2B5EF4-FFF2-40B4-BE49-F238E27FC236}">
                <a16:creationId xmlns:a16="http://schemas.microsoft.com/office/drawing/2014/main" id="{FBA4C2CA-CBD3-8B82-B715-73FD857827D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4037" name="Slide Number Placeholder 6">
            <a:extLst>
              <a:ext uri="{FF2B5EF4-FFF2-40B4-BE49-F238E27FC236}">
                <a16:creationId xmlns:a16="http://schemas.microsoft.com/office/drawing/2014/main" id="{ABF96CA0-F36D-25EF-1749-E37FAA7847B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B48EB6E-035F-4C3E-8500-7B04DD912F89}" type="slidenum">
              <a:rPr lang="en-ZA" altLang="en-GB" sz="1400" smtClean="0">
                <a:solidFill>
                  <a:srgbClr val="FFFFFF"/>
                </a:solidFill>
                <a:latin typeface="Franklin Gothic Book" panose="020B0503020102020204" pitchFamily="34" charset="0"/>
              </a:rPr>
              <a:pPr>
                <a:spcBef>
                  <a:spcPct val="0"/>
                </a:spcBef>
                <a:buClrTx/>
                <a:buSzTx/>
                <a:buFontTx/>
                <a:buNone/>
              </a:pPr>
              <a:t>25</a:t>
            </a:fld>
            <a:endParaRPr lang="en-ZA" altLang="en-GB" sz="1400">
              <a:solidFill>
                <a:srgbClr val="FFFFFF"/>
              </a:solidFill>
              <a:latin typeface="Franklin Gothic Book" panose="020B0503020102020204" pitchFamily="34" charset="0"/>
            </a:endParaRPr>
          </a:p>
        </p:txBody>
      </p:sp>
      <p:sp>
        <p:nvSpPr>
          <p:cNvPr id="44038" name="Rectangle 2">
            <a:extLst>
              <a:ext uri="{FF2B5EF4-FFF2-40B4-BE49-F238E27FC236}">
                <a16:creationId xmlns:a16="http://schemas.microsoft.com/office/drawing/2014/main" id="{37FDCD42-6DCD-A735-CC7E-07CA7285EF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3793" name="Picture 1">
            <a:extLst>
              <a:ext uri="{FF2B5EF4-FFF2-40B4-BE49-F238E27FC236}">
                <a16:creationId xmlns:a16="http://schemas.microsoft.com/office/drawing/2014/main" id="{0F1DA233-E2EB-D8B6-7303-54DE25602188}"/>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203575" y="4797425"/>
            <a:ext cx="320833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16" fill="hold" nodeType="clickEffect">
                                  <p:stCondLst>
                                    <p:cond delay="0"/>
                                  </p:stCondLst>
                                  <p:childTnLst>
                                    <p:set>
                                      <p:cBhvr>
                                        <p:cTn id="24" dur="1" fill="hold">
                                          <p:stCondLst>
                                            <p:cond delay="0"/>
                                          </p:stCondLst>
                                        </p:cTn>
                                        <p:tgtEl>
                                          <p:spTgt spid="33793"/>
                                        </p:tgtEl>
                                        <p:attrNameLst>
                                          <p:attrName>style.visibility</p:attrName>
                                        </p:attrNameLst>
                                      </p:cBhvr>
                                      <p:to>
                                        <p:strVal val="visible"/>
                                      </p:to>
                                    </p:set>
                                    <p:animEffect transition="in" filter="diamond(in)">
                                      <p:cBhvr>
                                        <p:cTn id="25" dur="2000"/>
                                        <p:tgtEl>
                                          <p:spTgt spid="33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C4962550-19DA-B106-8071-C71B338DF06A}"/>
              </a:ext>
            </a:extLst>
          </p:cNvPr>
          <p:cNvSpPr>
            <a:spLocks noGrp="1"/>
          </p:cNvSpPr>
          <p:nvPr>
            <p:ph type="title"/>
          </p:nvPr>
        </p:nvSpPr>
        <p:spPr>
          <a:xfrm>
            <a:off x="457200" y="274638"/>
            <a:ext cx="8043863" cy="868362"/>
          </a:xfrm>
        </p:spPr>
        <p:txBody>
          <a:bodyPr/>
          <a:lstStyle/>
          <a:p>
            <a:pPr marL="342900" indent="-342900" algn="ctr" eaLnBrk="1" hangingPunct="1"/>
            <a:r>
              <a:rPr lang="en-GB" altLang="en-GB" sz="3200" b="1">
                <a:solidFill>
                  <a:srgbClr val="000000"/>
                </a:solidFill>
              </a:rPr>
              <a:t>3.1. Principle of superposition </a:t>
            </a:r>
            <a:endParaRPr lang="en-ZA" altLang="en-GB" sz="3200">
              <a:solidFill>
                <a:srgbClr val="000000"/>
              </a:solidFill>
            </a:endParaRPr>
          </a:p>
        </p:txBody>
      </p:sp>
      <p:sp>
        <p:nvSpPr>
          <p:cNvPr id="45058" name="Date Placeholder 8">
            <a:extLst>
              <a:ext uri="{FF2B5EF4-FFF2-40B4-BE49-F238E27FC236}">
                <a16:creationId xmlns:a16="http://schemas.microsoft.com/office/drawing/2014/main" id="{89A7A061-3681-40A7-B73B-28FF073431C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7DD47F8-7A4F-44E7-8F10-48D3BD74BB9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5059" name="Footer Placeholder 7">
            <a:extLst>
              <a:ext uri="{FF2B5EF4-FFF2-40B4-BE49-F238E27FC236}">
                <a16:creationId xmlns:a16="http://schemas.microsoft.com/office/drawing/2014/main" id="{7026239A-A87A-E236-CB4C-938CE5F7B43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5060" name="Slide Number Placeholder 6">
            <a:extLst>
              <a:ext uri="{FF2B5EF4-FFF2-40B4-BE49-F238E27FC236}">
                <a16:creationId xmlns:a16="http://schemas.microsoft.com/office/drawing/2014/main" id="{D32C6C40-E6EB-24D0-9BF4-03ACEF9E6B0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6B7E1EA-F0C3-44BD-AE56-FA92D59595E5}" type="slidenum">
              <a:rPr lang="en-ZA" altLang="en-GB" sz="1400" smtClean="0">
                <a:solidFill>
                  <a:srgbClr val="FFFFFF"/>
                </a:solidFill>
                <a:latin typeface="Franklin Gothic Book" panose="020B0503020102020204" pitchFamily="34" charset="0"/>
              </a:rPr>
              <a:pPr>
                <a:spcBef>
                  <a:spcPct val="0"/>
                </a:spcBef>
                <a:buClrTx/>
                <a:buSzTx/>
                <a:buFontTx/>
                <a:buNone/>
              </a:pPr>
              <a:t>26</a:t>
            </a:fld>
            <a:endParaRPr lang="en-ZA" altLang="en-GB" sz="1400">
              <a:solidFill>
                <a:srgbClr val="FFFFFF"/>
              </a:solidFill>
              <a:latin typeface="Franklin Gothic Book" panose="020B0503020102020204" pitchFamily="34" charset="0"/>
            </a:endParaRPr>
          </a:p>
        </p:txBody>
      </p:sp>
      <p:sp>
        <p:nvSpPr>
          <p:cNvPr id="45061" name="Rectangle 2">
            <a:extLst>
              <a:ext uri="{FF2B5EF4-FFF2-40B4-BE49-F238E27FC236}">
                <a16:creationId xmlns:a16="http://schemas.microsoft.com/office/drawing/2014/main" id="{88EAF89E-223E-6BC3-816F-21CB3A1AD61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5062" name="Picture 6">
            <a:extLst>
              <a:ext uri="{FF2B5EF4-FFF2-40B4-BE49-F238E27FC236}">
                <a16:creationId xmlns:a16="http://schemas.microsoft.com/office/drawing/2014/main" id="{D3ECC124-7AD0-8D54-572E-F976001637F3}"/>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1773238" y="1143000"/>
            <a:ext cx="5727700" cy="4173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3" name="Picture 1">
            <a:extLst>
              <a:ext uri="{FF2B5EF4-FFF2-40B4-BE49-F238E27FC236}">
                <a16:creationId xmlns:a16="http://schemas.microsoft.com/office/drawing/2014/main" id="{E6630B6A-80E9-44D1-DB48-4F1EB5F0F837}"/>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143250" y="5286375"/>
            <a:ext cx="3208338" cy="785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a:extLst>
              <a:ext uri="{FF2B5EF4-FFF2-40B4-BE49-F238E27FC236}">
                <a16:creationId xmlns:a16="http://schemas.microsoft.com/office/drawing/2014/main" id="{9B8DA449-23C4-9F84-19C0-0CA65EDF28A9}"/>
              </a:ext>
            </a:extLst>
          </p:cNvPr>
          <p:cNvSpPr>
            <a:spLocks noGrp="1"/>
          </p:cNvSpPr>
          <p:nvPr>
            <p:ph type="title"/>
          </p:nvPr>
        </p:nvSpPr>
        <p:spPr>
          <a:xfrm>
            <a:off x="457200" y="274638"/>
            <a:ext cx="8043863" cy="868362"/>
          </a:xfrm>
        </p:spPr>
        <p:txBody>
          <a:bodyPr/>
          <a:lstStyle/>
          <a:p>
            <a:pPr marL="342900" indent="-342900" eaLnBrk="1" hangingPunct="1"/>
            <a:r>
              <a:rPr lang="en-GB" altLang="en-GB" sz="3200" b="1">
                <a:solidFill>
                  <a:srgbClr val="000000"/>
                </a:solidFill>
              </a:rPr>
              <a:t>3.1. Principle of superposition </a:t>
            </a:r>
            <a:endParaRPr lang="en-ZA" altLang="en-GB" sz="3200">
              <a:solidFill>
                <a:srgbClr val="000000"/>
              </a:solidFill>
            </a:endParaRPr>
          </a:p>
        </p:txBody>
      </p:sp>
      <p:sp>
        <p:nvSpPr>
          <p:cNvPr id="3" name="Content Placeholder 2">
            <a:extLst>
              <a:ext uri="{FF2B5EF4-FFF2-40B4-BE49-F238E27FC236}">
                <a16:creationId xmlns:a16="http://schemas.microsoft.com/office/drawing/2014/main" id="{5B4E19F7-0ADE-93C2-A489-C507904AC167}"/>
              </a:ext>
            </a:extLst>
          </p:cNvPr>
          <p:cNvSpPr>
            <a:spLocks noGrp="1"/>
          </p:cNvSpPr>
          <p:nvPr>
            <p:ph sz="quarter" idx="1"/>
          </p:nvPr>
        </p:nvSpPr>
        <p:spPr>
          <a:xfrm>
            <a:off x="457200" y="1143000"/>
            <a:ext cx="8258175" cy="4157663"/>
          </a:xfrm>
        </p:spPr>
        <p:txBody>
          <a:bodyPr/>
          <a:lstStyle/>
          <a:p>
            <a:pPr algn="just" eaLnBrk="1" hangingPunct="1">
              <a:buFont typeface="Arial" panose="020B0604020202020204" pitchFamily="34" charset="0"/>
              <a:buChar char="•"/>
            </a:pPr>
            <a:r>
              <a:rPr lang="en-US" altLang="en-GB"/>
              <a:t>For a system of </a:t>
            </a:r>
            <a:r>
              <a:rPr lang="en-US" altLang="en-GB" i="1"/>
              <a:t>N </a:t>
            </a:r>
            <a:r>
              <a:rPr lang="en-US" altLang="en-GB"/>
              <a:t>charges, the net force experienced by the </a:t>
            </a:r>
            <a:r>
              <a:rPr lang="en-US" altLang="en-GB" i="1"/>
              <a:t>j</a:t>
            </a:r>
            <a:r>
              <a:rPr lang="en-US" altLang="en-GB" baseline="30000"/>
              <a:t>th</a:t>
            </a:r>
            <a:r>
              <a:rPr lang="en-US" altLang="en-GB"/>
              <a:t> particle would be </a:t>
            </a:r>
          </a:p>
          <a:p>
            <a:pPr algn="just" eaLnBrk="1" hangingPunct="1">
              <a:buFont typeface="Arial" panose="020B0604020202020204" pitchFamily="34" charset="0"/>
              <a:buChar char="•"/>
            </a:pPr>
            <a:endParaRPr lang="en-US" altLang="en-GB"/>
          </a:p>
          <a:p>
            <a:pPr algn="just" eaLnBrk="1" hangingPunct="1">
              <a:buFont typeface="Arial" panose="020B0604020202020204" pitchFamily="34" charset="0"/>
              <a:buNone/>
            </a:pPr>
            <a:endParaRPr lang="en-ZA" altLang="en-GB"/>
          </a:p>
          <a:p>
            <a:pPr algn="just" eaLnBrk="1" hangingPunct="1">
              <a:buFont typeface="Arial" panose="020B0604020202020204" pitchFamily="34" charset="0"/>
              <a:buNone/>
            </a:pPr>
            <a:r>
              <a:rPr lang="en-US" altLang="en-GB"/>
              <a:t> 	Where        denotes the force between particles </a:t>
            </a:r>
            <a:r>
              <a:rPr lang="en-US" altLang="en-GB" i="1"/>
              <a:t>i </a:t>
            </a:r>
            <a:r>
              <a:rPr lang="en-US" altLang="en-GB"/>
              <a:t>and</a:t>
            </a:r>
            <a:r>
              <a:rPr lang="en-US" altLang="en-GB" i="1"/>
              <a:t> j.</a:t>
            </a:r>
          </a:p>
          <a:p>
            <a:pPr algn="just" eaLnBrk="1" hangingPunct="1">
              <a:buFont typeface="Arial" panose="020B0604020202020204" pitchFamily="34" charset="0"/>
              <a:buChar char="•"/>
            </a:pPr>
            <a:r>
              <a:rPr lang="en-US" altLang="en-GB" b="1" i="1"/>
              <a:t>The superposition principle implies that the net force between any two charges is independent of the presence of other charges, This is true if the charges are in fixed positions</a:t>
            </a:r>
            <a:r>
              <a:rPr lang="en-US" altLang="en-GB"/>
              <a:t>.</a:t>
            </a:r>
            <a:endParaRPr lang="en-ZA" altLang="en-GB"/>
          </a:p>
          <a:p>
            <a:pPr algn="just" eaLnBrk="1" hangingPunct="1">
              <a:buFont typeface="Arial" panose="020B0604020202020204" pitchFamily="34" charset="0"/>
              <a:buNone/>
            </a:pPr>
            <a:endParaRPr lang="en-ZA" altLang="en-GB"/>
          </a:p>
        </p:txBody>
      </p:sp>
      <p:sp>
        <p:nvSpPr>
          <p:cNvPr id="46083" name="Date Placeholder 10">
            <a:extLst>
              <a:ext uri="{FF2B5EF4-FFF2-40B4-BE49-F238E27FC236}">
                <a16:creationId xmlns:a16="http://schemas.microsoft.com/office/drawing/2014/main" id="{8A78C431-E22A-DB4C-2D1F-EAC5680D198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A70BB9B-D56C-4225-A13C-A6BB2F4A58C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6084" name="Footer Placeholder 9">
            <a:extLst>
              <a:ext uri="{FF2B5EF4-FFF2-40B4-BE49-F238E27FC236}">
                <a16:creationId xmlns:a16="http://schemas.microsoft.com/office/drawing/2014/main" id="{09E7DFBA-E934-E1A1-DF4E-2D8A6588945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6085" name="Slide Number Placeholder 8">
            <a:extLst>
              <a:ext uri="{FF2B5EF4-FFF2-40B4-BE49-F238E27FC236}">
                <a16:creationId xmlns:a16="http://schemas.microsoft.com/office/drawing/2014/main" id="{D3E41289-038E-ADAE-8D8A-D294C141EDA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F564853-3FC9-42BD-AE17-E52E07384BA3}" type="slidenum">
              <a:rPr lang="en-ZA" altLang="en-GB" sz="1400" smtClean="0">
                <a:solidFill>
                  <a:srgbClr val="FFFFFF"/>
                </a:solidFill>
                <a:latin typeface="Franklin Gothic Book" panose="020B0503020102020204" pitchFamily="34" charset="0"/>
              </a:rPr>
              <a:pPr>
                <a:spcBef>
                  <a:spcPct val="0"/>
                </a:spcBef>
                <a:buClrTx/>
                <a:buSzTx/>
                <a:buFontTx/>
                <a:buNone/>
              </a:pPr>
              <a:t>27</a:t>
            </a:fld>
            <a:endParaRPr lang="en-ZA" altLang="en-GB" sz="1400">
              <a:solidFill>
                <a:srgbClr val="FFFFFF"/>
              </a:solidFill>
              <a:latin typeface="Franklin Gothic Book" panose="020B0503020102020204" pitchFamily="34" charset="0"/>
            </a:endParaRPr>
          </a:p>
        </p:txBody>
      </p:sp>
      <p:sp>
        <p:nvSpPr>
          <p:cNvPr id="46086" name="Rectangle 2">
            <a:extLst>
              <a:ext uri="{FF2B5EF4-FFF2-40B4-BE49-F238E27FC236}">
                <a16:creationId xmlns:a16="http://schemas.microsoft.com/office/drawing/2014/main" id="{D882E26E-08EE-6BA3-3D12-573A606A530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8913" name="Picture 1">
            <a:extLst>
              <a:ext uri="{FF2B5EF4-FFF2-40B4-BE49-F238E27FC236}">
                <a16:creationId xmlns:a16="http://schemas.microsoft.com/office/drawing/2014/main" id="{CBEBB4D0-FAB0-153A-6293-3748DB5AF724}"/>
              </a:ext>
            </a:extLst>
          </p:cNvPr>
          <p:cNvPicPr>
            <a:picLocks noChangeAspect="1" noChangeArrowheads="1"/>
          </p:cNvPicPr>
          <p:nvPr/>
        </p:nvPicPr>
        <p:blipFill>
          <a:blip r:embed="rId2">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763713" y="2924175"/>
            <a:ext cx="42862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8" name="Rectangle 4">
            <a:extLst>
              <a:ext uri="{FF2B5EF4-FFF2-40B4-BE49-F238E27FC236}">
                <a16:creationId xmlns:a16="http://schemas.microsoft.com/office/drawing/2014/main" id="{31FCEB38-0D9C-87A1-885A-790ACA1142F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8915" name="Picture 3">
            <a:extLst>
              <a:ext uri="{FF2B5EF4-FFF2-40B4-BE49-F238E27FC236}">
                <a16:creationId xmlns:a16="http://schemas.microsoft.com/office/drawing/2014/main" id="{42FE938A-AC44-70A8-EF32-547345F9FF01}"/>
              </a:ext>
            </a:extLst>
          </p:cNvPr>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851275" y="1773238"/>
            <a:ext cx="1071563" cy="938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38915"/>
                                        </p:tgtEl>
                                        <p:attrNameLst>
                                          <p:attrName>style.visibility</p:attrName>
                                        </p:attrNameLst>
                                      </p:cBhvr>
                                      <p:to>
                                        <p:strVal val="visible"/>
                                      </p:to>
                                    </p:set>
                                    <p:animEffect transition="in" filter="diamond(in)">
                                      <p:cBhvr>
                                        <p:cTn id="13" dur="2000"/>
                                        <p:tgtEl>
                                          <p:spTgt spid="3891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0" presetID="8" presetClass="entr" presetSubtype="16" fill="hold" nodeType="withEffect">
                                  <p:stCondLst>
                                    <p:cond delay="0"/>
                                  </p:stCondLst>
                                  <p:childTnLst>
                                    <p:set>
                                      <p:cBhvr>
                                        <p:cTn id="21" dur="1" fill="hold">
                                          <p:stCondLst>
                                            <p:cond delay="0"/>
                                          </p:stCondLst>
                                        </p:cTn>
                                        <p:tgtEl>
                                          <p:spTgt spid="38913"/>
                                        </p:tgtEl>
                                        <p:attrNameLst>
                                          <p:attrName>style.visibility</p:attrName>
                                        </p:attrNameLst>
                                      </p:cBhvr>
                                      <p:to>
                                        <p:strVal val="visible"/>
                                      </p:to>
                                    </p:set>
                                    <p:animEffect transition="in" filter="diamond(in)">
                                      <p:cBhvr>
                                        <p:cTn id="22" dur="2000"/>
                                        <p:tgtEl>
                                          <p:spTgt spid="3891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16F03D3F-F73F-C851-BE01-2F1007A86AC7}"/>
              </a:ext>
            </a:extLst>
          </p:cNvPr>
          <p:cNvSpPr>
            <a:spLocks noGrp="1"/>
          </p:cNvSpPr>
          <p:nvPr>
            <p:ph type="title"/>
          </p:nvPr>
        </p:nvSpPr>
        <p:spPr>
          <a:xfrm>
            <a:off x="457200" y="274638"/>
            <a:ext cx="8186738" cy="796925"/>
          </a:xfrm>
        </p:spPr>
        <p:txBody>
          <a:bodyPr/>
          <a:lstStyle/>
          <a:p>
            <a:pPr algn="ctr" eaLnBrk="1" hangingPunct="1"/>
            <a:r>
              <a:rPr lang="en-GB" altLang="en-GB" b="1"/>
              <a:t>4. Electric Field</a:t>
            </a:r>
            <a:endParaRPr lang="en-ZA" altLang="en-GB"/>
          </a:p>
        </p:txBody>
      </p:sp>
      <p:sp>
        <p:nvSpPr>
          <p:cNvPr id="3" name="Content Placeholder 2">
            <a:extLst>
              <a:ext uri="{FF2B5EF4-FFF2-40B4-BE49-F238E27FC236}">
                <a16:creationId xmlns:a16="http://schemas.microsoft.com/office/drawing/2014/main" id="{3D62D97A-E78B-25C9-DA10-4674C11A9B16}"/>
              </a:ext>
            </a:extLst>
          </p:cNvPr>
          <p:cNvSpPr>
            <a:spLocks noGrp="1"/>
          </p:cNvSpPr>
          <p:nvPr>
            <p:ph sz="quarter" idx="1"/>
          </p:nvPr>
        </p:nvSpPr>
        <p:spPr>
          <a:xfrm>
            <a:off x="457200" y="2205038"/>
            <a:ext cx="8229600" cy="3240087"/>
          </a:xfrm>
        </p:spPr>
        <p:txBody>
          <a:bodyPr/>
          <a:lstStyle/>
          <a:p>
            <a:pPr algn="just" eaLnBrk="1" hangingPunct="1">
              <a:buFont typeface="Arial" panose="020B0604020202020204" pitchFamily="34" charset="0"/>
              <a:buNone/>
            </a:pPr>
            <a:r>
              <a:rPr lang="en-US" altLang="en-GB"/>
              <a:t>   The region around a charged body within which it can exert its electrostatic influence may be called an </a:t>
            </a:r>
            <a:r>
              <a:rPr lang="en-US" altLang="en-GB" b="1" i="1"/>
              <a:t>electric field</a:t>
            </a:r>
            <a:r>
              <a:rPr lang="en-US" altLang="en-GB" b="1"/>
              <a:t>.</a:t>
            </a:r>
          </a:p>
          <a:p>
            <a:pPr algn="just" eaLnBrk="1" hangingPunct="1">
              <a:buFont typeface="Arial" panose="020B0604020202020204" pitchFamily="34" charset="0"/>
              <a:buNone/>
            </a:pPr>
            <a:r>
              <a:rPr lang="en-US" altLang="en-GB"/>
              <a:t>   In principle, it extends to infinity, but in practice it falls off more or less rapidly with distance. </a:t>
            </a:r>
          </a:p>
          <a:p>
            <a:pPr algn="just" eaLnBrk="1" hangingPunct="1">
              <a:buFont typeface="Arial" panose="020B0604020202020204" pitchFamily="34" charset="0"/>
              <a:buNone/>
            </a:pPr>
            <a:r>
              <a:rPr lang="en-US" altLang="en-GB"/>
              <a:t>   We can define the </a:t>
            </a:r>
            <a:r>
              <a:rPr lang="en-US" altLang="en-GB" i="1"/>
              <a:t>intensity </a:t>
            </a:r>
            <a:r>
              <a:rPr lang="en-US" altLang="en-GB"/>
              <a:t>or </a:t>
            </a:r>
            <a:r>
              <a:rPr lang="en-US" altLang="en-GB" i="1"/>
              <a:t>strength </a:t>
            </a:r>
            <a:r>
              <a:rPr lang="en-US" altLang="en-GB" b="1" i="1"/>
              <a:t>E</a:t>
            </a:r>
            <a:r>
              <a:rPr lang="en-US" altLang="en-GB" i="1"/>
              <a:t> </a:t>
            </a:r>
            <a:r>
              <a:rPr lang="en-US" altLang="en-GB"/>
              <a:t>of an electric field as follows: Suppose that we place a small test charge +</a:t>
            </a:r>
            <a:r>
              <a:rPr lang="en-US" altLang="en-GB" b="1" i="1"/>
              <a:t>q</a:t>
            </a:r>
            <a:r>
              <a:rPr lang="en-US" altLang="en-GB" i="1"/>
              <a:t> </a:t>
            </a:r>
            <a:r>
              <a:rPr lang="en-US" altLang="en-GB"/>
              <a:t>in an electric field. This charge will then experience a force.</a:t>
            </a:r>
            <a:endParaRPr lang="en-ZA" altLang="en-GB"/>
          </a:p>
        </p:txBody>
      </p:sp>
      <p:sp>
        <p:nvSpPr>
          <p:cNvPr id="47107" name="Date Placeholder 6">
            <a:extLst>
              <a:ext uri="{FF2B5EF4-FFF2-40B4-BE49-F238E27FC236}">
                <a16:creationId xmlns:a16="http://schemas.microsoft.com/office/drawing/2014/main" id="{8B2FC4B8-A62C-6F16-8493-62BD6165131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F9A10A1-8C31-41B0-982B-E042EBBE3CC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7108" name="Footer Placeholder 5">
            <a:extLst>
              <a:ext uri="{FF2B5EF4-FFF2-40B4-BE49-F238E27FC236}">
                <a16:creationId xmlns:a16="http://schemas.microsoft.com/office/drawing/2014/main" id="{3C810DD3-E5E1-8C5B-9C8B-14E4D9BEB0F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7109" name="Slide Number Placeholder 4">
            <a:extLst>
              <a:ext uri="{FF2B5EF4-FFF2-40B4-BE49-F238E27FC236}">
                <a16:creationId xmlns:a16="http://schemas.microsoft.com/office/drawing/2014/main" id="{7E4246E4-4F07-33D9-DFDD-1BAAEA45B29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73D05CC-DF33-4EA7-81A8-A472325A5EC6}" type="slidenum">
              <a:rPr lang="en-ZA" altLang="en-GB" sz="1400" smtClean="0">
                <a:solidFill>
                  <a:srgbClr val="FFFFFF"/>
                </a:solidFill>
                <a:latin typeface="Franklin Gothic Book" panose="020B0503020102020204" pitchFamily="34" charset="0"/>
              </a:rPr>
              <a:pPr>
                <a:spcBef>
                  <a:spcPct val="0"/>
                </a:spcBef>
                <a:buClrTx/>
                <a:buSzTx/>
                <a:buFontTx/>
                <a:buNone/>
              </a:pPr>
              <a:t>28</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582374-A23B-04CB-5BB0-C67BAF9755A3}"/>
              </a:ext>
            </a:extLst>
          </p:cNvPr>
          <p:cNvSpPr>
            <a:spLocks noGrp="1"/>
          </p:cNvSpPr>
          <p:nvPr>
            <p:ph sz="quarter" idx="1"/>
          </p:nvPr>
        </p:nvSpPr>
        <p:spPr>
          <a:xfrm>
            <a:off x="457200" y="1214438"/>
            <a:ext cx="8229600" cy="3509962"/>
          </a:xfrm>
        </p:spPr>
        <p:txBody>
          <a:bodyPr/>
          <a:lstStyle/>
          <a:p>
            <a:pPr algn="just" eaLnBrk="1" hangingPunct="1">
              <a:buFont typeface="Arial" panose="020B0604020202020204" pitchFamily="34" charset="0"/>
              <a:buNone/>
            </a:pPr>
            <a:r>
              <a:rPr lang="en-US" altLang="en-GB"/>
              <a:t>   The ratio of the force to the charge is called the </a:t>
            </a:r>
            <a:r>
              <a:rPr lang="en-US" altLang="en-GB" b="1" i="1"/>
              <a:t>intensity of the electric field</a:t>
            </a:r>
            <a:r>
              <a:rPr lang="en-US" altLang="en-GB" b="1"/>
              <a:t>, or, more usually, simply the </a:t>
            </a:r>
            <a:r>
              <a:rPr lang="en-US" altLang="en-GB" b="1" i="1"/>
              <a:t>electric field</a:t>
            </a:r>
            <a:r>
              <a:rPr lang="en-US" altLang="en-GB" b="1"/>
              <a:t>.</a:t>
            </a:r>
          </a:p>
          <a:p>
            <a:pPr algn="just" eaLnBrk="1" hangingPunct="1">
              <a:buFont typeface="Arial" panose="020B0604020202020204" pitchFamily="34" charset="0"/>
              <a:buNone/>
            </a:pPr>
            <a:r>
              <a:rPr lang="en-US" altLang="en-GB"/>
              <a:t>   Thus we have used the words “electric field” to mean either the region of space around a charged body, or, quantitatively, to mean its intensity.</a:t>
            </a:r>
          </a:p>
          <a:p>
            <a:pPr algn="just" eaLnBrk="1" hangingPunct="1">
              <a:buFont typeface="Arial" panose="020B0604020202020204" pitchFamily="34" charset="0"/>
              <a:buNone/>
            </a:pPr>
            <a:r>
              <a:rPr lang="en-US" altLang="en-GB"/>
              <a:t>    Usually it is clear from the context which is meant, but, if you wish, you may elect to use the longer phrase “intensity of the electric field” if you want to remove all doubt. </a:t>
            </a:r>
            <a:endParaRPr lang="en-ZA" altLang="en-GB"/>
          </a:p>
        </p:txBody>
      </p:sp>
      <p:sp>
        <p:nvSpPr>
          <p:cNvPr id="48130" name="Date Placeholder 6">
            <a:extLst>
              <a:ext uri="{FF2B5EF4-FFF2-40B4-BE49-F238E27FC236}">
                <a16:creationId xmlns:a16="http://schemas.microsoft.com/office/drawing/2014/main" id="{96CABD47-DA0B-132D-81FE-0281C671E19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3E7A939-F45A-4A29-818B-F9FCDB312F6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8131" name="Footer Placeholder 5">
            <a:extLst>
              <a:ext uri="{FF2B5EF4-FFF2-40B4-BE49-F238E27FC236}">
                <a16:creationId xmlns:a16="http://schemas.microsoft.com/office/drawing/2014/main" id="{F2E2C6C8-2379-9DAA-D781-98507FC63DA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8132" name="Slide Number Placeholder 4">
            <a:extLst>
              <a:ext uri="{FF2B5EF4-FFF2-40B4-BE49-F238E27FC236}">
                <a16:creationId xmlns:a16="http://schemas.microsoft.com/office/drawing/2014/main" id="{1C0DE32F-82EE-E2A1-148B-396738373CF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ADBCC85-958F-4214-8401-03B866F1CC31}" type="slidenum">
              <a:rPr lang="en-ZA" altLang="en-GB" sz="1400" smtClean="0">
                <a:solidFill>
                  <a:srgbClr val="FFFFFF"/>
                </a:solidFill>
                <a:latin typeface="Franklin Gothic Book" panose="020B0503020102020204" pitchFamily="34" charset="0"/>
              </a:rPr>
              <a:pPr>
                <a:spcBef>
                  <a:spcPct val="0"/>
                </a:spcBef>
                <a:buClrTx/>
                <a:buSzTx/>
                <a:buFontTx/>
                <a:buNone/>
              </a:pPr>
              <a:t>29</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61F84-BF66-07BD-AE7C-785C9F8EBBCE}"/>
              </a:ext>
            </a:extLst>
          </p:cNvPr>
          <p:cNvSpPr>
            <a:spLocks noGrp="1"/>
          </p:cNvSpPr>
          <p:nvPr>
            <p:ph sz="quarter" idx="1"/>
          </p:nvPr>
        </p:nvSpPr>
        <p:spPr>
          <a:xfrm>
            <a:off x="457200" y="1214438"/>
            <a:ext cx="8229600" cy="3438525"/>
          </a:xfrm>
        </p:spPr>
        <p:txBody>
          <a:bodyPr/>
          <a:lstStyle/>
          <a:p>
            <a:pPr algn="just" eaLnBrk="1" hangingPunct="1"/>
            <a:r>
              <a:rPr lang="en-US" altLang="en-GB" b="1" i="1"/>
              <a:t>The field and the force are in the same direction</a:t>
            </a:r>
            <a:r>
              <a:rPr lang="en-US" altLang="en-GB"/>
              <a:t>, and the electric field is a vector quantity, so the definition of the electric field can be written as</a:t>
            </a:r>
          </a:p>
          <a:p>
            <a:pPr algn="just" eaLnBrk="1" hangingPunct="1">
              <a:buFont typeface="Arial" panose="020B0604020202020204" pitchFamily="34" charset="0"/>
              <a:buNone/>
            </a:pPr>
            <a:endParaRPr lang="en-US" altLang="en-GB"/>
          </a:p>
          <a:p>
            <a:pPr algn="just" eaLnBrk="1" hangingPunct="1"/>
            <a:endParaRPr lang="en-US" altLang="en-GB"/>
          </a:p>
          <a:p>
            <a:pPr algn="just" eaLnBrk="1" hangingPunct="1"/>
            <a:r>
              <a:rPr lang="en-US" altLang="en-GB"/>
              <a:t>We take </a:t>
            </a:r>
            <a:r>
              <a:rPr lang="en-US" altLang="en-GB" b="1" i="1"/>
              <a:t>q</a:t>
            </a:r>
            <a:r>
              <a:rPr lang="en-US" altLang="en-GB" b="1" i="1" baseline="-25000"/>
              <a:t>0</a:t>
            </a:r>
            <a:r>
              <a:rPr lang="en-US" altLang="en-GB" baseline="-25000"/>
              <a:t> </a:t>
            </a:r>
            <a:r>
              <a:rPr lang="en-US" altLang="en-GB"/>
              <a:t>to be infinitesimally small so that the field generates does not disturb the “</a:t>
            </a:r>
            <a:r>
              <a:rPr lang="en-US" altLang="en-GB" i="1"/>
              <a:t>source charges</a:t>
            </a:r>
            <a:r>
              <a:rPr lang="en-US" altLang="en-GB"/>
              <a:t>.” </a:t>
            </a:r>
            <a:endParaRPr lang="en-ZA" altLang="en-GB"/>
          </a:p>
        </p:txBody>
      </p:sp>
      <p:sp>
        <p:nvSpPr>
          <p:cNvPr id="49154" name="Date Placeholder 8">
            <a:extLst>
              <a:ext uri="{FF2B5EF4-FFF2-40B4-BE49-F238E27FC236}">
                <a16:creationId xmlns:a16="http://schemas.microsoft.com/office/drawing/2014/main" id="{0D158BDB-5CF7-9A75-39C7-66DECF26DA5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C874503-007A-4442-A0AE-B6371380EED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49155" name="Footer Placeholder 7">
            <a:extLst>
              <a:ext uri="{FF2B5EF4-FFF2-40B4-BE49-F238E27FC236}">
                <a16:creationId xmlns:a16="http://schemas.microsoft.com/office/drawing/2014/main" id="{A09D4806-6EC2-19DD-F571-4AC6B33A4E6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49156" name="Slide Number Placeholder 6">
            <a:extLst>
              <a:ext uri="{FF2B5EF4-FFF2-40B4-BE49-F238E27FC236}">
                <a16:creationId xmlns:a16="http://schemas.microsoft.com/office/drawing/2014/main" id="{D46E17B6-7A5D-C53D-AFF7-15AE6A39A4D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8A8EAB4-928A-42A8-8A38-BE733347466E}" type="slidenum">
              <a:rPr lang="en-ZA" altLang="en-GB" sz="1400" smtClean="0">
                <a:solidFill>
                  <a:srgbClr val="FFFFFF"/>
                </a:solidFill>
                <a:latin typeface="Franklin Gothic Book" panose="020B0503020102020204" pitchFamily="34" charset="0"/>
              </a:rPr>
              <a:pPr>
                <a:spcBef>
                  <a:spcPct val="0"/>
                </a:spcBef>
                <a:buClrTx/>
                <a:buSzTx/>
                <a:buFontTx/>
                <a:buNone/>
              </a:pPr>
              <a:t>30</a:t>
            </a:fld>
            <a:endParaRPr lang="en-ZA" altLang="en-GB" sz="1400">
              <a:solidFill>
                <a:srgbClr val="FFFFFF"/>
              </a:solidFill>
              <a:latin typeface="Franklin Gothic Book" panose="020B0503020102020204" pitchFamily="34" charset="0"/>
            </a:endParaRPr>
          </a:p>
        </p:txBody>
      </p:sp>
      <p:sp>
        <p:nvSpPr>
          <p:cNvPr id="49157" name="Rectangle 2">
            <a:extLst>
              <a:ext uri="{FF2B5EF4-FFF2-40B4-BE49-F238E27FC236}">
                <a16:creationId xmlns:a16="http://schemas.microsoft.com/office/drawing/2014/main" id="{85A19660-8D0C-58F2-F7E6-7D1487D8A7C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025" name="Picture 1">
            <a:extLst>
              <a:ext uri="{FF2B5EF4-FFF2-40B4-BE49-F238E27FC236}">
                <a16:creationId xmlns:a16="http://schemas.microsoft.com/office/drawing/2014/main" id="{5EE14E47-73BA-17B9-89E3-25EF39DB71F2}"/>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4140200" y="2205038"/>
            <a:ext cx="1214438" cy="1189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025"/>
                                        </p:tgtEl>
                                        <p:attrNameLst>
                                          <p:attrName>style.visibility</p:attrName>
                                        </p:attrNameLst>
                                      </p:cBhvr>
                                      <p:to>
                                        <p:strVal val="visible"/>
                                      </p:to>
                                    </p:set>
                                    <p:animEffect transition="in" filter="diamond(in)">
                                      <p:cBhvr>
                                        <p:cTn id="13" dur="2000"/>
                                        <p:tgtEl>
                                          <p:spTgt spid="10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D4DBC3-17ED-8C44-9390-38CBB9B506E2}"/>
              </a:ext>
            </a:extLst>
          </p:cNvPr>
          <p:cNvSpPr>
            <a:spLocks noGrp="1"/>
          </p:cNvSpPr>
          <p:nvPr>
            <p:ph sz="quarter" idx="1"/>
          </p:nvPr>
        </p:nvSpPr>
        <p:spPr>
          <a:xfrm>
            <a:off x="457200" y="1214438"/>
            <a:ext cx="8329613" cy="5286375"/>
          </a:xfrm>
        </p:spPr>
        <p:txBody>
          <a:bodyPr/>
          <a:lstStyle/>
          <a:p>
            <a:pPr algn="just" eaLnBrk="1" hangingPunct="1"/>
            <a:r>
              <a:rPr lang="en-US" altLang="en-GB" dirty="0"/>
              <a:t>Using the definition of electric field        and the Coulomb’s law, the electric field at a distance </a:t>
            </a:r>
            <a:r>
              <a:rPr lang="en-US" altLang="en-GB" b="1" i="1" dirty="0"/>
              <a:t>r</a:t>
            </a:r>
            <a:r>
              <a:rPr lang="en-US" altLang="en-GB" dirty="0"/>
              <a:t> from a point charge </a:t>
            </a:r>
            <a:r>
              <a:rPr lang="en-US" altLang="en-GB" b="1" i="1" dirty="0"/>
              <a:t>q</a:t>
            </a:r>
            <a:r>
              <a:rPr lang="en-US" altLang="en-GB" dirty="0"/>
              <a:t> is given by</a:t>
            </a:r>
          </a:p>
          <a:p>
            <a:pPr algn="just" eaLnBrk="1" hangingPunct="1">
              <a:buFont typeface="Arial" panose="020B0604020202020204" pitchFamily="34" charset="0"/>
              <a:buNone/>
            </a:pPr>
            <a:endParaRPr lang="en-US" altLang="en-GB" dirty="0"/>
          </a:p>
          <a:p>
            <a:pPr algn="just" eaLnBrk="1" hangingPunct="1"/>
            <a:endParaRPr lang="en-US" altLang="en-GB" dirty="0"/>
          </a:p>
          <a:p>
            <a:pPr algn="just" eaLnBrk="1" hangingPunct="1"/>
            <a:r>
              <a:rPr lang="en-US" altLang="en-GB" dirty="0"/>
              <a:t>Using the superposition principle, the total electric field due to a group of charges is equal to the vector sum of the electric fields of individual charges:</a:t>
            </a:r>
            <a:endParaRPr lang="en-ZA" altLang="en-GB" dirty="0"/>
          </a:p>
          <a:p>
            <a:pPr algn="just" eaLnBrk="1" hangingPunct="1">
              <a:buFont typeface="Arial" panose="020B0604020202020204" pitchFamily="34" charset="0"/>
              <a:buNone/>
            </a:pPr>
            <a:endParaRPr lang="en-ZA" altLang="en-GB" dirty="0"/>
          </a:p>
        </p:txBody>
      </p:sp>
      <p:sp>
        <p:nvSpPr>
          <p:cNvPr id="50178" name="Date Placeholder 14">
            <a:extLst>
              <a:ext uri="{FF2B5EF4-FFF2-40B4-BE49-F238E27FC236}">
                <a16:creationId xmlns:a16="http://schemas.microsoft.com/office/drawing/2014/main" id="{5438C5FD-8E09-D45C-7BCD-76855216488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6E966D2-6195-4ADF-8936-9EAE479E530F}"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0179" name="Footer Placeholder 13">
            <a:extLst>
              <a:ext uri="{FF2B5EF4-FFF2-40B4-BE49-F238E27FC236}">
                <a16:creationId xmlns:a16="http://schemas.microsoft.com/office/drawing/2014/main" id="{1FF3FF96-780F-B219-AEE3-0F4416385E7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0180" name="Slide Number Placeholder 12">
            <a:extLst>
              <a:ext uri="{FF2B5EF4-FFF2-40B4-BE49-F238E27FC236}">
                <a16:creationId xmlns:a16="http://schemas.microsoft.com/office/drawing/2014/main" id="{FC955DB6-2DC1-37C4-5067-B06D46A3E8C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92BE9D-2091-4CFD-9D54-6FD6A73EB114}" type="slidenum">
              <a:rPr lang="en-ZA" altLang="en-GB" sz="1400" smtClean="0">
                <a:solidFill>
                  <a:srgbClr val="FFFFFF"/>
                </a:solidFill>
                <a:latin typeface="Franklin Gothic Book" panose="020B0503020102020204" pitchFamily="34" charset="0"/>
              </a:rPr>
              <a:pPr>
                <a:spcBef>
                  <a:spcPct val="0"/>
                </a:spcBef>
                <a:buClrTx/>
                <a:buSzTx/>
                <a:buFontTx/>
                <a:buNone/>
              </a:pPr>
              <a:t>31</a:t>
            </a:fld>
            <a:endParaRPr lang="en-ZA" altLang="en-GB" sz="1400">
              <a:solidFill>
                <a:srgbClr val="FFFFFF"/>
              </a:solidFill>
              <a:latin typeface="Franklin Gothic Book" panose="020B0503020102020204" pitchFamily="34" charset="0"/>
            </a:endParaRPr>
          </a:p>
        </p:txBody>
      </p:sp>
      <p:sp>
        <p:nvSpPr>
          <p:cNvPr id="50181" name="Rectangle 2">
            <a:extLst>
              <a:ext uri="{FF2B5EF4-FFF2-40B4-BE49-F238E27FC236}">
                <a16:creationId xmlns:a16="http://schemas.microsoft.com/office/drawing/2014/main" id="{22386A0A-D68C-6E13-5B3F-1D9A1BF2A48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50182" name="Rectangle 2">
            <a:extLst>
              <a:ext uri="{FF2B5EF4-FFF2-40B4-BE49-F238E27FC236}">
                <a16:creationId xmlns:a16="http://schemas.microsoft.com/office/drawing/2014/main" id="{A0824FCB-4463-4894-6547-69E984543B6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50183" name="Rectangle 4">
            <a:extLst>
              <a:ext uri="{FF2B5EF4-FFF2-40B4-BE49-F238E27FC236}">
                <a16:creationId xmlns:a16="http://schemas.microsoft.com/office/drawing/2014/main" id="{1E748B61-0A9D-B6BE-C88C-00E4502FB97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9939" name="Picture 3">
            <a:extLst>
              <a:ext uri="{FF2B5EF4-FFF2-40B4-BE49-F238E27FC236}">
                <a16:creationId xmlns:a16="http://schemas.microsoft.com/office/drawing/2014/main" id="{4EC6A442-875E-EED5-C843-94BD7183A339}"/>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219700" y="1196975"/>
            <a:ext cx="571500" cy="560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5" name="Rectangle 6">
            <a:extLst>
              <a:ext uri="{FF2B5EF4-FFF2-40B4-BE49-F238E27FC236}">
                <a16:creationId xmlns:a16="http://schemas.microsoft.com/office/drawing/2014/main" id="{4AAEA2F7-9B67-11B2-99B6-1611F4EDC35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9941" name="Picture 5">
            <a:extLst>
              <a:ext uri="{FF2B5EF4-FFF2-40B4-BE49-F238E27FC236}">
                <a16:creationId xmlns:a16="http://schemas.microsoft.com/office/drawing/2014/main" id="{07E6E961-BCC5-5EF1-78BC-9E5AB3AD2BF1}"/>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276600" y="2133600"/>
            <a:ext cx="195897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7" name="Rectangle 8">
            <a:extLst>
              <a:ext uri="{FF2B5EF4-FFF2-40B4-BE49-F238E27FC236}">
                <a16:creationId xmlns:a16="http://schemas.microsoft.com/office/drawing/2014/main" id="{958CB9A7-ADD1-FEDA-B2DD-1B3C8B24A7A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39943" name="Picture 7">
            <a:extLst>
              <a:ext uri="{FF2B5EF4-FFF2-40B4-BE49-F238E27FC236}">
                <a16:creationId xmlns:a16="http://schemas.microsoft.com/office/drawing/2014/main" id="{B9249A19-D1BD-CFD0-FFF4-3D894594D384}"/>
              </a:ext>
            </a:extLst>
          </p:cNvPr>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4140200" y="4292600"/>
            <a:ext cx="321945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8" presetClass="entr" presetSubtype="16" fill="hold" nodeType="withEffect">
                                  <p:stCondLst>
                                    <p:cond delay="0"/>
                                  </p:stCondLst>
                                  <p:childTnLst>
                                    <p:set>
                                      <p:cBhvr>
                                        <p:cTn id="10" dur="1" fill="hold">
                                          <p:stCondLst>
                                            <p:cond delay="0"/>
                                          </p:stCondLst>
                                        </p:cTn>
                                        <p:tgtEl>
                                          <p:spTgt spid="39939"/>
                                        </p:tgtEl>
                                        <p:attrNameLst>
                                          <p:attrName>style.visibility</p:attrName>
                                        </p:attrNameLst>
                                      </p:cBhvr>
                                      <p:to>
                                        <p:strVal val="visible"/>
                                      </p:to>
                                    </p:set>
                                    <p:animEffect transition="in" filter="diamond(in)">
                                      <p:cBhvr>
                                        <p:cTn id="11" dur="2000"/>
                                        <p:tgtEl>
                                          <p:spTgt spid="39939"/>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8" presetClass="entr" presetSubtype="16" fill="hold" nodeType="clickEffect">
                                  <p:stCondLst>
                                    <p:cond delay="0"/>
                                  </p:stCondLst>
                                  <p:childTnLst>
                                    <p:set>
                                      <p:cBhvr>
                                        <p:cTn id="15" dur="1" fill="hold">
                                          <p:stCondLst>
                                            <p:cond delay="0"/>
                                          </p:stCondLst>
                                        </p:cTn>
                                        <p:tgtEl>
                                          <p:spTgt spid="39941"/>
                                        </p:tgtEl>
                                        <p:attrNameLst>
                                          <p:attrName>style.visibility</p:attrName>
                                        </p:attrNameLst>
                                      </p:cBhvr>
                                      <p:to>
                                        <p:strVal val="visible"/>
                                      </p:to>
                                    </p:set>
                                    <p:animEffect transition="in" filter="diamond(in)">
                                      <p:cBhvr>
                                        <p:cTn id="16" dur="2000"/>
                                        <p:tgtEl>
                                          <p:spTgt spid="3994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39943"/>
                                        </p:tgtEl>
                                        <p:attrNameLst>
                                          <p:attrName>style.visibility</p:attrName>
                                        </p:attrNameLst>
                                      </p:cBhvr>
                                      <p:to>
                                        <p:strVal val="visible"/>
                                      </p:to>
                                    </p:set>
                                    <p:animEffect transition="in" filter="diamond(in)">
                                      <p:cBhvr>
                                        <p:cTn id="27" dur="2000"/>
                                        <p:tgtEl>
                                          <p:spTgt spid="399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811D6E1C-9181-AA6C-8BD2-F2CA8A490848}"/>
              </a:ext>
            </a:extLst>
          </p:cNvPr>
          <p:cNvSpPr>
            <a:spLocks noGrp="1"/>
          </p:cNvSpPr>
          <p:nvPr>
            <p:ph type="title"/>
          </p:nvPr>
        </p:nvSpPr>
        <p:spPr>
          <a:xfrm>
            <a:off x="457200" y="274638"/>
            <a:ext cx="8115300" cy="939800"/>
          </a:xfrm>
        </p:spPr>
        <p:txBody>
          <a:bodyPr/>
          <a:lstStyle/>
          <a:p>
            <a:pPr algn="ctr" eaLnBrk="1" hangingPunct="1"/>
            <a:r>
              <a:rPr lang="en-US" altLang="en-GB" sz="3200" b="1"/>
              <a:t>4.1. Electric Field Lines</a:t>
            </a:r>
            <a:endParaRPr lang="en-ZA" altLang="en-GB" sz="3200" b="1"/>
          </a:p>
        </p:txBody>
      </p:sp>
      <p:sp>
        <p:nvSpPr>
          <p:cNvPr id="3" name="Content Placeholder 2">
            <a:extLst>
              <a:ext uri="{FF2B5EF4-FFF2-40B4-BE49-F238E27FC236}">
                <a16:creationId xmlns:a16="http://schemas.microsoft.com/office/drawing/2014/main" id="{85967F08-6BD4-4049-47D5-5C14128BA389}"/>
              </a:ext>
            </a:extLst>
          </p:cNvPr>
          <p:cNvSpPr>
            <a:spLocks noGrp="1"/>
          </p:cNvSpPr>
          <p:nvPr>
            <p:ph sz="quarter" idx="1"/>
          </p:nvPr>
        </p:nvSpPr>
        <p:spPr>
          <a:xfrm>
            <a:off x="428625" y="1214438"/>
            <a:ext cx="8258175" cy="4911725"/>
          </a:xfrm>
        </p:spPr>
        <p:txBody>
          <a:bodyPr/>
          <a:lstStyle/>
          <a:p>
            <a:pPr algn="just" eaLnBrk="1" hangingPunct="1">
              <a:buFont typeface="Arial" panose="020B0604020202020204" pitchFamily="34" charset="0"/>
              <a:buNone/>
            </a:pPr>
            <a:r>
              <a:rPr lang="en-US" altLang="en-GB"/>
              <a:t>   Electric field lines provide a convenient graphical representation of the electric field in space. </a:t>
            </a:r>
          </a:p>
          <a:p>
            <a:pPr algn="just" eaLnBrk="1" hangingPunct="1">
              <a:buFont typeface="Arial" panose="020B0604020202020204" pitchFamily="34" charset="0"/>
              <a:buNone/>
            </a:pPr>
            <a:r>
              <a:rPr lang="en-US" altLang="en-GB"/>
              <a:t>    The field lines for a positive and a negative charges are shown in figure below</a:t>
            </a:r>
            <a:endParaRPr lang="en-ZA" altLang="en-GB"/>
          </a:p>
        </p:txBody>
      </p:sp>
      <p:sp>
        <p:nvSpPr>
          <p:cNvPr id="51203" name="Date Placeholder 7">
            <a:extLst>
              <a:ext uri="{FF2B5EF4-FFF2-40B4-BE49-F238E27FC236}">
                <a16:creationId xmlns:a16="http://schemas.microsoft.com/office/drawing/2014/main" id="{D8728468-4498-8BCE-2C03-3521A9F387D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1F2AE64-0049-48A5-9D08-20666B9000AC}"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1204" name="Footer Placeholder 6">
            <a:extLst>
              <a:ext uri="{FF2B5EF4-FFF2-40B4-BE49-F238E27FC236}">
                <a16:creationId xmlns:a16="http://schemas.microsoft.com/office/drawing/2014/main" id="{395070A7-21B1-A226-E5F1-24CAFEF9608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1205" name="Slide Number Placeholder 5">
            <a:extLst>
              <a:ext uri="{FF2B5EF4-FFF2-40B4-BE49-F238E27FC236}">
                <a16:creationId xmlns:a16="http://schemas.microsoft.com/office/drawing/2014/main" id="{C636C033-3033-3E08-F2F4-318EBC946D0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C896AB3-CBE4-4F5C-9066-E58C5D9CB567}" type="slidenum">
              <a:rPr lang="en-ZA" altLang="en-GB" sz="1400" smtClean="0">
                <a:solidFill>
                  <a:srgbClr val="FFFFFF"/>
                </a:solidFill>
                <a:latin typeface="Franklin Gothic Book" panose="020B0503020102020204" pitchFamily="34" charset="0"/>
              </a:rPr>
              <a:pPr>
                <a:spcBef>
                  <a:spcPct val="0"/>
                </a:spcBef>
                <a:buClrTx/>
                <a:buSzTx/>
                <a:buFontTx/>
                <a:buNone/>
              </a:pPr>
              <a:t>32</a:t>
            </a:fld>
            <a:endParaRPr lang="en-ZA" altLang="en-GB" sz="1400">
              <a:solidFill>
                <a:srgbClr val="FFFFFF"/>
              </a:solidFill>
              <a:latin typeface="Franklin Gothic Book" panose="020B0503020102020204" pitchFamily="34" charset="0"/>
            </a:endParaRPr>
          </a:p>
        </p:txBody>
      </p:sp>
      <p:pic>
        <p:nvPicPr>
          <p:cNvPr id="4" name="Picture 3">
            <a:extLst>
              <a:ext uri="{FF2B5EF4-FFF2-40B4-BE49-F238E27FC236}">
                <a16:creationId xmlns:a16="http://schemas.microsoft.com/office/drawing/2014/main" id="{139A81BD-445D-EAA5-2FDD-81E27E6E5C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860800"/>
            <a:ext cx="8143875"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amond(in)">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26B24BC0-055C-E5DA-BA04-52E804671222}"/>
              </a:ext>
            </a:extLst>
          </p:cNvPr>
          <p:cNvSpPr>
            <a:spLocks noGrp="1"/>
          </p:cNvSpPr>
          <p:nvPr>
            <p:ph type="title"/>
          </p:nvPr>
        </p:nvSpPr>
        <p:spPr>
          <a:xfrm>
            <a:off x="457200" y="274638"/>
            <a:ext cx="8115300" cy="939800"/>
          </a:xfrm>
        </p:spPr>
        <p:txBody>
          <a:bodyPr/>
          <a:lstStyle/>
          <a:p>
            <a:pPr eaLnBrk="1" hangingPunct="1"/>
            <a:r>
              <a:rPr lang="en-US" altLang="en-GB"/>
              <a:t>4.1. Electric Field Lines</a:t>
            </a:r>
            <a:endParaRPr lang="en-ZA" altLang="en-GB"/>
          </a:p>
        </p:txBody>
      </p:sp>
      <p:sp>
        <p:nvSpPr>
          <p:cNvPr id="3" name="Content Placeholder 2">
            <a:extLst>
              <a:ext uri="{FF2B5EF4-FFF2-40B4-BE49-F238E27FC236}">
                <a16:creationId xmlns:a16="http://schemas.microsoft.com/office/drawing/2014/main" id="{93AB3627-E8C6-455B-9E32-FDEE14952AB1}"/>
              </a:ext>
            </a:extLst>
          </p:cNvPr>
          <p:cNvSpPr>
            <a:spLocks noGrp="1"/>
          </p:cNvSpPr>
          <p:nvPr>
            <p:ph sz="quarter" idx="1"/>
          </p:nvPr>
        </p:nvSpPr>
        <p:spPr>
          <a:xfrm>
            <a:off x="428625" y="1214438"/>
            <a:ext cx="8258175" cy="4911725"/>
          </a:xfrm>
        </p:spPr>
        <p:txBody>
          <a:bodyPr/>
          <a:lstStyle/>
          <a:p>
            <a:pPr algn="just" eaLnBrk="1" hangingPunct="1">
              <a:buFont typeface="Arial" panose="020B0604020202020204" pitchFamily="34" charset="0"/>
              <a:buNone/>
            </a:pPr>
            <a:r>
              <a:rPr lang="en-US" altLang="en-GB"/>
              <a:t>   Notice that the direction of field lines is </a:t>
            </a:r>
            <a:r>
              <a:rPr lang="en-US" altLang="en-GB" b="1" i="1"/>
              <a:t>radially outward for a positive charge and radially inward for a negative charge.</a:t>
            </a:r>
          </a:p>
          <a:p>
            <a:pPr algn="just" eaLnBrk="1" hangingPunct="1">
              <a:buFont typeface="Arial" panose="020B0604020202020204" pitchFamily="34" charset="0"/>
              <a:buNone/>
            </a:pPr>
            <a:r>
              <a:rPr lang="en-US" altLang="en-GB"/>
              <a:t>   For a pair of charges of equal magnitude but opposite sign (an electric dipole), the field lines are shown in figure below:</a:t>
            </a:r>
            <a:endParaRPr lang="en-ZA" altLang="en-GB"/>
          </a:p>
        </p:txBody>
      </p:sp>
      <p:sp>
        <p:nvSpPr>
          <p:cNvPr id="52227" name="Date Placeholder 8">
            <a:extLst>
              <a:ext uri="{FF2B5EF4-FFF2-40B4-BE49-F238E27FC236}">
                <a16:creationId xmlns:a16="http://schemas.microsoft.com/office/drawing/2014/main" id="{E6DD9277-7205-03D3-A681-8972EA1566D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6EF8496-69C3-47ED-9A6A-7989C120B9F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2:15:14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2228" name="Footer Placeholder 7">
            <a:extLst>
              <a:ext uri="{FF2B5EF4-FFF2-40B4-BE49-F238E27FC236}">
                <a16:creationId xmlns:a16="http://schemas.microsoft.com/office/drawing/2014/main" id="{94B538B6-07FE-ADDD-AB4F-C16D7F10E41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2229" name="Slide Number Placeholder 6">
            <a:extLst>
              <a:ext uri="{FF2B5EF4-FFF2-40B4-BE49-F238E27FC236}">
                <a16:creationId xmlns:a16="http://schemas.microsoft.com/office/drawing/2014/main" id="{D1D50573-AE61-F8B5-67ED-D6B21EDF352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EA963EB-FBFE-4339-99F1-C9DAE1BE86EA}" type="slidenum">
              <a:rPr lang="en-ZA" altLang="en-GB" sz="1400" smtClean="0">
                <a:solidFill>
                  <a:srgbClr val="FFFFFF"/>
                </a:solidFill>
                <a:latin typeface="Franklin Gothic Book" panose="020B0503020102020204" pitchFamily="34" charset="0"/>
              </a:rPr>
              <a:pPr>
                <a:spcBef>
                  <a:spcPct val="0"/>
                </a:spcBef>
                <a:buClrTx/>
                <a:buSzTx/>
                <a:buFontTx/>
                <a:buNone/>
              </a:pPr>
              <a:t>33</a:t>
            </a:fld>
            <a:endParaRPr lang="en-ZA" altLang="en-GB" sz="1400">
              <a:solidFill>
                <a:srgbClr val="FFFFFF"/>
              </a:solidFill>
              <a:latin typeface="Franklin Gothic Book" panose="020B0503020102020204" pitchFamily="34" charset="0"/>
            </a:endParaRPr>
          </a:p>
        </p:txBody>
      </p:sp>
      <p:pic>
        <p:nvPicPr>
          <p:cNvPr id="5" name="Picture 4">
            <a:extLst>
              <a:ext uri="{FF2B5EF4-FFF2-40B4-BE49-F238E27FC236}">
                <a16:creationId xmlns:a16="http://schemas.microsoft.com/office/drawing/2014/main" id="{7E9F4162-E290-C296-EAD7-97D74D9FA0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28813" y="4214813"/>
            <a:ext cx="4429125" cy="264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5" presetClass="entr" presetSubtype="1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checkerboard(across)">
                                      <p:cBhvr>
                                        <p:cTn id="1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2CBE01C8-37CF-1EFC-F56B-66C0D6FF8CBF}"/>
              </a:ext>
            </a:extLst>
          </p:cNvPr>
          <p:cNvSpPr>
            <a:spLocks noGrp="1"/>
          </p:cNvSpPr>
          <p:nvPr>
            <p:ph type="title"/>
          </p:nvPr>
        </p:nvSpPr>
        <p:spPr>
          <a:xfrm>
            <a:off x="457200" y="274638"/>
            <a:ext cx="7972425" cy="796925"/>
          </a:xfrm>
        </p:spPr>
        <p:txBody>
          <a:bodyPr/>
          <a:lstStyle/>
          <a:p>
            <a:pPr algn="ctr" eaLnBrk="1" hangingPunct="1"/>
            <a:r>
              <a:rPr lang="en-US" altLang="en-GB" sz="3200" b="1"/>
              <a:t>4.1. Electric Field Lines</a:t>
            </a:r>
            <a:endParaRPr lang="en-ZA" altLang="en-GB" sz="3200" b="1"/>
          </a:p>
        </p:txBody>
      </p:sp>
      <p:sp>
        <p:nvSpPr>
          <p:cNvPr id="3" name="Content Placeholder 2">
            <a:extLst>
              <a:ext uri="{FF2B5EF4-FFF2-40B4-BE49-F238E27FC236}">
                <a16:creationId xmlns:a16="http://schemas.microsoft.com/office/drawing/2014/main" id="{EAD4D819-2CF3-0474-870C-F5B8D676C544}"/>
              </a:ext>
            </a:extLst>
          </p:cNvPr>
          <p:cNvSpPr>
            <a:spLocks noGrp="1"/>
          </p:cNvSpPr>
          <p:nvPr>
            <p:ph sz="quarter" idx="1"/>
          </p:nvPr>
        </p:nvSpPr>
        <p:spPr>
          <a:xfrm>
            <a:off x="214313" y="1844675"/>
            <a:ext cx="8715375" cy="3529013"/>
          </a:xfrm>
        </p:spPr>
        <p:txBody>
          <a:bodyPr/>
          <a:lstStyle/>
          <a:p>
            <a:pPr algn="just" eaLnBrk="1" hangingPunct="1">
              <a:buFont typeface="Arial" panose="020B0604020202020204" pitchFamily="34" charset="0"/>
              <a:buNone/>
            </a:pPr>
            <a:r>
              <a:rPr lang="en-US" altLang="en-GB"/>
              <a:t>   The pattern of electric field lines can be obtained by considering the following:</a:t>
            </a:r>
          </a:p>
          <a:p>
            <a:pPr algn="just" eaLnBrk="1" hangingPunct="1">
              <a:buFont typeface="Arial" panose="020B0604020202020204" pitchFamily="34" charset="0"/>
              <a:buNone/>
            </a:pPr>
            <a:r>
              <a:rPr lang="en-GB" altLang="en-GB" b="1" i="1"/>
              <a:t>   a) Symmetry</a:t>
            </a:r>
            <a:r>
              <a:rPr lang="en-GB" altLang="en-GB"/>
              <a:t>: For every point above the line joining the two charges there is an equivalent point below it. Therefore, the pattern must be symmetrical about the line joining the two charges;</a:t>
            </a:r>
            <a:endParaRPr lang="en-ZA" altLang="en-GB"/>
          </a:p>
          <a:p>
            <a:pPr algn="just" eaLnBrk="1" hangingPunct="1">
              <a:buFont typeface="Arial" panose="020B0604020202020204" pitchFamily="34" charset="0"/>
              <a:buNone/>
            </a:pPr>
            <a:r>
              <a:rPr lang="en-GB" altLang="en-GB" b="1" i="1"/>
              <a:t>  b) Near field</a:t>
            </a:r>
            <a:r>
              <a:rPr lang="en-GB" altLang="en-GB"/>
              <a:t>: Very close to a charge, the field due to that charge predominates. Therefore, the lines are radial and spherically symmetric; </a:t>
            </a:r>
            <a:endParaRPr lang="en-ZA" altLang="en-GB"/>
          </a:p>
        </p:txBody>
      </p:sp>
      <p:sp>
        <p:nvSpPr>
          <p:cNvPr id="53251" name="Date Placeholder 6">
            <a:extLst>
              <a:ext uri="{FF2B5EF4-FFF2-40B4-BE49-F238E27FC236}">
                <a16:creationId xmlns:a16="http://schemas.microsoft.com/office/drawing/2014/main" id="{A6770A56-C3BD-5F98-D460-34905179CAF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26B0FDC-D5F7-4523-84B9-F7B04B6122F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3252" name="Footer Placeholder 5">
            <a:extLst>
              <a:ext uri="{FF2B5EF4-FFF2-40B4-BE49-F238E27FC236}">
                <a16:creationId xmlns:a16="http://schemas.microsoft.com/office/drawing/2014/main" id="{2632DF9F-6540-1D9F-EC3E-F976AF1FAF2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3253" name="Slide Number Placeholder 4">
            <a:extLst>
              <a:ext uri="{FF2B5EF4-FFF2-40B4-BE49-F238E27FC236}">
                <a16:creationId xmlns:a16="http://schemas.microsoft.com/office/drawing/2014/main" id="{0E406945-F18C-6CCC-D25B-2BE4448A3BB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31DC23D-1110-4785-B248-2AA45F257051}" type="slidenum">
              <a:rPr lang="en-ZA" altLang="en-GB" sz="1400" smtClean="0">
                <a:solidFill>
                  <a:srgbClr val="FFFFFF"/>
                </a:solidFill>
                <a:latin typeface="Franklin Gothic Book" panose="020B0503020102020204" pitchFamily="34" charset="0"/>
              </a:rPr>
              <a:pPr>
                <a:spcBef>
                  <a:spcPct val="0"/>
                </a:spcBef>
                <a:buClrTx/>
                <a:buSzTx/>
                <a:buFontTx/>
                <a:buNone/>
              </a:pPr>
              <a:t>34</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9908194C-AC70-DB00-4E61-885D68ECC43A}"/>
              </a:ext>
            </a:extLst>
          </p:cNvPr>
          <p:cNvSpPr>
            <a:spLocks noGrp="1"/>
          </p:cNvSpPr>
          <p:nvPr>
            <p:ph type="title"/>
          </p:nvPr>
        </p:nvSpPr>
        <p:spPr>
          <a:xfrm>
            <a:off x="457200" y="274638"/>
            <a:ext cx="7972425" cy="796925"/>
          </a:xfrm>
        </p:spPr>
        <p:txBody>
          <a:bodyPr/>
          <a:lstStyle/>
          <a:p>
            <a:pPr algn="ctr" eaLnBrk="1" hangingPunct="1"/>
            <a:r>
              <a:rPr lang="en-US" altLang="en-GB" b="1"/>
              <a:t>4.1. Electric Field Lines</a:t>
            </a:r>
            <a:endParaRPr lang="en-ZA" altLang="en-GB" b="1"/>
          </a:p>
        </p:txBody>
      </p:sp>
      <p:sp>
        <p:nvSpPr>
          <p:cNvPr id="3" name="Content Placeholder 2">
            <a:extLst>
              <a:ext uri="{FF2B5EF4-FFF2-40B4-BE49-F238E27FC236}">
                <a16:creationId xmlns:a16="http://schemas.microsoft.com/office/drawing/2014/main" id="{A9D49EF3-E673-3EDC-34A5-B0377A693F27}"/>
              </a:ext>
            </a:extLst>
          </p:cNvPr>
          <p:cNvSpPr>
            <a:spLocks noGrp="1"/>
          </p:cNvSpPr>
          <p:nvPr>
            <p:ph sz="quarter" idx="1"/>
          </p:nvPr>
        </p:nvSpPr>
        <p:spPr>
          <a:xfrm>
            <a:off x="250825" y="2420938"/>
            <a:ext cx="8715375" cy="2501900"/>
          </a:xfrm>
        </p:spPr>
        <p:txBody>
          <a:bodyPr/>
          <a:lstStyle/>
          <a:p>
            <a:pPr algn="just" eaLnBrk="1" hangingPunct="1">
              <a:buFont typeface="Arial" panose="020B0604020202020204" pitchFamily="34" charset="0"/>
              <a:buNone/>
            </a:pPr>
            <a:r>
              <a:rPr lang="en-GB" altLang="en-GB" b="1" i="1"/>
              <a:t>c) Far field</a:t>
            </a:r>
            <a:r>
              <a:rPr lang="en-GB" altLang="en-GB"/>
              <a:t>: Far from the system of charges, the pattern should look like that of a single point charge of value           . Thus, the lines should be radially outward, unless </a:t>
            </a:r>
            <a:r>
              <a:rPr lang="en-GB" altLang="en-GB" i="1"/>
              <a:t>Q=0;</a:t>
            </a:r>
            <a:endParaRPr lang="en-ZA" altLang="en-GB"/>
          </a:p>
          <a:p>
            <a:pPr algn="just" eaLnBrk="1" hangingPunct="1">
              <a:buFont typeface="Arial" panose="020B0604020202020204" pitchFamily="34" charset="0"/>
              <a:buNone/>
            </a:pPr>
            <a:r>
              <a:rPr lang="en-GB" altLang="en-GB" b="1" i="1"/>
              <a:t>d) Null point</a:t>
            </a:r>
            <a:r>
              <a:rPr lang="en-GB" altLang="en-GB"/>
              <a:t>: This is a point at which             , and no field lines should pass through it.</a:t>
            </a:r>
            <a:endParaRPr lang="en-ZA" altLang="en-GB"/>
          </a:p>
        </p:txBody>
      </p:sp>
      <p:sp>
        <p:nvSpPr>
          <p:cNvPr id="54275" name="Date Placeholder 10">
            <a:extLst>
              <a:ext uri="{FF2B5EF4-FFF2-40B4-BE49-F238E27FC236}">
                <a16:creationId xmlns:a16="http://schemas.microsoft.com/office/drawing/2014/main" id="{2BD7E581-7EDF-89AD-3670-8312A434571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8531DC2-9872-40D2-AA83-1C8A0710D11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4276" name="Footer Placeholder 9">
            <a:extLst>
              <a:ext uri="{FF2B5EF4-FFF2-40B4-BE49-F238E27FC236}">
                <a16:creationId xmlns:a16="http://schemas.microsoft.com/office/drawing/2014/main" id="{E80E2B0F-46BE-DC57-3FAB-CAB757F3EE9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4277" name="Slide Number Placeholder 8">
            <a:extLst>
              <a:ext uri="{FF2B5EF4-FFF2-40B4-BE49-F238E27FC236}">
                <a16:creationId xmlns:a16="http://schemas.microsoft.com/office/drawing/2014/main" id="{9377FEE1-20CE-04D3-C60C-C55E9CA385B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976A72C-D1D9-404F-B214-8E2E8CD8CC8E}" type="slidenum">
              <a:rPr lang="en-ZA" altLang="en-GB" sz="1400" smtClean="0">
                <a:solidFill>
                  <a:srgbClr val="FFFFFF"/>
                </a:solidFill>
                <a:latin typeface="Franklin Gothic Book" panose="020B0503020102020204" pitchFamily="34" charset="0"/>
              </a:rPr>
              <a:pPr>
                <a:spcBef>
                  <a:spcPct val="0"/>
                </a:spcBef>
                <a:buClrTx/>
                <a:buSzTx/>
                <a:buFontTx/>
                <a:buNone/>
              </a:pPr>
              <a:t>35</a:t>
            </a:fld>
            <a:endParaRPr lang="en-ZA" altLang="en-GB" sz="1400">
              <a:solidFill>
                <a:srgbClr val="FFFFFF"/>
              </a:solidFill>
              <a:latin typeface="Franklin Gothic Book" panose="020B0503020102020204" pitchFamily="34" charset="0"/>
            </a:endParaRPr>
          </a:p>
        </p:txBody>
      </p:sp>
      <p:sp>
        <p:nvSpPr>
          <p:cNvPr id="54278" name="Rectangle 2">
            <a:extLst>
              <a:ext uri="{FF2B5EF4-FFF2-40B4-BE49-F238E27FC236}">
                <a16:creationId xmlns:a16="http://schemas.microsoft.com/office/drawing/2014/main" id="{AF5504B7-8AD4-55AC-41A9-96EE7E6BF1F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1985" name="Picture 1">
            <a:extLst>
              <a:ext uri="{FF2B5EF4-FFF2-40B4-BE49-F238E27FC236}">
                <a16:creationId xmlns:a16="http://schemas.microsoft.com/office/drawing/2014/main" id="{758A04A7-392F-9F44-3678-11DB244B9B8E}"/>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867400" y="2924175"/>
            <a:ext cx="85090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80" name="Rectangle 4">
            <a:extLst>
              <a:ext uri="{FF2B5EF4-FFF2-40B4-BE49-F238E27FC236}">
                <a16:creationId xmlns:a16="http://schemas.microsoft.com/office/drawing/2014/main" id="{DA64603A-7AAB-7589-F911-728D89ECEE7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1987" name="Picture 3">
            <a:extLst>
              <a:ext uri="{FF2B5EF4-FFF2-40B4-BE49-F238E27FC236}">
                <a16:creationId xmlns:a16="http://schemas.microsoft.com/office/drawing/2014/main" id="{B72799D0-47E1-A15B-3059-937A9044B4FB}"/>
              </a:ext>
            </a:extLst>
          </p:cNvPr>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508625" y="3789363"/>
            <a:ext cx="8572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8" presetClass="entr" presetSubtype="16" fill="hold" nodeType="withEffect">
                                  <p:stCondLst>
                                    <p:cond delay="0"/>
                                  </p:stCondLst>
                                  <p:childTnLst>
                                    <p:set>
                                      <p:cBhvr>
                                        <p:cTn id="10" dur="1" fill="hold">
                                          <p:stCondLst>
                                            <p:cond delay="0"/>
                                          </p:stCondLst>
                                        </p:cTn>
                                        <p:tgtEl>
                                          <p:spTgt spid="41985"/>
                                        </p:tgtEl>
                                        <p:attrNameLst>
                                          <p:attrName>style.visibility</p:attrName>
                                        </p:attrNameLst>
                                      </p:cBhvr>
                                      <p:to>
                                        <p:strVal val="visible"/>
                                      </p:to>
                                    </p:set>
                                    <p:animEffect transition="in" filter="diamond(in)">
                                      <p:cBhvr>
                                        <p:cTn id="11" dur="2000"/>
                                        <p:tgtEl>
                                          <p:spTgt spid="4198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 presetClass="entr" presetSubtype="4" fill="hold" nodeType="click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8" presetClass="entr" presetSubtype="16" fill="hold" nodeType="withEffect">
                                  <p:stCondLst>
                                    <p:cond delay="0"/>
                                  </p:stCondLst>
                                  <p:childTnLst>
                                    <p:set>
                                      <p:cBhvr>
                                        <p:cTn id="19" dur="1" fill="hold">
                                          <p:stCondLst>
                                            <p:cond delay="0"/>
                                          </p:stCondLst>
                                        </p:cTn>
                                        <p:tgtEl>
                                          <p:spTgt spid="41987"/>
                                        </p:tgtEl>
                                        <p:attrNameLst>
                                          <p:attrName>style.visibility</p:attrName>
                                        </p:attrNameLst>
                                      </p:cBhvr>
                                      <p:to>
                                        <p:strVal val="visible"/>
                                      </p:to>
                                    </p:set>
                                    <p:animEffect transition="in" filter="diamond(in)">
                                      <p:cBhvr>
                                        <p:cTn id="20" dur="2000"/>
                                        <p:tgtEl>
                                          <p:spTgt spid="419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4BCC033A-EC4F-B7CF-D0A1-B15476FAE01D}"/>
              </a:ext>
            </a:extLst>
          </p:cNvPr>
          <p:cNvSpPr>
            <a:spLocks noGrp="1"/>
          </p:cNvSpPr>
          <p:nvPr>
            <p:ph type="title"/>
          </p:nvPr>
        </p:nvSpPr>
        <p:spPr>
          <a:xfrm>
            <a:off x="468313" y="260350"/>
            <a:ext cx="7972425" cy="796925"/>
          </a:xfrm>
        </p:spPr>
        <p:txBody>
          <a:bodyPr/>
          <a:lstStyle/>
          <a:p>
            <a:pPr algn="ctr" eaLnBrk="1" hangingPunct="1"/>
            <a:r>
              <a:rPr lang="en-US" altLang="en-GB" b="1"/>
              <a:t>4.1. Electric Field Lines</a:t>
            </a:r>
            <a:endParaRPr lang="en-ZA" altLang="en-GB" b="1"/>
          </a:p>
        </p:txBody>
      </p:sp>
      <p:sp>
        <p:nvSpPr>
          <p:cNvPr id="3" name="Content Placeholder 2">
            <a:extLst>
              <a:ext uri="{FF2B5EF4-FFF2-40B4-BE49-F238E27FC236}">
                <a16:creationId xmlns:a16="http://schemas.microsoft.com/office/drawing/2014/main" id="{1FC8F197-A7A0-C7C1-2A15-28F7D42CD4F9}"/>
              </a:ext>
            </a:extLst>
          </p:cNvPr>
          <p:cNvSpPr>
            <a:spLocks noGrp="1"/>
          </p:cNvSpPr>
          <p:nvPr>
            <p:ph sz="quarter" idx="1"/>
          </p:nvPr>
        </p:nvSpPr>
        <p:spPr>
          <a:xfrm>
            <a:off x="468313" y="1071563"/>
            <a:ext cx="8351837" cy="3365500"/>
          </a:xfrm>
        </p:spPr>
        <p:txBody>
          <a:bodyPr rtlCol="0">
            <a:normAutofit fontScale="92500"/>
          </a:bodyPr>
          <a:lstStyle/>
          <a:p>
            <a:pPr algn="just" eaLnBrk="1" fontAlgn="auto" hangingPunct="1">
              <a:spcAft>
                <a:spcPts val="0"/>
              </a:spcAft>
              <a:buFont typeface="Arial" pitchFamily="34" charset="0"/>
              <a:buNone/>
              <a:defRPr/>
            </a:pPr>
            <a:r>
              <a:rPr lang="en-US" dirty="0"/>
              <a:t>	The properties of electric field lines may be summarized as follows:</a:t>
            </a:r>
            <a:endParaRPr lang="en-ZA" dirty="0"/>
          </a:p>
          <a:p>
            <a:pPr algn="just" eaLnBrk="1" fontAlgn="auto" hangingPunct="1">
              <a:spcAft>
                <a:spcPts val="0"/>
              </a:spcAft>
              <a:buFont typeface="Wingdings" pitchFamily="2" charset="2"/>
              <a:buChar char="ü"/>
              <a:defRPr/>
            </a:pPr>
            <a:r>
              <a:rPr lang="en-GB" dirty="0"/>
              <a:t>The direction of the electric field vector   at a point is tangent to the field lines; </a:t>
            </a:r>
            <a:endParaRPr lang="en-ZA" dirty="0"/>
          </a:p>
          <a:p>
            <a:pPr algn="just" eaLnBrk="1" fontAlgn="auto" hangingPunct="1">
              <a:spcAft>
                <a:spcPts val="0"/>
              </a:spcAft>
              <a:buFont typeface="Wingdings" pitchFamily="2" charset="2"/>
              <a:buChar char="ü"/>
              <a:defRPr/>
            </a:pPr>
            <a:r>
              <a:rPr lang="en-GB" dirty="0"/>
              <a:t>The number of lines per unit area through a surface perpendicular to the line is devised to be proportional to the magnitude of the electric field in a given region; </a:t>
            </a:r>
            <a:endParaRPr lang="en-ZA" dirty="0"/>
          </a:p>
          <a:p>
            <a:pPr algn="just" eaLnBrk="1" fontAlgn="auto" hangingPunct="1">
              <a:spcAft>
                <a:spcPts val="0"/>
              </a:spcAft>
              <a:buFont typeface="Wingdings" pitchFamily="2" charset="2"/>
              <a:buChar char="ü"/>
              <a:defRPr/>
            </a:pPr>
            <a:r>
              <a:rPr lang="en-GB" dirty="0"/>
              <a:t>The field lines must begin on positive charges (or at infinity) and then terminate on negative charges (or at infinity); </a:t>
            </a:r>
            <a:endParaRPr lang="en-ZA" dirty="0"/>
          </a:p>
        </p:txBody>
      </p:sp>
      <p:sp>
        <p:nvSpPr>
          <p:cNvPr id="55299" name="Date Placeholder 8">
            <a:extLst>
              <a:ext uri="{FF2B5EF4-FFF2-40B4-BE49-F238E27FC236}">
                <a16:creationId xmlns:a16="http://schemas.microsoft.com/office/drawing/2014/main" id="{BE2E6158-DA82-C834-4143-AA91098B328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CB8A6AE-7FBF-42C5-9710-EC58651CE70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5300" name="Footer Placeholder 7">
            <a:extLst>
              <a:ext uri="{FF2B5EF4-FFF2-40B4-BE49-F238E27FC236}">
                <a16:creationId xmlns:a16="http://schemas.microsoft.com/office/drawing/2014/main" id="{457E46C9-D529-E824-B210-04F9FB4E152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5301" name="Slide Number Placeholder 6">
            <a:extLst>
              <a:ext uri="{FF2B5EF4-FFF2-40B4-BE49-F238E27FC236}">
                <a16:creationId xmlns:a16="http://schemas.microsoft.com/office/drawing/2014/main" id="{CB73DCA4-B3E2-87EF-167D-2AECDB0C773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F28A018-6681-4F14-9327-6BF2E0152E7E}" type="slidenum">
              <a:rPr lang="en-ZA" altLang="en-GB" sz="1400" smtClean="0">
                <a:solidFill>
                  <a:srgbClr val="FFFFFF"/>
                </a:solidFill>
                <a:latin typeface="Franklin Gothic Book" panose="020B0503020102020204" pitchFamily="34" charset="0"/>
              </a:rPr>
              <a:pPr>
                <a:spcBef>
                  <a:spcPct val="0"/>
                </a:spcBef>
                <a:buClrTx/>
                <a:buSzTx/>
                <a:buFontTx/>
                <a:buNone/>
              </a:pPr>
              <a:t>36</a:t>
            </a:fld>
            <a:endParaRPr lang="en-ZA" altLang="en-GB" sz="1400">
              <a:solidFill>
                <a:srgbClr val="FFFFFF"/>
              </a:solidFill>
              <a:latin typeface="Franklin Gothic Book" panose="020B0503020102020204" pitchFamily="34" charset="0"/>
            </a:endParaRPr>
          </a:p>
        </p:txBody>
      </p:sp>
      <p:sp>
        <p:nvSpPr>
          <p:cNvPr id="55302" name="Rectangle 2">
            <a:extLst>
              <a:ext uri="{FF2B5EF4-FFF2-40B4-BE49-F238E27FC236}">
                <a16:creationId xmlns:a16="http://schemas.microsoft.com/office/drawing/2014/main" id="{02A55B5D-0062-8514-1891-CCAE0169B40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55303" name="Rectangle 4">
            <a:extLst>
              <a:ext uri="{FF2B5EF4-FFF2-40B4-BE49-F238E27FC236}">
                <a16:creationId xmlns:a16="http://schemas.microsoft.com/office/drawing/2014/main" id="{B5342E26-60C1-E959-E058-838432E3DB9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55304" name="Picture 9">
            <a:extLst>
              <a:ext uri="{FF2B5EF4-FFF2-40B4-BE49-F238E27FC236}">
                <a16:creationId xmlns:a16="http://schemas.microsoft.com/office/drawing/2014/main" id="{285474C1-E9F7-BDDA-A1B4-CAED3F7BA1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2138" y="4437063"/>
            <a:ext cx="1943100" cy="223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a:extLst>
              <a:ext uri="{FF2B5EF4-FFF2-40B4-BE49-F238E27FC236}">
                <a16:creationId xmlns:a16="http://schemas.microsoft.com/office/drawing/2014/main" id="{AA397464-4DC9-1B92-2C67-3B17D73740DD}"/>
              </a:ext>
            </a:extLst>
          </p:cNvPr>
          <p:cNvSpPr>
            <a:spLocks noGrp="1"/>
          </p:cNvSpPr>
          <p:nvPr>
            <p:ph type="title"/>
          </p:nvPr>
        </p:nvSpPr>
        <p:spPr>
          <a:xfrm>
            <a:off x="457200" y="274638"/>
            <a:ext cx="7972425" cy="796925"/>
          </a:xfrm>
        </p:spPr>
        <p:txBody>
          <a:bodyPr/>
          <a:lstStyle/>
          <a:p>
            <a:pPr algn="ctr" eaLnBrk="1" hangingPunct="1"/>
            <a:r>
              <a:rPr lang="en-US" altLang="en-GB" b="1"/>
              <a:t>4.1. Electric Field Lines</a:t>
            </a:r>
            <a:endParaRPr lang="en-ZA" altLang="en-GB" b="1"/>
          </a:p>
        </p:txBody>
      </p:sp>
      <p:sp>
        <p:nvSpPr>
          <p:cNvPr id="3" name="Content Placeholder 2">
            <a:extLst>
              <a:ext uri="{FF2B5EF4-FFF2-40B4-BE49-F238E27FC236}">
                <a16:creationId xmlns:a16="http://schemas.microsoft.com/office/drawing/2014/main" id="{C86E5FC0-57AC-202A-4C98-B5D021D4F0B3}"/>
              </a:ext>
            </a:extLst>
          </p:cNvPr>
          <p:cNvSpPr>
            <a:spLocks noGrp="1"/>
          </p:cNvSpPr>
          <p:nvPr>
            <p:ph sz="quarter" idx="1"/>
          </p:nvPr>
        </p:nvSpPr>
        <p:spPr>
          <a:xfrm>
            <a:off x="214313" y="1844675"/>
            <a:ext cx="8715375" cy="2808288"/>
          </a:xfrm>
        </p:spPr>
        <p:txBody>
          <a:bodyPr/>
          <a:lstStyle/>
          <a:p>
            <a:pPr algn="just" eaLnBrk="1" hangingPunct="1">
              <a:buFont typeface="Wingdings" panose="05000000000000000000" pitchFamily="2" charset="2"/>
              <a:buChar char="ü"/>
            </a:pPr>
            <a:r>
              <a:rPr lang="en-GB" altLang="en-GB"/>
              <a:t>The number of lines that originate from a positive charge or terminating on a negative charge must be proportional to the magnitude of the charge;</a:t>
            </a:r>
            <a:endParaRPr lang="en-ZA" altLang="en-GB"/>
          </a:p>
          <a:p>
            <a:pPr algn="just" eaLnBrk="1" hangingPunct="1">
              <a:buFont typeface="Wingdings" panose="05000000000000000000" pitchFamily="2" charset="2"/>
              <a:buChar char="ü"/>
            </a:pPr>
            <a:r>
              <a:rPr lang="en-GB" altLang="en-GB"/>
              <a:t>No two field lines can cross each other; otherwise the field would be pointing in two different directions at the same point pass through it.</a:t>
            </a:r>
            <a:endParaRPr lang="en-ZA" altLang="en-GB"/>
          </a:p>
        </p:txBody>
      </p:sp>
      <p:sp>
        <p:nvSpPr>
          <p:cNvPr id="56323" name="Date Placeholder 8">
            <a:extLst>
              <a:ext uri="{FF2B5EF4-FFF2-40B4-BE49-F238E27FC236}">
                <a16:creationId xmlns:a16="http://schemas.microsoft.com/office/drawing/2014/main" id="{E7D364FB-3767-5BEC-F355-B55D5E1983D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670D28A-9EC6-469E-807A-5BE30194CCD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6324" name="Footer Placeholder 7">
            <a:extLst>
              <a:ext uri="{FF2B5EF4-FFF2-40B4-BE49-F238E27FC236}">
                <a16:creationId xmlns:a16="http://schemas.microsoft.com/office/drawing/2014/main" id="{B2311ED7-8879-97D7-993F-6BF67A4F368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6325" name="Slide Number Placeholder 6">
            <a:extLst>
              <a:ext uri="{FF2B5EF4-FFF2-40B4-BE49-F238E27FC236}">
                <a16:creationId xmlns:a16="http://schemas.microsoft.com/office/drawing/2014/main" id="{0D1A0681-92E9-3BE2-936C-28B376C371B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28BD67B-F5B8-4EA2-9B20-FF71D343FD5A}" type="slidenum">
              <a:rPr lang="en-ZA" altLang="en-GB" sz="1400" smtClean="0">
                <a:solidFill>
                  <a:srgbClr val="FFFFFF"/>
                </a:solidFill>
                <a:latin typeface="Franklin Gothic Book" panose="020B0503020102020204" pitchFamily="34" charset="0"/>
              </a:rPr>
              <a:pPr>
                <a:spcBef>
                  <a:spcPct val="0"/>
                </a:spcBef>
                <a:buClrTx/>
                <a:buSzTx/>
                <a:buFontTx/>
                <a:buNone/>
              </a:pPr>
              <a:t>37</a:t>
            </a:fld>
            <a:endParaRPr lang="en-ZA" altLang="en-GB" sz="1400">
              <a:solidFill>
                <a:srgbClr val="FFFFFF"/>
              </a:solidFill>
              <a:latin typeface="Franklin Gothic Book" panose="020B0503020102020204" pitchFamily="34" charset="0"/>
            </a:endParaRPr>
          </a:p>
        </p:txBody>
      </p:sp>
      <p:sp>
        <p:nvSpPr>
          <p:cNvPr id="56326" name="Rectangle 2">
            <a:extLst>
              <a:ext uri="{FF2B5EF4-FFF2-40B4-BE49-F238E27FC236}">
                <a16:creationId xmlns:a16="http://schemas.microsoft.com/office/drawing/2014/main" id="{D2AF09B5-AB95-FA49-853E-6C985E62FCF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56327" name="Rectangle 4">
            <a:extLst>
              <a:ext uri="{FF2B5EF4-FFF2-40B4-BE49-F238E27FC236}">
                <a16:creationId xmlns:a16="http://schemas.microsoft.com/office/drawing/2014/main" id="{F7C22BD2-F85E-FA7A-2E8C-2E004A9748F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Title 1">
            <a:extLst>
              <a:ext uri="{FF2B5EF4-FFF2-40B4-BE49-F238E27FC236}">
                <a16:creationId xmlns:a16="http://schemas.microsoft.com/office/drawing/2014/main" id="{5AB633A8-A87D-FE28-45DA-15DB3B1A6948}"/>
              </a:ext>
            </a:extLst>
          </p:cNvPr>
          <p:cNvSpPr>
            <a:spLocks noGrp="1"/>
          </p:cNvSpPr>
          <p:nvPr>
            <p:ph type="title"/>
          </p:nvPr>
        </p:nvSpPr>
        <p:spPr>
          <a:xfrm>
            <a:off x="914400" y="274638"/>
            <a:ext cx="7772400" cy="706437"/>
          </a:xfrm>
        </p:spPr>
        <p:txBody>
          <a:bodyPr/>
          <a:lstStyle/>
          <a:p>
            <a:pPr eaLnBrk="1" hangingPunct="1"/>
            <a:r>
              <a:rPr lang="en-US" altLang="en-GB" sz="2600" b="1"/>
              <a:t>4.1. Force on a Charged Particle in an Electric Field</a:t>
            </a:r>
            <a:endParaRPr lang="en-ZA" altLang="en-GB" sz="2600" b="1"/>
          </a:p>
        </p:txBody>
      </p:sp>
      <p:sp>
        <p:nvSpPr>
          <p:cNvPr id="3" name="Content Placeholder 2">
            <a:extLst>
              <a:ext uri="{FF2B5EF4-FFF2-40B4-BE49-F238E27FC236}">
                <a16:creationId xmlns:a16="http://schemas.microsoft.com/office/drawing/2014/main" id="{0B8D02EE-8348-F4A6-5763-02CE06F1DCDC}"/>
              </a:ext>
            </a:extLst>
          </p:cNvPr>
          <p:cNvSpPr>
            <a:spLocks noGrp="1"/>
          </p:cNvSpPr>
          <p:nvPr>
            <p:ph sz="quarter" idx="1"/>
          </p:nvPr>
        </p:nvSpPr>
        <p:spPr/>
        <p:txBody>
          <a:bodyPr/>
          <a:lstStyle/>
          <a:p>
            <a:pPr algn="just" eaLnBrk="1" hangingPunct="1">
              <a:buFont typeface="Arial" panose="020B0604020202020204" pitchFamily="34" charset="0"/>
              <a:buNone/>
            </a:pPr>
            <a:r>
              <a:rPr lang="en-US" altLang="en-GB"/>
              <a:t>   Consider a charge </a:t>
            </a:r>
            <a:r>
              <a:rPr lang="en-US" altLang="en-GB" b="1" i="1"/>
              <a:t>+q</a:t>
            </a:r>
            <a:r>
              <a:rPr lang="en-US" altLang="en-GB"/>
              <a:t> moving between two parallel plates of opposite charges, as shown in Figure below:</a:t>
            </a:r>
            <a:endParaRPr lang="en-ZA" altLang="en-GB"/>
          </a:p>
          <a:p>
            <a:pPr algn="just" eaLnBrk="1" hangingPunct="1">
              <a:buFont typeface="Arial" panose="020B0604020202020204" pitchFamily="34" charset="0"/>
              <a:buNone/>
            </a:pPr>
            <a:endParaRPr lang="en-ZA" altLang="en-GB"/>
          </a:p>
        </p:txBody>
      </p:sp>
      <p:sp>
        <p:nvSpPr>
          <p:cNvPr id="57347" name="Date Placeholder 7">
            <a:extLst>
              <a:ext uri="{FF2B5EF4-FFF2-40B4-BE49-F238E27FC236}">
                <a16:creationId xmlns:a16="http://schemas.microsoft.com/office/drawing/2014/main" id="{ECAB9409-AE65-8C74-0545-4736A433065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E6A845F-F1AF-4316-B41D-0A6A0788449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7348" name="Footer Placeholder 6">
            <a:extLst>
              <a:ext uri="{FF2B5EF4-FFF2-40B4-BE49-F238E27FC236}">
                <a16:creationId xmlns:a16="http://schemas.microsoft.com/office/drawing/2014/main" id="{D261FC00-3DE9-928D-05F1-494B7F955B5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7349" name="Slide Number Placeholder 5">
            <a:extLst>
              <a:ext uri="{FF2B5EF4-FFF2-40B4-BE49-F238E27FC236}">
                <a16:creationId xmlns:a16="http://schemas.microsoft.com/office/drawing/2014/main" id="{8F5F3800-8A01-D974-066A-8910AF9FA06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C386F3E-125D-47ED-8FFB-0249081ECA96}" type="slidenum">
              <a:rPr lang="en-ZA" altLang="en-GB" sz="1400" smtClean="0">
                <a:solidFill>
                  <a:srgbClr val="FFFFFF"/>
                </a:solidFill>
                <a:latin typeface="Franklin Gothic Book" panose="020B0503020102020204" pitchFamily="34" charset="0"/>
              </a:rPr>
              <a:pPr>
                <a:spcBef>
                  <a:spcPct val="0"/>
                </a:spcBef>
                <a:buClrTx/>
                <a:buSzTx/>
                <a:buFontTx/>
                <a:buNone/>
              </a:pPr>
              <a:t>38</a:t>
            </a:fld>
            <a:endParaRPr lang="en-ZA" altLang="en-GB" sz="1400">
              <a:solidFill>
                <a:srgbClr val="FFFFFF"/>
              </a:solidFill>
              <a:latin typeface="Franklin Gothic Book" panose="020B0503020102020204" pitchFamily="34" charset="0"/>
            </a:endParaRPr>
          </a:p>
        </p:txBody>
      </p:sp>
      <p:pic>
        <p:nvPicPr>
          <p:cNvPr id="4" name="Picture 3">
            <a:extLst>
              <a:ext uri="{FF2B5EF4-FFF2-40B4-BE49-F238E27FC236}">
                <a16:creationId xmlns:a16="http://schemas.microsoft.com/office/drawing/2014/main" id="{480334F6-FAF7-F8CA-1070-0573FC54B432}"/>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1214438" y="3286125"/>
            <a:ext cx="6572250" cy="335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amond(in)">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a:extLst>
              <a:ext uri="{FF2B5EF4-FFF2-40B4-BE49-F238E27FC236}">
                <a16:creationId xmlns:a16="http://schemas.microsoft.com/office/drawing/2014/main" id="{A0F3BF7F-3D1C-15F6-B83C-31B1386A4B19}"/>
              </a:ext>
            </a:extLst>
          </p:cNvPr>
          <p:cNvSpPr>
            <a:spLocks noGrp="1"/>
          </p:cNvSpPr>
          <p:nvPr>
            <p:ph type="title"/>
          </p:nvPr>
        </p:nvSpPr>
        <p:spPr>
          <a:xfrm>
            <a:off x="914400" y="274638"/>
            <a:ext cx="7772400" cy="633412"/>
          </a:xfrm>
        </p:spPr>
        <p:txBody>
          <a:bodyPr/>
          <a:lstStyle/>
          <a:p>
            <a:pPr eaLnBrk="1" hangingPunct="1"/>
            <a:r>
              <a:rPr lang="en-US" altLang="en-GB" sz="2600" b="1"/>
              <a:t>4.1. Force on a Charged Particle in an Electric Field</a:t>
            </a:r>
            <a:endParaRPr lang="en-ZA" altLang="en-GB" sz="2600" b="1"/>
          </a:p>
        </p:txBody>
      </p:sp>
      <p:sp>
        <p:nvSpPr>
          <p:cNvPr id="3" name="Content Placeholder 2">
            <a:extLst>
              <a:ext uri="{FF2B5EF4-FFF2-40B4-BE49-F238E27FC236}">
                <a16:creationId xmlns:a16="http://schemas.microsoft.com/office/drawing/2014/main" id="{EB282A37-79A8-E685-5DC0-B5FB67534DAA}"/>
              </a:ext>
            </a:extLst>
          </p:cNvPr>
          <p:cNvSpPr>
            <a:spLocks noGrp="1"/>
          </p:cNvSpPr>
          <p:nvPr>
            <p:ph sz="quarter" idx="1"/>
          </p:nvPr>
        </p:nvSpPr>
        <p:spPr>
          <a:xfrm>
            <a:off x="214313" y="1600200"/>
            <a:ext cx="8229600" cy="4525963"/>
          </a:xfrm>
        </p:spPr>
        <p:txBody>
          <a:bodyPr/>
          <a:lstStyle/>
          <a:p>
            <a:pPr algn="just" eaLnBrk="1" hangingPunct="1">
              <a:buFont typeface="Arial" panose="020B0604020202020204" pitchFamily="34" charset="0"/>
              <a:buNone/>
            </a:pPr>
            <a:r>
              <a:rPr lang="en-US" altLang="en-GB"/>
              <a:t>	 Let the electric field between the plates be     </a:t>
            </a:r>
          </a:p>
          <a:p>
            <a:pPr lvl="1" algn="just" eaLnBrk="1" hangingPunct="1">
              <a:buFont typeface="Arial" panose="020B0604020202020204" pitchFamily="34" charset="0"/>
              <a:buNone/>
            </a:pPr>
            <a:r>
              <a:rPr lang="en-US" altLang="en-GB"/>
              <a:t>The charge will experience a downward Coulomb force</a:t>
            </a:r>
          </a:p>
          <a:p>
            <a:pPr lvl="1" algn="just" eaLnBrk="1" hangingPunct="1">
              <a:buFont typeface="Arial" panose="020B0604020202020204" pitchFamily="34" charset="0"/>
              <a:buNone/>
            </a:pPr>
            <a:endParaRPr lang="en-US" altLang="en-GB"/>
          </a:p>
          <a:p>
            <a:pPr lvl="1" algn="just" eaLnBrk="1" hangingPunct="1">
              <a:buFont typeface="Arial" panose="020B0604020202020204" pitchFamily="34" charset="0"/>
              <a:buNone/>
            </a:pPr>
            <a:r>
              <a:rPr lang="en-US" altLang="en-GB"/>
              <a:t>   According to Newton’s second law, a net force will cause the charge to accelerate with an acceleration,</a:t>
            </a:r>
            <a:endParaRPr lang="en-ZA" altLang="en-GB"/>
          </a:p>
          <a:p>
            <a:pPr lvl="1" algn="just" eaLnBrk="1" hangingPunct="1">
              <a:buFont typeface="Arial" panose="020B0604020202020204" pitchFamily="34" charset="0"/>
              <a:buNone/>
            </a:pPr>
            <a:endParaRPr lang="en-ZA" altLang="en-GB"/>
          </a:p>
        </p:txBody>
      </p:sp>
      <p:sp>
        <p:nvSpPr>
          <p:cNvPr id="58371" name="Date Placeholder 14">
            <a:extLst>
              <a:ext uri="{FF2B5EF4-FFF2-40B4-BE49-F238E27FC236}">
                <a16:creationId xmlns:a16="http://schemas.microsoft.com/office/drawing/2014/main" id="{85DDAB77-4221-1FC4-4CF5-A56F61DE9F9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502EA7A-FE26-41DB-876F-7F32E189F171}"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58372" name="Footer Placeholder 13">
            <a:extLst>
              <a:ext uri="{FF2B5EF4-FFF2-40B4-BE49-F238E27FC236}">
                <a16:creationId xmlns:a16="http://schemas.microsoft.com/office/drawing/2014/main" id="{B43E6F98-3A1D-4249-8F53-A589057423B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58373" name="Slide Number Placeholder 12">
            <a:extLst>
              <a:ext uri="{FF2B5EF4-FFF2-40B4-BE49-F238E27FC236}">
                <a16:creationId xmlns:a16="http://schemas.microsoft.com/office/drawing/2014/main" id="{3BC23F8F-0ECE-8C68-EDC9-23B6E804C55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A9BBEAB-37FB-4E37-9DF5-AF755AD992E6}" type="slidenum">
              <a:rPr lang="en-ZA" altLang="en-GB" sz="1400" smtClean="0">
                <a:solidFill>
                  <a:srgbClr val="FFFFFF"/>
                </a:solidFill>
                <a:latin typeface="Franklin Gothic Book" panose="020B0503020102020204" pitchFamily="34" charset="0"/>
              </a:rPr>
              <a:pPr>
                <a:spcBef>
                  <a:spcPct val="0"/>
                </a:spcBef>
                <a:buClrTx/>
                <a:buSzTx/>
                <a:buFontTx/>
                <a:buNone/>
              </a:pPr>
              <a:t>39</a:t>
            </a:fld>
            <a:endParaRPr lang="en-ZA" altLang="en-GB" sz="1400">
              <a:solidFill>
                <a:srgbClr val="FFFFFF"/>
              </a:solidFill>
              <a:latin typeface="Franklin Gothic Book" panose="020B0503020102020204" pitchFamily="34" charset="0"/>
            </a:endParaRPr>
          </a:p>
        </p:txBody>
      </p:sp>
      <p:sp>
        <p:nvSpPr>
          <p:cNvPr id="58374" name="Rectangle 2">
            <a:extLst>
              <a:ext uri="{FF2B5EF4-FFF2-40B4-BE49-F238E27FC236}">
                <a16:creationId xmlns:a16="http://schemas.microsoft.com/office/drawing/2014/main" id="{A3B3C924-4C62-10DB-99C0-A8368152DED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6081" name="Picture 1">
            <a:extLst>
              <a:ext uri="{FF2B5EF4-FFF2-40B4-BE49-F238E27FC236}">
                <a16:creationId xmlns:a16="http://schemas.microsoft.com/office/drawing/2014/main" id="{EB346A68-EBBA-B0FC-4DDF-55E8515107F7}"/>
              </a:ext>
            </a:extLst>
          </p:cNvPr>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5940425" y="1700213"/>
            <a:ext cx="996950" cy="357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6" name="Rectangle 4">
            <a:extLst>
              <a:ext uri="{FF2B5EF4-FFF2-40B4-BE49-F238E27FC236}">
                <a16:creationId xmlns:a16="http://schemas.microsoft.com/office/drawing/2014/main" id="{CF0152CD-C875-7449-0A3A-333F737512A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6083" name="Picture 3">
            <a:extLst>
              <a:ext uri="{FF2B5EF4-FFF2-40B4-BE49-F238E27FC236}">
                <a16:creationId xmlns:a16="http://schemas.microsoft.com/office/drawing/2014/main" id="{50CD5065-A652-A2BA-E982-7CF21DBCD1BE}"/>
              </a:ext>
            </a:extLst>
          </p:cNvPr>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6875463" y="2060575"/>
            <a:ext cx="182245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378" name="Rectangle 5">
            <a:extLst>
              <a:ext uri="{FF2B5EF4-FFF2-40B4-BE49-F238E27FC236}">
                <a16:creationId xmlns:a16="http://schemas.microsoft.com/office/drawing/2014/main" id="{2BB177BF-AE1D-AA0A-9492-333F191706AF}"/>
              </a:ext>
            </a:extLst>
          </p:cNvPr>
          <p:cNvSpPr>
            <a:spLocks noChangeArrowheads="1"/>
          </p:cNvSpPr>
          <p:nvPr/>
        </p:nvSpPr>
        <p:spPr bwMode="auto">
          <a:xfrm>
            <a:off x="0" y="685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Arial" panose="020B0604020202020204" pitchFamily="34" charset="0"/>
            </a:endParaRPr>
          </a:p>
        </p:txBody>
      </p:sp>
      <p:sp>
        <p:nvSpPr>
          <p:cNvPr id="58379" name="Rectangle 7">
            <a:extLst>
              <a:ext uri="{FF2B5EF4-FFF2-40B4-BE49-F238E27FC236}">
                <a16:creationId xmlns:a16="http://schemas.microsoft.com/office/drawing/2014/main" id="{07D4B8E5-DBFC-103D-C33A-F8C2EEBB1B9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4" name="Picture 6">
            <a:extLst>
              <a:ext uri="{FF2B5EF4-FFF2-40B4-BE49-F238E27FC236}">
                <a16:creationId xmlns:a16="http://schemas.microsoft.com/office/drawing/2014/main" id="{39552CD5-829B-969D-31FD-54F1739D8310}"/>
              </a:ext>
            </a:extLst>
          </p:cNvPr>
          <p:cNvPicPr>
            <a:picLocks noChangeAspect="1" noChangeArrowheads="1"/>
          </p:cNvPicPr>
          <p:nvPr/>
        </p:nvPicPr>
        <p:blipFill>
          <a:blip r:embed="rId5">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148263" y="3357563"/>
            <a:ext cx="2216150" cy="928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381" name="Picture 10">
            <a:extLst>
              <a:ext uri="{FF2B5EF4-FFF2-40B4-BE49-F238E27FC236}">
                <a16:creationId xmlns:a16="http://schemas.microsoft.com/office/drawing/2014/main" id="{2AD3869D-063B-7F75-7AC0-D74FD503267F}"/>
              </a:ext>
            </a:extLst>
          </p:cNvPr>
          <p:cNvPicPr>
            <a:picLocks noChangeAspect="1" noChangeArrowheads="1"/>
          </p:cNvPicPr>
          <p:nvPr/>
        </p:nvPicPr>
        <p:blipFill>
          <a:blip r:embed="rId6">
            <a:lum bright="-10000"/>
            <a:extLst>
              <a:ext uri="{28A0092B-C50C-407E-A947-70E740481C1C}">
                <a14:useLocalDpi xmlns:a14="http://schemas.microsoft.com/office/drawing/2010/main" val="0"/>
              </a:ext>
            </a:extLst>
          </a:blip>
          <a:srcRect/>
          <a:stretch>
            <a:fillRect/>
          </a:stretch>
        </p:blipFill>
        <p:spPr bwMode="auto">
          <a:xfrm>
            <a:off x="3276600" y="4508500"/>
            <a:ext cx="3357563" cy="1857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20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20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6081"/>
                                        </p:tgtEl>
                                        <p:attrNameLst>
                                          <p:attrName>style.visibility</p:attrName>
                                        </p:attrNameLst>
                                      </p:cBhvr>
                                      <p:to>
                                        <p:strVal val="visible"/>
                                      </p:to>
                                    </p:set>
                                    <p:anim calcmode="lin" valueType="num">
                                      <p:cBhvr additive="base">
                                        <p:cTn id="11" dur="500" fill="hold"/>
                                        <p:tgtEl>
                                          <p:spTgt spid="46081"/>
                                        </p:tgtEl>
                                        <p:attrNameLst>
                                          <p:attrName>ppt_x</p:attrName>
                                        </p:attrNameLst>
                                      </p:cBhvr>
                                      <p:tavLst>
                                        <p:tav tm="0">
                                          <p:val>
                                            <p:strVal val="#ppt_x"/>
                                          </p:val>
                                        </p:tav>
                                        <p:tav tm="100000">
                                          <p:val>
                                            <p:strVal val="#ppt_x"/>
                                          </p:val>
                                        </p:tav>
                                      </p:tavLst>
                                    </p:anim>
                                    <p:anim calcmode="lin" valueType="num">
                                      <p:cBhvr additive="base">
                                        <p:cTn id="12" dur="500" fill="hold"/>
                                        <p:tgtEl>
                                          <p:spTgt spid="46081"/>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20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20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8" presetClass="entr" presetSubtype="16" fill="hold" nodeType="clickEffect">
                                  <p:stCondLst>
                                    <p:cond delay="0"/>
                                  </p:stCondLst>
                                  <p:childTnLst>
                                    <p:set>
                                      <p:cBhvr>
                                        <p:cTn id="22" dur="1" fill="hold">
                                          <p:stCondLst>
                                            <p:cond delay="0"/>
                                          </p:stCondLst>
                                        </p:cTn>
                                        <p:tgtEl>
                                          <p:spTgt spid="46083"/>
                                        </p:tgtEl>
                                        <p:attrNameLst>
                                          <p:attrName>style.visibility</p:attrName>
                                        </p:attrNameLst>
                                      </p:cBhvr>
                                      <p:to>
                                        <p:strVal val="visible"/>
                                      </p:to>
                                    </p:set>
                                    <p:animEffect transition="in" filter="diamond(in)">
                                      <p:cBhvr>
                                        <p:cTn id="23" dur="2000"/>
                                        <p:tgtEl>
                                          <p:spTgt spid="46083"/>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 calcmode="lin" valueType="num">
                                      <p:cBhvr additive="base">
                                        <p:cTn id="28" dur="20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9" dur="20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8" presetClass="entr" presetSubtype="16" fill="hold" nodeType="click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diamond(in)">
                                      <p:cBhvr>
                                        <p:cTn id="34"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Title 1">
            <a:extLst>
              <a:ext uri="{FF2B5EF4-FFF2-40B4-BE49-F238E27FC236}">
                <a16:creationId xmlns:a16="http://schemas.microsoft.com/office/drawing/2014/main" id="{B465CAA8-3085-9F82-3CE0-6B92DB1DAB2B}"/>
              </a:ext>
            </a:extLst>
          </p:cNvPr>
          <p:cNvSpPr>
            <a:spLocks noGrp="1"/>
          </p:cNvSpPr>
          <p:nvPr>
            <p:ph type="title"/>
          </p:nvPr>
        </p:nvSpPr>
        <p:spPr>
          <a:xfrm>
            <a:off x="457200" y="274638"/>
            <a:ext cx="8229600" cy="561975"/>
          </a:xfrm>
        </p:spPr>
        <p:txBody>
          <a:bodyPr/>
          <a:lstStyle/>
          <a:p>
            <a:pPr algn="ctr" eaLnBrk="1" hangingPunct="1"/>
            <a:r>
              <a:rPr lang="en-US" altLang="en-GB" sz="2600" b="1"/>
              <a:t>4.1. Force on a Charged Particle in an Electric Field</a:t>
            </a:r>
            <a:endParaRPr lang="en-ZA" altLang="en-GB" sz="2600" b="1"/>
          </a:p>
        </p:txBody>
      </p:sp>
      <p:sp>
        <p:nvSpPr>
          <p:cNvPr id="3" name="Content Placeholder 2">
            <a:extLst>
              <a:ext uri="{FF2B5EF4-FFF2-40B4-BE49-F238E27FC236}">
                <a16:creationId xmlns:a16="http://schemas.microsoft.com/office/drawing/2014/main" id="{638A801F-D829-F03B-E25C-938C08F8D812}"/>
              </a:ext>
            </a:extLst>
          </p:cNvPr>
          <p:cNvSpPr>
            <a:spLocks noGrp="1"/>
          </p:cNvSpPr>
          <p:nvPr>
            <p:ph sz="quarter" idx="1"/>
          </p:nvPr>
        </p:nvSpPr>
        <p:spPr>
          <a:xfrm>
            <a:off x="214313" y="1428750"/>
            <a:ext cx="8229600" cy="4697413"/>
          </a:xfrm>
        </p:spPr>
        <p:txBody>
          <a:bodyPr/>
          <a:lstStyle/>
          <a:p>
            <a:pPr algn="just" eaLnBrk="1" hangingPunct="1">
              <a:buFont typeface="Arial" panose="020B0604020202020204" pitchFamily="34" charset="0"/>
              <a:buNone/>
            </a:pPr>
            <a:r>
              <a:rPr lang="en-US" altLang="en-GB"/>
              <a:t>	Suppose the particle is at rest (</a:t>
            </a:r>
            <a:r>
              <a:rPr lang="en-US" altLang="en-GB" i="1"/>
              <a:t>v=0</a:t>
            </a:r>
            <a:r>
              <a:rPr lang="en-US" altLang="en-GB"/>
              <a:t>) when it is first released from the positive plate. The final speed </a:t>
            </a:r>
            <a:r>
              <a:rPr lang="en-US" altLang="en-GB" b="1" i="1"/>
              <a:t>v</a:t>
            </a:r>
            <a:r>
              <a:rPr lang="en-US" altLang="en-GB" i="1"/>
              <a:t> </a:t>
            </a:r>
            <a:r>
              <a:rPr lang="en-US" altLang="en-GB"/>
              <a:t>of the particle as it strikes the negative plate is given by</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	where </a:t>
            </a:r>
            <a:r>
              <a:rPr lang="en-US" altLang="en-GB" b="1" i="1"/>
              <a:t>y</a:t>
            </a:r>
            <a:r>
              <a:rPr lang="en-US" altLang="en-GB" i="1"/>
              <a:t> </a:t>
            </a:r>
            <a:r>
              <a:rPr lang="en-US" altLang="en-GB"/>
              <a:t>is the distance between the two plates. The kinetic energy of the particle when it strikes the plate is given by</a:t>
            </a:r>
            <a:endParaRPr lang="en-ZA" altLang="en-GB"/>
          </a:p>
        </p:txBody>
      </p:sp>
      <p:sp>
        <p:nvSpPr>
          <p:cNvPr id="60419" name="Date Placeholder 14">
            <a:extLst>
              <a:ext uri="{FF2B5EF4-FFF2-40B4-BE49-F238E27FC236}">
                <a16:creationId xmlns:a16="http://schemas.microsoft.com/office/drawing/2014/main" id="{D51BDCED-4AF5-27E8-49BB-6E943BB1A7F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1BC1F18-3E91-453D-B164-E9E9AB78E8A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0420" name="Footer Placeholder 13">
            <a:extLst>
              <a:ext uri="{FF2B5EF4-FFF2-40B4-BE49-F238E27FC236}">
                <a16:creationId xmlns:a16="http://schemas.microsoft.com/office/drawing/2014/main" id="{5B4AE8AB-2212-C02E-8E40-54DB504ED1C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0421" name="Slide Number Placeholder 12">
            <a:extLst>
              <a:ext uri="{FF2B5EF4-FFF2-40B4-BE49-F238E27FC236}">
                <a16:creationId xmlns:a16="http://schemas.microsoft.com/office/drawing/2014/main" id="{926F738D-DF1F-2A95-3031-FAAA25B25FF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91FA26D-00CF-4B84-A5F0-235BAA17C558}" type="slidenum">
              <a:rPr lang="en-ZA" altLang="en-GB" sz="1400" smtClean="0">
                <a:solidFill>
                  <a:srgbClr val="FFFFFF"/>
                </a:solidFill>
                <a:latin typeface="Franklin Gothic Book" panose="020B0503020102020204" pitchFamily="34" charset="0"/>
              </a:rPr>
              <a:pPr>
                <a:spcBef>
                  <a:spcPct val="0"/>
                </a:spcBef>
                <a:buClrTx/>
                <a:buSzTx/>
                <a:buFontTx/>
                <a:buNone/>
              </a:pPr>
              <a:t>40</a:t>
            </a:fld>
            <a:endParaRPr lang="en-ZA" altLang="en-GB" sz="1400">
              <a:solidFill>
                <a:srgbClr val="FFFFFF"/>
              </a:solidFill>
              <a:latin typeface="Franklin Gothic Book" panose="020B0503020102020204" pitchFamily="34" charset="0"/>
            </a:endParaRPr>
          </a:p>
        </p:txBody>
      </p:sp>
      <p:sp>
        <p:nvSpPr>
          <p:cNvPr id="60422" name="Rectangle 2">
            <a:extLst>
              <a:ext uri="{FF2B5EF4-FFF2-40B4-BE49-F238E27FC236}">
                <a16:creationId xmlns:a16="http://schemas.microsoft.com/office/drawing/2014/main" id="{185B3988-C379-620B-E8B4-3FC6CAE5E5A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0423" name="Rectangle 4">
            <a:extLst>
              <a:ext uri="{FF2B5EF4-FFF2-40B4-BE49-F238E27FC236}">
                <a16:creationId xmlns:a16="http://schemas.microsoft.com/office/drawing/2014/main" id="{2A215ED7-E5B2-924F-B09F-474BAAD5740C}"/>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0424" name="Rectangle 5">
            <a:extLst>
              <a:ext uri="{FF2B5EF4-FFF2-40B4-BE49-F238E27FC236}">
                <a16:creationId xmlns:a16="http://schemas.microsoft.com/office/drawing/2014/main" id="{D7684B77-637F-B555-4F82-9D6F7C962F35}"/>
              </a:ext>
            </a:extLst>
          </p:cNvPr>
          <p:cNvSpPr>
            <a:spLocks noChangeArrowheads="1"/>
          </p:cNvSpPr>
          <p:nvPr/>
        </p:nvSpPr>
        <p:spPr bwMode="auto">
          <a:xfrm>
            <a:off x="0" y="6858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Arial" panose="020B0604020202020204" pitchFamily="34" charset="0"/>
            </a:endParaRPr>
          </a:p>
        </p:txBody>
      </p:sp>
      <p:sp>
        <p:nvSpPr>
          <p:cNvPr id="60425" name="Rectangle 7">
            <a:extLst>
              <a:ext uri="{FF2B5EF4-FFF2-40B4-BE49-F238E27FC236}">
                <a16:creationId xmlns:a16="http://schemas.microsoft.com/office/drawing/2014/main" id="{54DF335E-1688-D1D4-0347-A8C90E8BFD6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0426" name="Rectangle 2">
            <a:extLst>
              <a:ext uri="{FF2B5EF4-FFF2-40B4-BE49-F238E27FC236}">
                <a16:creationId xmlns:a16="http://schemas.microsoft.com/office/drawing/2014/main" id="{B9F796D8-C4D4-2F66-5DE5-D1E2F9E1E9D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51201" name="Picture 1">
            <a:extLst>
              <a:ext uri="{FF2B5EF4-FFF2-40B4-BE49-F238E27FC236}">
                <a16:creationId xmlns:a16="http://schemas.microsoft.com/office/drawing/2014/main" id="{ECA9A218-938D-F80A-2787-99742190870E}"/>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419475" y="2492375"/>
            <a:ext cx="29337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8" name="Rectangle 4">
            <a:extLst>
              <a:ext uri="{FF2B5EF4-FFF2-40B4-BE49-F238E27FC236}">
                <a16:creationId xmlns:a16="http://schemas.microsoft.com/office/drawing/2014/main" id="{EF8AF185-6EE5-A813-EF4F-21D0EA56548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51203" name="Picture 3">
            <a:extLst>
              <a:ext uri="{FF2B5EF4-FFF2-40B4-BE49-F238E27FC236}">
                <a16:creationId xmlns:a16="http://schemas.microsoft.com/office/drawing/2014/main" id="{754E4FA4-EBD8-D4AC-EA0A-0831DFC574E2}"/>
              </a:ext>
            </a:extLst>
          </p:cNvPr>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924300" y="4652963"/>
            <a:ext cx="2357438"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51201"/>
                                        </p:tgtEl>
                                        <p:attrNameLst>
                                          <p:attrName>style.visibility</p:attrName>
                                        </p:attrNameLst>
                                      </p:cBhvr>
                                      <p:to>
                                        <p:strVal val="visible"/>
                                      </p:to>
                                    </p:set>
                                    <p:animEffect transition="in" filter="diamond(in)">
                                      <p:cBhvr>
                                        <p:cTn id="13" dur="2000"/>
                                        <p:tgtEl>
                                          <p:spTgt spid="5120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51203"/>
                                        </p:tgtEl>
                                        <p:attrNameLst>
                                          <p:attrName>style.visibility</p:attrName>
                                        </p:attrNameLst>
                                      </p:cBhvr>
                                      <p:to>
                                        <p:strVal val="visible"/>
                                      </p:to>
                                    </p:set>
                                    <p:animEffect transition="in" filter="diamond(in)">
                                      <p:cBhvr>
                                        <p:cTn id="24" dur="2000"/>
                                        <p:tgtEl>
                                          <p:spTgt spid="512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169AF4-1181-83DD-1760-949870161B38}"/>
              </a:ext>
            </a:extLst>
          </p:cNvPr>
          <p:cNvSpPr>
            <a:spLocks noGrp="1"/>
          </p:cNvSpPr>
          <p:nvPr>
            <p:ph type="title"/>
          </p:nvPr>
        </p:nvSpPr>
        <p:spPr>
          <a:xfrm>
            <a:off x="457200" y="274638"/>
            <a:ext cx="8043863" cy="725487"/>
          </a:xfrm>
        </p:spPr>
        <p:txBody>
          <a:bodyPr rtlCol="0">
            <a:normAutofit fontScale="90000"/>
          </a:bodyPr>
          <a:lstStyle/>
          <a:p>
            <a:pPr algn="ctr" eaLnBrk="1" fontAlgn="auto" hangingPunct="1">
              <a:spcAft>
                <a:spcPts val="0"/>
              </a:spcAft>
              <a:defRPr/>
            </a:pPr>
            <a:r>
              <a:rPr lang="en-ZA" b="1" dirty="0"/>
              <a:t>4.3. </a:t>
            </a:r>
            <a:r>
              <a:rPr lang="en-US" b="1" dirty="0"/>
              <a:t>Electric Dipole</a:t>
            </a:r>
            <a:endParaRPr lang="en-ZA" b="1" dirty="0"/>
          </a:p>
        </p:txBody>
      </p:sp>
      <p:sp>
        <p:nvSpPr>
          <p:cNvPr id="3" name="Content Placeholder 2">
            <a:extLst>
              <a:ext uri="{FF2B5EF4-FFF2-40B4-BE49-F238E27FC236}">
                <a16:creationId xmlns:a16="http://schemas.microsoft.com/office/drawing/2014/main" id="{AF69CDBB-5FD4-3F79-4A60-2BB32AB2A821}"/>
              </a:ext>
            </a:extLst>
          </p:cNvPr>
          <p:cNvSpPr>
            <a:spLocks noGrp="1"/>
          </p:cNvSpPr>
          <p:nvPr>
            <p:ph sz="quarter" idx="1"/>
          </p:nvPr>
        </p:nvSpPr>
        <p:spPr>
          <a:xfrm>
            <a:off x="457200" y="1143000"/>
            <a:ext cx="8229600" cy="4983163"/>
          </a:xfrm>
        </p:spPr>
        <p:txBody>
          <a:bodyPr/>
          <a:lstStyle/>
          <a:p>
            <a:pPr algn="just" eaLnBrk="1" hangingPunct="1">
              <a:buFont typeface="Arial" panose="020B0604020202020204" pitchFamily="34" charset="0"/>
              <a:buNone/>
            </a:pPr>
            <a:r>
              <a:rPr lang="en-US" altLang="en-GB"/>
              <a:t>   An electric dipole consists of two equal but opposite charges, </a:t>
            </a:r>
            <a:r>
              <a:rPr lang="en-US" altLang="en-GB" b="1"/>
              <a:t>+</a:t>
            </a:r>
            <a:r>
              <a:rPr lang="en-US" altLang="en-GB" b="1" i="1"/>
              <a:t>q</a:t>
            </a:r>
            <a:r>
              <a:rPr lang="en-US" altLang="en-GB"/>
              <a:t> and </a:t>
            </a:r>
            <a:r>
              <a:rPr lang="en-US" altLang="en-GB" b="1"/>
              <a:t>−</a:t>
            </a:r>
            <a:r>
              <a:rPr lang="en-US" altLang="en-GB" b="1" i="1"/>
              <a:t>q</a:t>
            </a:r>
            <a:r>
              <a:rPr lang="en-US" altLang="en-GB"/>
              <a:t>, separated by a distance </a:t>
            </a:r>
            <a:r>
              <a:rPr lang="en-US" altLang="en-GB" b="1"/>
              <a:t>2</a:t>
            </a:r>
            <a:r>
              <a:rPr lang="en-US" altLang="en-GB" b="1" i="1"/>
              <a:t>a</a:t>
            </a:r>
            <a:r>
              <a:rPr lang="en-US" altLang="en-GB"/>
              <a:t>, as shown in the figure below:</a:t>
            </a:r>
            <a:endParaRPr lang="en-ZA" altLang="en-GB" sz="2800"/>
          </a:p>
          <a:p>
            <a:pPr algn="just" eaLnBrk="1" hangingPunct="1">
              <a:buFont typeface="Arial" panose="020B0604020202020204" pitchFamily="34" charset="0"/>
              <a:buNone/>
            </a:pPr>
            <a:endParaRPr lang="en-ZA" altLang="en-GB"/>
          </a:p>
        </p:txBody>
      </p:sp>
      <p:sp>
        <p:nvSpPr>
          <p:cNvPr id="62467" name="Date Placeholder 7">
            <a:extLst>
              <a:ext uri="{FF2B5EF4-FFF2-40B4-BE49-F238E27FC236}">
                <a16:creationId xmlns:a16="http://schemas.microsoft.com/office/drawing/2014/main" id="{6645A002-89D5-E6FC-26AD-3F25A08C93F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5784790-70CF-43BD-AF59-F6204F5640C1}"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2468" name="Footer Placeholder 6">
            <a:extLst>
              <a:ext uri="{FF2B5EF4-FFF2-40B4-BE49-F238E27FC236}">
                <a16:creationId xmlns:a16="http://schemas.microsoft.com/office/drawing/2014/main" id="{F4DE6478-F1EE-E477-BB7D-AD4AB906DDA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2469" name="Slide Number Placeholder 5">
            <a:extLst>
              <a:ext uri="{FF2B5EF4-FFF2-40B4-BE49-F238E27FC236}">
                <a16:creationId xmlns:a16="http://schemas.microsoft.com/office/drawing/2014/main" id="{772EB070-14AE-C51E-09C1-D506DA5A8D7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45F2194-AC0E-4FCC-8A48-770BEFFA65C8}" type="slidenum">
              <a:rPr lang="en-ZA" altLang="en-GB" sz="1400" smtClean="0">
                <a:solidFill>
                  <a:srgbClr val="FFFFFF"/>
                </a:solidFill>
                <a:latin typeface="Franklin Gothic Book" panose="020B0503020102020204" pitchFamily="34" charset="0"/>
              </a:rPr>
              <a:pPr>
                <a:spcBef>
                  <a:spcPct val="0"/>
                </a:spcBef>
                <a:buClrTx/>
                <a:buSzTx/>
                <a:buFontTx/>
                <a:buNone/>
              </a:pPr>
              <a:t>41</a:t>
            </a:fld>
            <a:endParaRPr lang="en-ZA" altLang="en-GB" sz="1400">
              <a:solidFill>
                <a:srgbClr val="FFFFFF"/>
              </a:solidFill>
              <a:latin typeface="Franklin Gothic Book" panose="020B0503020102020204" pitchFamily="34" charset="0"/>
            </a:endParaRPr>
          </a:p>
        </p:txBody>
      </p:sp>
      <p:pic>
        <p:nvPicPr>
          <p:cNvPr id="4" name="Picture 3">
            <a:extLst>
              <a:ext uri="{FF2B5EF4-FFF2-40B4-BE49-F238E27FC236}">
                <a16:creationId xmlns:a16="http://schemas.microsoft.com/office/drawing/2014/main" id="{EE299DFB-7B19-51DF-B391-18F60989514D}"/>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2214563" y="2787650"/>
            <a:ext cx="4286250"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diamond(in)">
                                      <p:cBhvr>
                                        <p:cTn id="13"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D54A9-1C1A-738F-A384-02249CDB9086}"/>
              </a:ext>
            </a:extLst>
          </p:cNvPr>
          <p:cNvSpPr>
            <a:spLocks noGrp="1"/>
          </p:cNvSpPr>
          <p:nvPr>
            <p:ph type="title"/>
          </p:nvPr>
        </p:nvSpPr>
        <p:spPr>
          <a:xfrm>
            <a:off x="457200" y="274638"/>
            <a:ext cx="8043863" cy="725487"/>
          </a:xfrm>
        </p:spPr>
        <p:txBody>
          <a:bodyPr rtlCol="0">
            <a:normAutofit fontScale="90000"/>
          </a:bodyPr>
          <a:lstStyle/>
          <a:p>
            <a:pPr algn="ctr" eaLnBrk="1" fontAlgn="auto" hangingPunct="1">
              <a:spcAft>
                <a:spcPts val="0"/>
              </a:spcAft>
              <a:defRPr/>
            </a:pPr>
            <a:r>
              <a:rPr lang="en-ZA" b="1" dirty="0"/>
              <a:t>4.3. </a:t>
            </a:r>
            <a:r>
              <a:rPr lang="en-US" b="1" dirty="0"/>
              <a:t>Electric Dipole</a:t>
            </a:r>
            <a:endParaRPr lang="en-ZA" b="1" dirty="0"/>
          </a:p>
        </p:txBody>
      </p:sp>
      <p:sp>
        <p:nvSpPr>
          <p:cNvPr id="63490" name="Content Placeholder 2">
            <a:extLst>
              <a:ext uri="{FF2B5EF4-FFF2-40B4-BE49-F238E27FC236}">
                <a16:creationId xmlns:a16="http://schemas.microsoft.com/office/drawing/2014/main" id="{7DCCCCE7-B276-40B1-B0C9-5CB342A06714}"/>
              </a:ext>
            </a:extLst>
          </p:cNvPr>
          <p:cNvSpPr>
            <a:spLocks noGrp="1"/>
          </p:cNvSpPr>
          <p:nvPr>
            <p:ph sz="quarter" idx="1"/>
          </p:nvPr>
        </p:nvSpPr>
        <p:spPr>
          <a:xfrm>
            <a:off x="457200" y="1052513"/>
            <a:ext cx="8229600" cy="5073650"/>
          </a:xfrm>
        </p:spPr>
        <p:txBody>
          <a:bodyPr/>
          <a:lstStyle/>
          <a:p>
            <a:pPr eaLnBrk="1" hangingPunct="1">
              <a:buFont typeface="Arial" panose="020B0604020202020204" pitchFamily="34" charset="0"/>
              <a:buNone/>
            </a:pPr>
            <a:r>
              <a:rPr lang="en-US" altLang="en-GB"/>
              <a:t>  The dipole moment vector  </a:t>
            </a:r>
            <a:r>
              <a:rPr lang="en-US" altLang="en-GB" b="1"/>
              <a:t>   </a:t>
            </a:r>
            <a:r>
              <a:rPr lang="en-US" altLang="en-GB"/>
              <a:t>which points from  </a:t>
            </a:r>
            <a:r>
              <a:rPr lang="en-US" altLang="en-GB" b="1" i="1"/>
              <a:t>-q  </a:t>
            </a:r>
            <a:r>
              <a:rPr lang="en-US" altLang="en-GB"/>
              <a:t>to </a:t>
            </a:r>
            <a:r>
              <a:rPr lang="en-US" altLang="en-GB" b="1" i="1"/>
              <a:t>+q</a:t>
            </a:r>
            <a:r>
              <a:rPr lang="en-US" altLang="en-GB"/>
              <a:t>   (in the y</a:t>
            </a:r>
            <a:r>
              <a:rPr lang="en-US" altLang="en-GB" i="1"/>
              <a:t>-</a:t>
            </a:r>
            <a:r>
              <a:rPr lang="en-US" altLang="en-GB"/>
              <a:t>direction) is given by</a:t>
            </a:r>
            <a:endParaRPr lang="en-ZA" altLang="en-GB"/>
          </a:p>
        </p:txBody>
      </p:sp>
      <p:sp>
        <p:nvSpPr>
          <p:cNvPr id="63491" name="Date Placeholder 11">
            <a:extLst>
              <a:ext uri="{FF2B5EF4-FFF2-40B4-BE49-F238E27FC236}">
                <a16:creationId xmlns:a16="http://schemas.microsoft.com/office/drawing/2014/main" id="{5EE5C135-0E23-5429-740F-B78382349ED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4A1A863-8840-4639-BBED-BE583BFADED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3492" name="Footer Placeholder 10">
            <a:extLst>
              <a:ext uri="{FF2B5EF4-FFF2-40B4-BE49-F238E27FC236}">
                <a16:creationId xmlns:a16="http://schemas.microsoft.com/office/drawing/2014/main" id="{377E43AD-4B4D-BF30-3E01-73CB7CDFF9D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3493" name="Slide Number Placeholder 9">
            <a:extLst>
              <a:ext uri="{FF2B5EF4-FFF2-40B4-BE49-F238E27FC236}">
                <a16:creationId xmlns:a16="http://schemas.microsoft.com/office/drawing/2014/main" id="{55A59F16-C6CB-F7CA-D1C1-5E1325116BA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4F4AEF6-00F6-4CE5-8E94-E50128A88F43}" type="slidenum">
              <a:rPr lang="en-ZA" altLang="en-GB" sz="1400" smtClean="0">
                <a:solidFill>
                  <a:srgbClr val="FFFFFF"/>
                </a:solidFill>
                <a:latin typeface="Franklin Gothic Book" panose="020B0503020102020204" pitchFamily="34" charset="0"/>
              </a:rPr>
              <a:pPr>
                <a:spcBef>
                  <a:spcPct val="0"/>
                </a:spcBef>
                <a:buClrTx/>
                <a:buSzTx/>
                <a:buFontTx/>
                <a:buNone/>
              </a:pPr>
              <a:t>42</a:t>
            </a:fld>
            <a:endParaRPr lang="en-ZA" altLang="en-GB" sz="1400">
              <a:solidFill>
                <a:srgbClr val="FFFFFF"/>
              </a:solidFill>
              <a:latin typeface="Franklin Gothic Book" panose="020B0503020102020204" pitchFamily="34" charset="0"/>
            </a:endParaRPr>
          </a:p>
        </p:txBody>
      </p:sp>
      <p:pic>
        <p:nvPicPr>
          <p:cNvPr id="63494" name="Picture 3">
            <a:extLst>
              <a:ext uri="{FF2B5EF4-FFF2-40B4-BE49-F238E27FC236}">
                <a16:creationId xmlns:a16="http://schemas.microsoft.com/office/drawing/2014/main" id="{804C413C-2899-F97E-200D-7D4E96582860}"/>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3419475" y="2997200"/>
            <a:ext cx="3714750" cy="285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5" name="Rectangle 2">
            <a:extLst>
              <a:ext uri="{FF2B5EF4-FFF2-40B4-BE49-F238E27FC236}">
                <a16:creationId xmlns:a16="http://schemas.microsoft.com/office/drawing/2014/main" id="{520E73E7-FE78-68DF-D0F1-37458AA2ABE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3496" name="Picture 1">
            <a:extLst>
              <a:ext uri="{FF2B5EF4-FFF2-40B4-BE49-F238E27FC236}">
                <a16:creationId xmlns:a16="http://schemas.microsoft.com/office/drawing/2014/main" id="{727EEB6D-E2E0-76F4-7BFD-7A053DDCC060}"/>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851275" y="1052513"/>
            <a:ext cx="285750" cy="62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7" name="Rectangle 4">
            <a:extLst>
              <a:ext uri="{FF2B5EF4-FFF2-40B4-BE49-F238E27FC236}">
                <a16:creationId xmlns:a16="http://schemas.microsoft.com/office/drawing/2014/main" id="{D8977ACE-BB51-2487-C806-D296DED0C4C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3498" name="Picture 3">
            <a:extLst>
              <a:ext uri="{FF2B5EF4-FFF2-40B4-BE49-F238E27FC236}">
                <a16:creationId xmlns:a16="http://schemas.microsoft.com/office/drawing/2014/main" id="{E646ECEF-3AC0-81AA-4D14-23A76E4C1046}"/>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716463" y="1628775"/>
            <a:ext cx="142875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7A98C-7A5B-5811-F83A-49DE9615B822}"/>
              </a:ext>
            </a:extLst>
          </p:cNvPr>
          <p:cNvSpPr>
            <a:spLocks noGrp="1"/>
          </p:cNvSpPr>
          <p:nvPr>
            <p:ph type="title"/>
          </p:nvPr>
        </p:nvSpPr>
        <p:spPr>
          <a:xfrm>
            <a:off x="457200" y="274638"/>
            <a:ext cx="8043863" cy="725487"/>
          </a:xfrm>
        </p:spPr>
        <p:txBody>
          <a:bodyPr rtlCol="0">
            <a:normAutofit fontScale="90000"/>
          </a:bodyPr>
          <a:lstStyle/>
          <a:p>
            <a:pPr algn="ctr" eaLnBrk="1" fontAlgn="auto" hangingPunct="1">
              <a:spcAft>
                <a:spcPts val="0"/>
              </a:spcAft>
              <a:defRPr/>
            </a:pPr>
            <a:r>
              <a:rPr lang="en-ZA" b="1" dirty="0"/>
              <a:t>4.3. </a:t>
            </a:r>
            <a:r>
              <a:rPr lang="en-US" b="1" dirty="0"/>
              <a:t>Electric Dipole</a:t>
            </a:r>
            <a:endParaRPr lang="en-ZA" b="1" dirty="0"/>
          </a:p>
        </p:txBody>
      </p:sp>
      <p:sp>
        <p:nvSpPr>
          <p:cNvPr id="64514" name="Content Placeholder 2">
            <a:extLst>
              <a:ext uri="{FF2B5EF4-FFF2-40B4-BE49-F238E27FC236}">
                <a16:creationId xmlns:a16="http://schemas.microsoft.com/office/drawing/2014/main" id="{D3DB3A4C-4FC7-24C8-37A2-7005AF0E8264}"/>
              </a:ext>
            </a:extLst>
          </p:cNvPr>
          <p:cNvSpPr>
            <a:spLocks noGrp="1"/>
          </p:cNvSpPr>
          <p:nvPr>
            <p:ph sz="quarter" idx="1"/>
          </p:nvPr>
        </p:nvSpPr>
        <p:spPr>
          <a:xfrm>
            <a:off x="457200" y="1143000"/>
            <a:ext cx="8186738" cy="5286375"/>
          </a:xfrm>
        </p:spPr>
        <p:txBody>
          <a:bodyPr/>
          <a:lstStyle/>
          <a:p>
            <a:pPr algn="just" eaLnBrk="1" hangingPunct="1">
              <a:buFont typeface="Arial" panose="020B0604020202020204" pitchFamily="34" charset="0"/>
              <a:buNone/>
            </a:pPr>
            <a:r>
              <a:rPr lang="en-US" altLang="en-GB"/>
              <a:t>	The magnitude of the electric dipole is </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      with </a:t>
            </a:r>
          </a:p>
          <a:p>
            <a:pPr algn="just" eaLnBrk="1" hangingPunct="1">
              <a:buFont typeface="Arial" panose="020B0604020202020204" pitchFamily="34" charset="0"/>
              <a:buNone/>
            </a:pPr>
            <a:r>
              <a:rPr lang="en-US" altLang="en-GB"/>
              <a:t>For an overall charge-neutral system having </a:t>
            </a:r>
            <a:r>
              <a:rPr lang="en-US" altLang="en-GB" i="1"/>
              <a:t>N</a:t>
            </a:r>
            <a:r>
              <a:rPr lang="en-US" altLang="en-GB"/>
              <a:t> charges, the electric dipole vector     is defined as </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Where     is the position vector of the charge </a:t>
            </a:r>
            <a:endParaRPr lang="en-ZA" altLang="en-GB"/>
          </a:p>
        </p:txBody>
      </p:sp>
      <p:sp>
        <p:nvSpPr>
          <p:cNvPr id="64515" name="Date Placeholder 20">
            <a:extLst>
              <a:ext uri="{FF2B5EF4-FFF2-40B4-BE49-F238E27FC236}">
                <a16:creationId xmlns:a16="http://schemas.microsoft.com/office/drawing/2014/main" id="{EFF4B294-EBCC-F676-1D50-13ABA9233B9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77E3395-D19F-4B21-8DC8-A54ACB04387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4516" name="Footer Placeholder 19">
            <a:extLst>
              <a:ext uri="{FF2B5EF4-FFF2-40B4-BE49-F238E27FC236}">
                <a16:creationId xmlns:a16="http://schemas.microsoft.com/office/drawing/2014/main" id="{B60C5CE7-D80C-327C-A85C-C995469DFC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4517" name="Slide Number Placeholder 18">
            <a:extLst>
              <a:ext uri="{FF2B5EF4-FFF2-40B4-BE49-F238E27FC236}">
                <a16:creationId xmlns:a16="http://schemas.microsoft.com/office/drawing/2014/main" id="{E4E01846-0C63-0AC5-DC24-4B28AC660F4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62907FE-06C5-413E-A472-25F13331D72A}" type="slidenum">
              <a:rPr lang="en-ZA" altLang="en-GB" sz="1400" smtClean="0">
                <a:solidFill>
                  <a:srgbClr val="FFFFFF"/>
                </a:solidFill>
                <a:latin typeface="Franklin Gothic Book" panose="020B0503020102020204" pitchFamily="34" charset="0"/>
              </a:rPr>
              <a:pPr>
                <a:spcBef>
                  <a:spcPct val="0"/>
                </a:spcBef>
                <a:buClrTx/>
                <a:buSzTx/>
                <a:buFontTx/>
                <a:buNone/>
              </a:pPr>
              <a:t>43</a:t>
            </a:fld>
            <a:endParaRPr lang="en-ZA" altLang="en-GB" sz="1400">
              <a:solidFill>
                <a:srgbClr val="FFFFFF"/>
              </a:solidFill>
              <a:latin typeface="Franklin Gothic Book" panose="020B0503020102020204" pitchFamily="34" charset="0"/>
            </a:endParaRPr>
          </a:p>
        </p:txBody>
      </p:sp>
      <p:sp>
        <p:nvSpPr>
          <p:cNvPr id="64518" name="Rectangle 2">
            <a:extLst>
              <a:ext uri="{FF2B5EF4-FFF2-40B4-BE49-F238E27FC236}">
                <a16:creationId xmlns:a16="http://schemas.microsoft.com/office/drawing/2014/main" id="{FCB80598-AA56-9A69-6EA4-3E674D64186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4519" name="Rectangle 4">
            <a:extLst>
              <a:ext uri="{FF2B5EF4-FFF2-40B4-BE49-F238E27FC236}">
                <a16:creationId xmlns:a16="http://schemas.microsoft.com/office/drawing/2014/main" id="{FFD5262E-8EF1-9176-3897-4A8D9CB972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4520" name="Rectangle 2">
            <a:extLst>
              <a:ext uri="{FF2B5EF4-FFF2-40B4-BE49-F238E27FC236}">
                <a16:creationId xmlns:a16="http://schemas.microsoft.com/office/drawing/2014/main" id="{D9D13770-327E-F0C4-A080-EE93FD9AFC9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21" name="Picture 1">
            <a:extLst>
              <a:ext uri="{FF2B5EF4-FFF2-40B4-BE49-F238E27FC236}">
                <a16:creationId xmlns:a16="http://schemas.microsoft.com/office/drawing/2014/main" id="{DB1D6238-18FF-FCAA-55A7-A74974FD5CC6}"/>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867400" y="1196975"/>
            <a:ext cx="1363663"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2" name="Rectangle 4">
            <a:extLst>
              <a:ext uri="{FF2B5EF4-FFF2-40B4-BE49-F238E27FC236}">
                <a16:creationId xmlns:a16="http://schemas.microsoft.com/office/drawing/2014/main" id="{2B3A38A6-F80C-5F6A-2E76-AF95278B082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23" name="Picture 3">
            <a:extLst>
              <a:ext uri="{FF2B5EF4-FFF2-40B4-BE49-F238E27FC236}">
                <a16:creationId xmlns:a16="http://schemas.microsoft.com/office/drawing/2014/main" id="{C50F4BD1-2E16-3F22-1AB9-365A2CC62005}"/>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835150" y="2133600"/>
            <a:ext cx="760413"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4" name="Rectangle 6">
            <a:extLst>
              <a:ext uri="{FF2B5EF4-FFF2-40B4-BE49-F238E27FC236}">
                <a16:creationId xmlns:a16="http://schemas.microsoft.com/office/drawing/2014/main" id="{A7BD81B3-B9CD-F430-F35D-0284CFC635C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25" name="Picture 5">
            <a:extLst>
              <a:ext uri="{FF2B5EF4-FFF2-40B4-BE49-F238E27FC236}">
                <a16:creationId xmlns:a16="http://schemas.microsoft.com/office/drawing/2014/main" id="{80A53C44-F309-8B59-4F28-784C169F6483}"/>
              </a:ext>
            </a:extLst>
          </p:cNvPr>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4500563" y="3284538"/>
            <a:ext cx="1871662"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6" name="Rectangle 8">
            <a:extLst>
              <a:ext uri="{FF2B5EF4-FFF2-40B4-BE49-F238E27FC236}">
                <a16:creationId xmlns:a16="http://schemas.microsoft.com/office/drawing/2014/main" id="{7C172C50-A59B-0431-A7D4-3C7EA5D4837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27" name="Picture 7">
            <a:extLst>
              <a:ext uri="{FF2B5EF4-FFF2-40B4-BE49-F238E27FC236}">
                <a16:creationId xmlns:a16="http://schemas.microsoft.com/office/drawing/2014/main" id="{6DBA16A8-A694-A8BF-3AC5-B65869D1DFD4}"/>
              </a:ext>
            </a:extLst>
          </p:cNvPr>
          <p:cNvPicPr>
            <a:picLocks noChangeAspect="1" noChangeArrowheads="1"/>
          </p:cNvPicPr>
          <p:nvPr/>
        </p:nvPicPr>
        <p:blipFill>
          <a:blip r:embed="rId5">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4356100" y="2997200"/>
            <a:ext cx="214313" cy="471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28" name="Rectangle 10">
            <a:extLst>
              <a:ext uri="{FF2B5EF4-FFF2-40B4-BE49-F238E27FC236}">
                <a16:creationId xmlns:a16="http://schemas.microsoft.com/office/drawing/2014/main" id="{02278498-ACF8-286B-9B5E-33E6F64628E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29" name="Picture 9">
            <a:extLst>
              <a:ext uri="{FF2B5EF4-FFF2-40B4-BE49-F238E27FC236}">
                <a16:creationId xmlns:a16="http://schemas.microsoft.com/office/drawing/2014/main" id="{80E24805-C57B-D8BD-8403-B3A328AC4B97}"/>
              </a:ext>
            </a:extLst>
          </p:cNvPr>
          <p:cNvPicPr>
            <a:picLocks noChangeAspect="1" noChangeArrowheads="1"/>
          </p:cNvPicPr>
          <p:nvPr/>
        </p:nvPicPr>
        <p:blipFill>
          <a:blip r:embed="rId6">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403350" y="4797425"/>
            <a:ext cx="357188" cy="604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30" name="Rectangle 12">
            <a:extLst>
              <a:ext uri="{FF2B5EF4-FFF2-40B4-BE49-F238E27FC236}">
                <a16:creationId xmlns:a16="http://schemas.microsoft.com/office/drawing/2014/main" id="{739C0CDF-3E2E-C2D6-AF72-1191C882C47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4531" name="Picture 11">
            <a:extLst>
              <a:ext uri="{FF2B5EF4-FFF2-40B4-BE49-F238E27FC236}">
                <a16:creationId xmlns:a16="http://schemas.microsoft.com/office/drawing/2014/main" id="{58109096-7897-AE04-92F9-314E4CC68425}"/>
              </a:ext>
            </a:extLst>
          </p:cNvPr>
          <p:cNvPicPr>
            <a:picLocks noChangeAspect="1" noChangeArrowheads="1"/>
          </p:cNvPicPr>
          <p:nvPr/>
        </p:nvPicPr>
        <p:blipFill>
          <a:blip r:embed="rId7">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940425" y="4797425"/>
            <a:ext cx="546100" cy="706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54437-75B6-50B2-FE72-43FE123187D3}"/>
              </a:ext>
            </a:extLst>
          </p:cNvPr>
          <p:cNvSpPr>
            <a:spLocks noGrp="1"/>
          </p:cNvSpPr>
          <p:nvPr>
            <p:ph type="title"/>
          </p:nvPr>
        </p:nvSpPr>
        <p:spPr>
          <a:xfrm>
            <a:off x="457200" y="274638"/>
            <a:ext cx="8043863" cy="561975"/>
          </a:xfrm>
        </p:spPr>
        <p:txBody>
          <a:bodyPr rtlCol="0">
            <a:normAutofit fontScale="90000"/>
          </a:bodyPr>
          <a:lstStyle/>
          <a:p>
            <a:pPr algn="ctr" eaLnBrk="1" fontAlgn="auto" hangingPunct="1">
              <a:spcAft>
                <a:spcPts val="0"/>
              </a:spcAft>
              <a:defRPr/>
            </a:pPr>
            <a:r>
              <a:rPr lang="en-ZA" b="1" dirty="0"/>
              <a:t>4.3. </a:t>
            </a:r>
            <a:r>
              <a:rPr lang="en-US" b="1" dirty="0"/>
              <a:t>Electric Dipole</a:t>
            </a:r>
            <a:endParaRPr lang="en-ZA" b="1" dirty="0"/>
          </a:p>
        </p:txBody>
      </p:sp>
      <p:sp>
        <p:nvSpPr>
          <p:cNvPr id="65538" name="Content Placeholder 2">
            <a:extLst>
              <a:ext uri="{FF2B5EF4-FFF2-40B4-BE49-F238E27FC236}">
                <a16:creationId xmlns:a16="http://schemas.microsoft.com/office/drawing/2014/main" id="{DC8016B9-2370-738F-C6CF-85D16A804F4D}"/>
              </a:ext>
            </a:extLst>
          </p:cNvPr>
          <p:cNvSpPr>
            <a:spLocks noGrp="1"/>
          </p:cNvSpPr>
          <p:nvPr>
            <p:ph sz="quarter" idx="1"/>
          </p:nvPr>
        </p:nvSpPr>
        <p:spPr>
          <a:xfrm>
            <a:off x="468313" y="1628775"/>
            <a:ext cx="8175625" cy="3744913"/>
          </a:xfrm>
        </p:spPr>
        <p:txBody>
          <a:bodyPr/>
          <a:lstStyle/>
          <a:p>
            <a:pPr algn="just" eaLnBrk="1" hangingPunct="1">
              <a:buFont typeface="Arial" panose="020B0604020202020204" pitchFamily="34" charset="0"/>
              <a:buNone/>
            </a:pPr>
            <a:r>
              <a:rPr lang="en-US" altLang="en-GB" b="1"/>
              <a:t>   An electric dipole</a:t>
            </a:r>
            <a:r>
              <a:rPr lang="en-US" altLang="en-GB"/>
              <a:t> is a separation of positive and negative charges. The simplest example of this is a pair </a:t>
            </a:r>
            <a:r>
              <a:rPr lang="en-US" altLang="en-GB" b="1"/>
              <a:t>of electric</a:t>
            </a:r>
            <a:r>
              <a:rPr lang="en-US" altLang="en-GB"/>
              <a:t> charges of equal magnitude but opposite sign, separated by some (usually small) distance. A permanent </a:t>
            </a:r>
            <a:r>
              <a:rPr lang="en-US" altLang="en-GB" b="1"/>
              <a:t>electric dipole</a:t>
            </a:r>
            <a:r>
              <a:rPr lang="en-US" altLang="en-GB"/>
              <a:t> is called an electret.</a:t>
            </a:r>
          </a:p>
          <a:p>
            <a:pPr algn="just" eaLnBrk="1" hangingPunct="1">
              <a:buFont typeface="Arial" panose="020B0604020202020204" pitchFamily="34" charset="0"/>
              <a:buNone/>
            </a:pPr>
            <a:r>
              <a:rPr lang="en-US" altLang="en-GB"/>
              <a:t>	Examples of dipoles include HCl, CO, H</a:t>
            </a:r>
            <a:r>
              <a:rPr lang="en-US" altLang="en-GB" baseline="-25000"/>
              <a:t>2</a:t>
            </a:r>
            <a:r>
              <a:rPr lang="en-US" altLang="en-GB"/>
              <a:t>O and other </a:t>
            </a:r>
            <a:r>
              <a:rPr lang="en-US" altLang="en-GB" i="1"/>
              <a:t>polar</a:t>
            </a:r>
            <a:r>
              <a:rPr lang="en-US" altLang="en-GB"/>
              <a:t> molecules. In principle, any molecule in which the centers of the positive and negative charges do not coincide may be approximated as a dipole.</a:t>
            </a:r>
            <a:endParaRPr lang="en-ZA" altLang="en-GB"/>
          </a:p>
        </p:txBody>
      </p:sp>
      <p:sp>
        <p:nvSpPr>
          <p:cNvPr id="65539" name="Date Placeholder 14">
            <a:extLst>
              <a:ext uri="{FF2B5EF4-FFF2-40B4-BE49-F238E27FC236}">
                <a16:creationId xmlns:a16="http://schemas.microsoft.com/office/drawing/2014/main" id="{E6ADC3E1-D060-9B4A-D7B8-3817AE9C0A1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9E96C32-7AA1-41D4-8C37-80B06F41606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5540" name="Footer Placeholder 13">
            <a:extLst>
              <a:ext uri="{FF2B5EF4-FFF2-40B4-BE49-F238E27FC236}">
                <a16:creationId xmlns:a16="http://schemas.microsoft.com/office/drawing/2014/main" id="{20522780-D3A3-AF37-1C45-9158A78E252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5541" name="Slide Number Placeholder 12">
            <a:extLst>
              <a:ext uri="{FF2B5EF4-FFF2-40B4-BE49-F238E27FC236}">
                <a16:creationId xmlns:a16="http://schemas.microsoft.com/office/drawing/2014/main" id="{6C973046-7535-A072-8841-D9CF05C4446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DD0AF90-D8F9-40C4-9AC1-5895C6A4D960}" type="slidenum">
              <a:rPr lang="en-ZA" altLang="en-GB" sz="1400" smtClean="0">
                <a:solidFill>
                  <a:srgbClr val="FFFFFF"/>
                </a:solidFill>
                <a:latin typeface="Franklin Gothic Book" panose="020B0503020102020204" pitchFamily="34" charset="0"/>
              </a:rPr>
              <a:pPr>
                <a:spcBef>
                  <a:spcPct val="0"/>
                </a:spcBef>
                <a:buClrTx/>
                <a:buSzTx/>
                <a:buFontTx/>
                <a:buNone/>
              </a:pPr>
              <a:t>44</a:t>
            </a:fld>
            <a:endParaRPr lang="en-ZA" altLang="en-GB" sz="1400">
              <a:solidFill>
                <a:srgbClr val="FFFFFF"/>
              </a:solidFill>
              <a:latin typeface="Franklin Gothic Book" panose="020B0503020102020204" pitchFamily="34" charset="0"/>
            </a:endParaRPr>
          </a:p>
        </p:txBody>
      </p:sp>
      <p:sp>
        <p:nvSpPr>
          <p:cNvPr id="65542" name="Rectangle 2">
            <a:extLst>
              <a:ext uri="{FF2B5EF4-FFF2-40B4-BE49-F238E27FC236}">
                <a16:creationId xmlns:a16="http://schemas.microsoft.com/office/drawing/2014/main" id="{5D80EB74-986C-6D65-2926-C7A9E454DD6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3" name="Rectangle 4">
            <a:extLst>
              <a:ext uri="{FF2B5EF4-FFF2-40B4-BE49-F238E27FC236}">
                <a16:creationId xmlns:a16="http://schemas.microsoft.com/office/drawing/2014/main" id="{07CB7EE1-D1F8-2195-31D0-CC49EE9F083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4" name="Rectangle 2">
            <a:extLst>
              <a:ext uri="{FF2B5EF4-FFF2-40B4-BE49-F238E27FC236}">
                <a16:creationId xmlns:a16="http://schemas.microsoft.com/office/drawing/2014/main" id="{2B9ABBDB-BACA-9888-BE4B-31D5A51DB62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5" name="Rectangle 4">
            <a:extLst>
              <a:ext uri="{FF2B5EF4-FFF2-40B4-BE49-F238E27FC236}">
                <a16:creationId xmlns:a16="http://schemas.microsoft.com/office/drawing/2014/main" id="{DCECE311-0362-BC17-E0BF-129680D7CD1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6" name="Rectangle 6">
            <a:extLst>
              <a:ext uri="{FF2B5EF4-FFF2-40B4-BE49-F238E27FC236}">
                <a16:creationId xmlns:a16="http://schemas.microsoft.com/office/drawing/2014/main" id="{9B3D3A48-0C55-4D4A-3EBC-9DE28FC92B7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7" name="Rectangle 8">
            <a:extLst>
              <a:ext uri="{FF2B5EF4-FFF2-40B4-BE49-F238E27FC236}">
                <a16:creationId xmlns:a16="http://schemas.microsoft.com/office/drawing/2014/main" id="{A7DDF256-2614-8B77-99B3-CA126995635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8" name="Rectangle 10">
            <a:extLst>
              <a:ext uri="{FF2B5EF4-FFF2-40B4-BE49-F238E27FC236}">
                <a16:creationId xmlns:a16="http://schemas.microsoft.com/office/drawing/2014/main" id="{74D46C94-387A-FDD7-4289-AE62D456ADD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65549" name="Rectangle 12">
            <a:extLst>
              <a:ext uri="{FF2B5EF4-FFF2-40B4-BE49-F238E27FC236}">
                <a16:creationId xmlns:a16="http://schemas.microsoft.com/office/drawing/2014/main" id="{1C57F95E-83BD-F935-3C7C-14CF21AAE6A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Tree>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a:extLst>
              <a:ext uri="{FF2B5EF4-FFF2-40B4-BE49-F238E27FC236}">
                <a16:creationId xmlns:a16="http://schemas.microsoft.com/office/drawing/2014/main" id="{2312D572-F1D1-EBC1-C656-3AE08317A3AE}"/>
              </a:ext>
            </a:extLst>
          </p:cNvPr>
          <p:cNvSpPr>
            <a:spLocks noGrp="1"/>
          </p:cNvSpPr>
          <p:nvPr>
            <p:ph type="title"/>
          </p:nvPr>
        </p:nvSpPr>
        <p:spPr>
          <a:xfrm>
            <a:off x="323850" y="188913"/>
            <a:ext cx="3008313" cy="1655762"/>
          </a:xfrm>
        </p:spPr>
        <p:txBody>
          <a:bodyPr/>
          <a:lstStyle/>
          <a:p>
            <a:pPr eaLnBrk="1" hangingPunct="1">
              <a:defRPr/>
            </a:pPr>
            <a:r>
              <a:rPr lang="en-US" sz="2000" b="1" dirty="0">
                <a:solidFill>
                  <a:srgbClr val="002060"/>
                </a:solidFill>
                <a:latin typeface="+mn-lt"/>
              </a:rPr>
              <a:t>Field lines representing a uniform electric field penetrating a plane of area perpendicular to the field</a:t>
            </a:r>
          </a:p>
        </p:txBody>
      </p:sp>
      <p:sp>
        <p:nvSpPr>
          <p:cNvPr id="66562" name="Text Placeholder 3">
            <a:extLst>
              <a:ext uri="{FF2B5EF4-FFF2-40B4-BE49-F238E27FC236}">
                <a16:creationId xmlns:a16="http://schemas.microsoft.com/office/drawing/2014/main" id="{3417EE07-51C6-7970-19B2-2636E8594F93}"/>
              </a:ext>
            </a:extLst>
          </p:cNvPr>
          <p:cNvSpPr>
            <a:spLocks noGrp="1"/>
          </p:cNvSpPr>
          <p:nvPr>
            <p:ph type="body" idx="2"/>
          </p:nvPr>
        </p:nvSpPr>
        <p:spPr>
          <a:xfrm>
            <a:off x="457200" y="1989138"/>
            <a:ext cx="3008313" cy="4392612"/>
          </a:xfrm>
        </p:spPr>
        <p:txBody>
          <a:bodyPr/>
          <a:lstStyle/>
          <a:p>
            <a:pPr eaLnBrk="1" hangingPunct="1"/>
            <a:r>
              <a:rPr lang="en-US" altLang="en-GB"/>
              <a:t>.</a:t>
            </a:r>
          </a:p>
        </p:txBody>
      </p:sp>
      <p:sp>
        <p:nvSpPr>
          <p:cNvPr id="66563" name="Content Placeholder 2">
            <a:extLst>
              <a:ext uri="{FF2B5EF4-FFF2-40B4-BE49-F238E27FC236}">
                <a16:creationId xmlns:a16="http://schemas.microsoft.com/office/drawing/2014/main" id="{8189C725-7A07-585C-61E6-8916368D4754}"/>
              </a:ext>
            </a:extLst>
          </p:cNvPr>
          <p:cNvSpPr>
            <a:spLocks noGrp="1"/>
          </p:cNvSpPr>
          <p:nvPr>
            <p:ph sz="quarter" idx="1"/>
          </p:nvPr>
        </p:nvSpPr>
        <p:spPr>
          <a:xfrm>
            <a:off x="3203575" y="404813"/>
            <a:ext cx="5483225" cy="5516562"/>
          </a:xfrm>
        </p:spPr>
        <p:txBody>
          <a:bodyPr/>
          <a:lstStyle/>
          <a:p>
            <a:pPr algn="just" eaLnBrk="1" hangingPunct="1">
              <a:buFont typeface="Arial" panose="020B0604020202020204" pitchFamily="34" charset="0"/>
              <a:buNone/>
            </a:pPr>
            <a:r>
              <a:rPr lang="en-US" altLang="en-GB" sz="2300"/>
              <a:t>    Consider an electric field that is uniform in both magnitude and direction as shown in Figure at left side. The field lines penetrate a rectangular surface of area whose plane is oriented perpendicular to the field. The number of lines per unit area (in other words, the </a:t>
            </a:r>
            <a:r>
              <a:rPr lang="en-US" altLang="en-GB" sz="2300" i="1"/>
              <a:t>line density</a:t>
            </a:r>
            <a:r>
              <a:rPr lang="en-US" altLang="en-GB" sz="2300"/>
              <a:t>) is always proportional to the magnitude of the electric field. Therefore, the total number of lines penetrating the surface is proportional to the product </a:t>
            </a:r>
            <a:r>
              <a:rPr lang="en-US" altLang="en-GB" sz="2300" b="1" i="1"/>
              <a:t>EA</a:t>
            </a:r>
            <a:r>
              <a:rPr lang="en-US" altLang="en-GB" sz="2300" i="1"/>
              <a:t>. </a:t>
            </a:r>
            <a:r>
              <a:rPr lang="en-US" altLang="en-GB" sz="2300"/>
              <a:t>This product of the magnitude of the electric field and surface area perpendicular to the field is called the </a:t>
            </a:r>
            <a:r>
              <a:rPr lang="en-US" altLang="en-GB" sz="2300" b="1"/>
              <a:t>electric flux. </a:t>
            </a:r>
            <a:r>
              <a:rPr lang="en-US" altLang="en-GB" sz="2300"/>
              <a:t>From the SI units of </a:t>
            </a:r>
            <a:r>
              <a:rPr lang="en-US" altLang="en-GB" sz="2300" i="1"/>
              <a:t>E </a:t>
            </a:r>
            <a:r>
              <a:rPr lang="en-US" altLang="en-GB" sz="2300"/>
              <a:t>and </a:t>
            </a:r>
            <a:r>
              <a:rPr lang="en-US" altLang="en-GB" sz="2300" i="1"/>
              <a:t>A</a:t>
            </a:r>
            <a:r>
              <a:rPr lang="en-US" altLang="en-GB" sz="2300"/>
              <a:t>, we see that    has units of Newton meters squared per coulomb </a:t>
            </a:r>
          </a:p>
          <a:p>
            <a:pPr algn="just" eaLnBrk="1" hangingPunct="1">
              <a:buFont typeface="Arial" panose="020B0604020202020204" pitchFamily="34" charset="0"/>
              <a:buNone/>
            </a:pPr>
            <a:endParaRPr lang="en-US" altLang="en-GB" sz="2300"/>
          </a:p>
          <a:p>
            <a:pPr eaLnBrk="1" hangingPunct="1">
              <a:buFont typeface="Arial" panose="020B0604020202020204" pitchFamily="34" charset="0"/>
              <a:buNone/>
            </a:pPr>
            <a:endParaRPr lang="en-US" altLang="en-GB"/>
          </a:p>
          <a:p>
            <a:pPr eaLnBrk="1" hangingPunct="1">
              <a:buFont typeface="Arial" panose="020B0604020202020204" pitchFamily="34" charset="0"/>
              <a:buNone/>
            </a:pPr>
            <a:endParaRPr lang="en-US" altLang="en-GB"/>
          </a:p>
        </p:txBody>
      </p:sp>
      <p:sp>
        <p:nvSpPr>
          <p:cNvPr id="66564" name="Date Placeholder 4">
            <a:extLst>
              <a:ext uri="{FF2B5EF4-FFF2-40B4-BE49-F238E27FC236}">
                <a16:creationId xmlns:a16="http://schemas.microsoft.com/office/drawing/2014/main" id="{9C08D1BD-5AC1-8EF2-A866-4640A1A3EB4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8D92FCC-F9CD-48FD-8B43-B2C6FD92E11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pic>
        <p:nvPicPr>
          <p:cNvPr id="66565" name="Picture 3">
            <a:extLst>
              <a:ext uri="{FF2B5EF4-FFF2-40B4-BE49-F238E27FC236}">
                <a16:creationId xmlns:a16="http://schemas.microsoft.com/office/drawing/2014/main" id="{E0AB634A-91C7-C27B-93DB-AC7AD03A1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349500"/>
            <a:ext cx="2447925" cy="230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6" name="Picture 4">
            <a:extLst>
              <a:ext uri="{FF2B5EF4-FFF2-40B4-BE49-F238E27FC236}">
                <a16:creationId xmlns:a16="http://schemas.microsoft.com/office/drawing/2014/main" id="{FD21D40A-6A3B-E08B-5F09-65FE335A069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5013325"/>
            <a:ext cx="390525"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7" name="Picture 5">
            <a:extLst>
              <a:ext uri="{FF2B5EF4-FFF2-40B4-BE49-F238E27FC236}">
                <a16:creationId xmlns:a16="http://schemas.microsoft.com/office/drawing/2014/main" id="{F09A7A90-C9E3-9211-8580-372E48852AC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5963" y="5300663"/>
            <a:ext cx="123825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a:extLst>
              <a:ext uri="{FF2B5EF4-FFF2-40B4-BE49-F238E27FC236}">
                <a16:creationId xmlns:a16="http://schemas.microsoft.com/office/drawing/2014/main" id="{75530733-50F2-C841-E93A-4762F5251DB5}"/>
              </a:ext>
            </a:extLst>
          </p:cNvPr>
          <p:cNvSpPr>
            <a:spLocks noGrp="1"/>
          </p:cNvSpPr>
          <p:nvPr>
            <p:ph type="title"/>
          </p:nvPr>
        </p:nvSpPr>
        <p:spPr>
          <a:xfrm>
            <a:off x="457200" y="274638"/>
            <a:ext cx="8186738" cy="417512"/>
          </a:xfrm>
        </p:spPr>
        <p:txBody>
          <a:bodyPr/>
          <a:lstStyle/>
          <a:p>
            <a:pPr algn="ctr" eaLnBrk="1" hangingPunct="1"/>
            <a:r>
              <a:rPr lang="en-US" altLang="en-GB" sz="3200" b="1"/>
              <a:t>4.5. Electric flux</a:t>
            </a:r>
            <a:endParaRPr lang="en-ZA" altLang="en-GB" sz="3200" b="1"/>
          </a:p>
        </p:txBody>
      </p:sp>
      <p:sp>
        <p:nvSpPr>
          <p:cNvPr id="3" name="Content Placeholder 2">
            <a:extLst>
              <a:ext uri="{FF2B5EF4-FFF2-40B4-BE49-F238E27FC236}">
                <a16:creationId xmlns:a16="http://schemas.microsoft.com/office/drawing/2014/main" id="{1C15B0B3-D84B-2089-C9D5-84EAA9653112}"/>
              </a:ext>
            </a:extLst>
          </p:cNvPr>
          <p:cNvSpPr>
            <a:spLocks noGrp="1"/>
          </p:cNvSpPr>
          <p:nvPr>
            <p:ph sz="quarter" idx="1"/>
          </p:nvPr>
        </p:nvSpPr>
        <p:spPr>
          <a:xfrm>
            <a:off x="457200" y="836613"/>
            <a:ext cx="8229600" cy="5289550"/>
          </a:xfrm>
        </p:spPr>
        <p:txBody>
          <a:bodyPr rtlCol="0">
            <a:normAutofit lnSpcReduction="10000"/>
          </a:bodyPr>
          <a:lstStyle/>
          <a:p>
            <a:pPr algn="just" eaLnBrk="1" hangingPunct="1">
              <a:buFont typeface="Arial" charset="0"/>
              <a:buNone/>
              <a:defRPr/>
            </a:pPr>
            <a:r>
              <a:rPr lang="en-US" sz="2400" dirty="0"/>
              <a:t>    If the surface under consideration is not perpendicular to the field, the flux through it must be less than that given by the equation above. </a:t>
            </a:r>
          </a:p>
          <a:p>
            <a:pPr algn="just" eaLnBrk="1" hangingPunct="1">
              <a:buFont typeface="Arial" charset="0"/>
              <a:buNone/>
              <a:defRPr/>
            </a:pPr>
            <a:r>
              <a:rPr lang="en-US" sz="2400" dirty="0"/>
              <a:t>    To calculate the flux through a particular surface, multiply the surface area by the component of the electric field perpendicular to the surface. </a:t>
            </a:r>
          </a:p>
          <a:p>
            <a:pPr algn="just" eaLnBrk="1" hangingPunct="1">
              <a:buFont typeface="Arial" charset="0"/>
              <a:buNone/>
              <a:defRPr/>
            </a:pPr>
            <a:r>
              <a:rPr lang="en-US" sz="2400" dirty="0"/>
              <a:t>     From this result, we see that the flux through a surface of fixed area </a:t>
            </a:r>
            <a:r>
              <a:rPr lang="en-US" sz="2400" i="1" dirty="0"/>
              <a:t>A </a:t>
            </a:r>
            <a:r>
              <a:rPr lang="en-US" sz="2400" dirty="0"/>
              <a:t>has a maximum value </a:t>
            </a:r>
            <a:r>
              <a:rPr lang="en-US" sz="2400" i="1" dirty="0"/>
              <a:t>EA </a:t>
            </a:r>
            <a:r>
              <a:rPr lang="en-US" sz="2400" dirty="0"/>
              <a:t>when the surface is perpendicular to the field (when the normal to the surface is parallel to the field, that is, when</a:t>
            </a:r>
          </a:p>
          <a:p>
            <a:pPr algn="just" eaLnBrk="1" hangingPunct="1">
              <a:buFont typeface="Arial" charset="0"/>
              <a:buNone/>
              <a:defRPr/>
            </a:pPr>
            <a:r>
              <a:rPr lang="en-US" sz="2400" dirty="0"/>
              <a:t>            ); the flux is zero when the surface is parallel to the field </a:t>
            </a:r>
          </a:p>
          <a:p>
            <a:pPr algn="just" eaLnBrk="1" hangingPunct="1">
              <a:buFont typeface="Arial" charset="0"/>
              <a:buNone/>
              <a:defRPr/>
            </a:pPr>
            <a:r>
              <a:rPr lang="en-US" sz="2400" dirty="0"/>
              <a:t>(when the normal to the surface is perpendicular to the field, that is, when </a:t>
            </a:r>
          </a:p>
          <a:p>
            <a:pPr algn="just" eaLnBrk="1" hangingPunct="1">
              <a:buFont typeface="Arial" charset="0"/>
              <a:buNone/>
              <a:defRPr/>
            </a:pPr>
            <a:endParaRPr lang="en-US" sz="2400" dirty="0"/>
          </a:p>
          <a:p>
            <a:pPr algn="just" eaLnBrk="1" hangingPunct="1">
              <a:buFont typeface="Arial" charset="0"/>
              <a:buNone/>
              <a:defRPr/>
            </a:pPr>
            <a:r>
              <a:rPr lang="en-US" sz="2400" dirty="0"/>
              <a:t>    Where     is the angle between the electric field and the normal to the surface</a:t>
            </a:r>
          </a:p>
          <a:p>
            <a:pPr algn="just" eaLnBrk="1" fontAlgn="auto" hangingPunct="1">
              <a:spcAft>
                <a:spcPts val="0"/>
              </a:spcAft>
              <a:buFont typeface="Arial" pitchFamily="34" charset="0"/>
              <a:buNone/>
              <a:defRPr/>
            </a:pPr>
            <a:endParaRPr lang="en-ZA" sz="2400" dirty="0"/>
          </a:p>
        </p:txBody>
      </p:sp>
      <p:sp>
        <p:nvSpPr>
          <p:cNvPr id="67587" name="Date Placeholder 6">
            <a:extLst>
              <a:ext uri="{FF2B5EF4-FFF2-40B4-BE49-F238E27FC236}">
                <a16:creationId xmlns:a16="http://schemas.microsoft.com/office/drawing/2014/main" id="{30116A9C-26BB-0457-FE88-B4C2160525F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8654818-806D-4DC9-842B-6984C9E1DD6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7588" name="Footer Placeholder 5">
            <a:extLst>
              <a:ext uri="{FF2B5EF4-FFF2-40B4-BE49-F238E27FC236}">
                <a16:creationId xmlns:a16="http://schemas.microsoft.com/office/drawing/2014/main" id="{593037E9-B7D4-E486-7E56-F6C230D1EFC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7589" name="Slide Number Placeholder 4">
            <a:extLst>
              <a:ext uri="{FF2B5EF4-FFF2-40B4-BE49-F238E27FC236}">
                <a16:creationId xmlns:a16="http://schemas.microsoft.com/office/drawing/2014/main" id="{36F29DB7-1F6A-6421-199D-D8EE62C3192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B0E5E00-65D3-4811-85EA-D380B6946CC1}" type="slidenum">
              <a:rPr lang="en-ZA" altLang="en-GB" sz="1400" smtClean="0">
                <a:solidFill>
                  <a:srgbClr val="FFFFFF"/>
                </a:solidFill>
                <a:latin typeface="Franklin Gothic Book" panose="020B0503020102020204" pitchFamily="34" charset="0"/>
              </a:rPr>
              <a:pPr>
                <a:spcBef>
                  <a:spcPct val="0"/>
                </a:spcBef>
                <a:buClrTx/>
                <a:buSzTx/>
                <a:buFontTx/>
                <a:buNone/>
              </a:pPr>
              <a:t>46</a:t>
            </a:fld>
            <a:endParaRPr lang="en-ZA" altLang="en-GB" sz="1400">
              <a:solidFill>
                <a:srgbClr val="FFFFFF"/>
              </a:solidFill>
              <a:latin typeface="Franklin Gothic Book" panose="020B0503020102020204" pitchFamily="34" charset="0"/>
            </a:endParaRPr>
          </a:p>
        </p:txBody>
      </p:sp>
      <p:pic>
        <p:nvPicPr>
          <p:cNvPr id="67590" name="Picture 7">
            <a:extLst>
              <a:ext uri="{FF2B5EF4-FFF2-40B4-BE49-F238E27FC236}">
                <a16:creationId xmlns:a16="http://schemas.microsoft.com/office/drawing/2014/main" id="{0DA77832-6FD1-194C-211C-D2142DCB65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716338"/>
            <a:ext cx="876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7591" name="Picture 8">
            <a:extLst>
              <a:ext uri="{FF2B5EF4-FFF2-40B4-BE49-F238E27FC236}">
                <a16:creationId xmlns:a16="http://schemas.microsoft.com/office/drawing/2014/main" id="{D15327C6-35AC-4F26-6EC0-76DDE34E78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4437063"/>
            <a:ext cx="1247775"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1">
            <a:extLst>
              <a:ext uri="{FF2B5EF4-FFF2-40B4-BE49-F238E27FC236}">
                <a16:creationId xmlns:a16="http://schemas.microsoft.com/office/drawing/2014/main" id="{7E2A30A8-5131-4225-37C5-4D0624F0077C}"/>
              </a:ext>
            </a:extLst>
          </p:cNvPr>
          <p:cNvPicPr>
            <a:picLocks noChangeAspect="1" noChangeArrowheads="1"/>
          </p:cNvPicPr>
          <p:nvPr/>
        </p:nvPicPr>
        <p:blipFill>
          <a:blip r:embed="rId4">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555875" y="2349500"/>
            <a:ext cx="36195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3">
            <a:extLst>
              <a:ext uri="{FF2B5EF4-FFF2-40B4-BE49-F238E27FC236}">
                <a16:creationId xmlns:a16="http://schemas.microsoft.com/office/drawing/2014/main" id="{A59629EC-E817-779A-DF36-153CA2BC27A5}"/>
              </a:ext>
            </a:extLst>
          </p:cNvPr>
          <p:cNvPicPr>
            <a:picLocks noChangeAspect="1" noChangeArrowheads="1"/>
          </p:cNvPicPr>
          <p:nvPr/>
        </p:nvPicPr>
        <p:blipFill>
          <a:blip r:embed="rId5">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547813" y="5157788"/>
            <a:ext cx="2857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8" presetClass="entr" presetSubtype="16"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diamond(in)">
                                      <p:cBhvr>
                                        <p:cTn id="43" dur="2000"/>
                                        <p:tgtEl>
                                          <p:spTgt spid="9"/>
                                        </p:tgtEl>
                                      </p:cBhvr>
                                    </p:animEffect>
                                  </p:childTnLst>
                                </p:cTn>
                              </p:par>
                              <p:par>
                                <p:cTn id="44" presetID="8" presetClass="entr" presetSubtype="16" fill="hold" nodeType="with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diamond(in)">
                                      <p:cBhvr>
                                        <p:cTn id="46"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F7EE8-54FA-1A66-0104-F569F59044BF}"/>
              </a:ext>
            </a:extLst>
          </p:cNvPr>
          <p:cNvSpPr>
            <a:spLocks noGrp="1"/>
          </p:cNvSpPr>
          <p:nvPr>
            <p:ph type="title"/>
          </p:nvPr>
        </p:nvSpPr>
        <p:spPr>
          <a:xfrm>
            <a:off x="357188" y="0"/>
            <a:ext cx="8186737" cy="725488"/>
          </a:xfrm>
        </p:spPr>
        <p:txBody>
          <a:bodyPr rtlCol="0">
            <a:normAutofit fontScale="90000"/>
          </a:bodyPr>
          <a:lstStyle/>
          <a:p>
            <a:pPr algn="ctr" eaLnBrk="1" fontAlgn="auto" hangingPunct="1">
              <a:spcAft>
                <a:spcPts val="0"/>
              </a:spcAft>
              <a:defRPr/>
            </a:pPr>
            <a:r>
              <a:rPr lang="en-ZA" b="1" dirty="0"/>
              <a:t>4.6. Gauss’s law</a:t>
            </a:r>
          </a:p>
        </p:txBody>
      </p:sp>
      <p:sp>
        <p:nvSpPr>
          <p:cNvPr id="3" name="Content Placeholder 2">
            <a:extLst>
              <a:ext uri="{FF2B5EF4-FFF2-40B4-BE49-F238E27FC236}">
                <a16:creationId xmlns:a16="http://schemas.microsoft.com/office/drawing/2014/main" id="{11C52C1D-7727-AD6E-A657-0B15153AC2A3}"/>
              </a:ext>
            </a:extLst>
          </p:cNvPr>
          <p:cNvSpPr>
            <a:spLocks noGrp="1"/>
          </p:cNvSpPr>
          <p:nvPr>
            <p:ph sz="quarter" idx="1"/>
          </p:nvPr>
        </p:nvSpPr>
        <p:spPr>
          <a:xfrm>
            <a:off x="457200" y="1557338"/>
            <a:ext cx="8229600" cy="3311525"/>
          </a:xfrm>
        </p:spPr>
        <p:txBody>
          <a:bodyPr/>
          <a:lstStyle/>
          <a:p>
            <a:pPr algn="just" eaLnBrk="1" hangingPunct="1">
              <a:buFont typeface="Arial" panose="020B0604020202020204" pitchFamily="34" charset="0"/>
              <a:buNone/>
            </a:pPr>
            <a:r>
              <a:rPr lang="en-ZA" altLang="en-GB"/>
              <a:t>Gauss’s law states that “</a:t>
            </a:r>
            <a:r>
              <a:rPr lang="en-ZA" altLang="en-GB" i="1"/>
              <a:t>the flux of the electric field over the Gaussian surface equals to the net charge enclosed by that surface.</a:t>
            </a:r>
            <a:r>
              <a:rPr lang="en-ZA" altLang="en-GB"/>
              <a:t>”</a:t>
            </a:r>
          </a:p>
          <a:p>
            <a:pPr algn="just" eaLnBrk="1" hangingPunct="1">
              <a:buFont typeface="Arial" panose="020B0604020202020204" pitchFamily="34" charset="0"/>
              <a:buNone/>
            </a:pPr>
            <a:endParaRPr lang="en-ZA" altLang="en-GB"/>
          </a:p>
          <a:p>
            <a:pPr algn="just" eaLnBrk="1" hangingPunct="1"/>
            <a:endParaRPr lang="en-ZA" altLang="en-GB"/>
          </a:p>
          <a:p>
            <a:pPr algn="just" eaLnBrk="1" hangingPunct="1"/>
            <a:r>
              <a:rPr lang="en-ZA" altLang="en-GB"/>
              <a:t>The integral form of Gauss’s law:</a:t>
            </a:r>
          </a:p>
          <a:p>
            <a:pPr algn="just" eaLnBrk="1" hangingPunct="1">
              <a:buFont typeface="Arial" panose="020B0604020202020204" pitchFamily="34" charset="0"/>
              <a:buNone/>
            </a:pPr>
            <a:endParaRPr lang="en-ZA" altLang="en-GB"/>
          </a:p>
          <a:p>
            <a:pPr algn="just" eaLnBrk="1" hangingPunct="1"/>
            <a:endParaRPr lang="en-ZA" altLang="en-GB"/>
          </a:p>
        </p:txBody>
      </p:sp>
      <p:sp>
        <p:nvSpPr>
          <p:cNvPr id="68611" name="Date Placeholder 11">
            <a:extLst>
              <a:ext uri="{FF2B5EF4-FFF2-40B4-BE49-F238E27FC236}">
                <a16:creationId xmlns:a16="http://schemas.microsoft.com/office/drawing/2014/main" id="{D53A2522-BD17-B2DC-409D-69CA3E307A9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48862BE-AC82-4A50-97FF-9E77F52019A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8612" name="Footer Placeholder 10">
            <a:extLst>
              <a:ext uri="{FF2B5EF4-FFF2-40B4-BE49-F238E27FC236}">
                <a16:creationId xmlns:a16="http://schemas.microsoft.com/office/drawing/2014/main" id="{55010299-3918-5CA6-A8D7-AB9C2126539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8613" name="Slide Number Placeholder 9">
            <a:extLst>
              <a:ext uri="{FF2B5EF4-FFF2-40B4-BE49-F238E27FC236}">
                <a16:creationId xmlns:a16="http://schemas.microsoft.com/office/drawing/2014/main" id="{DEB27260-7310-27D2-D6AC-12C080D75DE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968CFBF-CAAF-45E8-80BB-1B797D565674}" type="slidenum">
              <a:rPr lang="en-ZA" altLang="en-GB" sz="1400" smtClean="0">
                <a:solidFill>
                  <a:srgbClr val="FFFFFF"/>
                </a:solidFill>
                <a:latin typeface="Franklin Gothic Book" panose="020B0503020102020204" pitchFamily="34" charset="0"/>
              </a:rPr>
              <a:pPr>
                <a:spcBef>
                  <a:spcPct val="0"/>
                </a:spcBef>
                <a:buClrTx/>
                <a:buSzTx/>
                <a:buFontTx/>
                <a:buNone/>
              </a:pPr>
              <a:t>47</a:t>
            </a:fld>
            <a:endParaRPr lang="en-ZA" altLang="en-GB" sz="1400">
              <a:solidFill>
                <a:srgbClr val="FFFFFF"/>
              </a:solidFill>
              <a:latin typeface="Franklin Gothic Book" panose="020B0503020102020204" pitchFamily="34" charset="0"/>
            </a:endParaRPr>
          </a:p>
        </p:txBody>
      </p:sp>
      <p:sp>
        <p:nvSpPr>
          <p:cNvPr id="68614" name="Rectangle 2">
            <a:extLst>
              <a:ext uri="{FF2B5EF4-FFF2-40B4-BE49-F238E27FC236}">
                <a16:creationId xmlns:a16="http://schemas.microsoft.com/office/drawing/2014/main" id="{BA9EA1D6-2AD8-44A3-591C-128F661E3995}"/>
              </a:ext>
            </a:extLst>
          </p:cNvPr>
          <p:cNvSpPr>
            <a:spLocks noChangeArrowheads="1"/>
          </p:cNvSpPr>
          <p:nvPr/>
        </p:nvSpPr>
        <p:spPr bwMode="auto">
          <a:xfrm>
            <a:off x="0" y="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68615" name="Picture 1">
            <a:extLst>
              <a:ext uri="{FF2B5EF4-FFF2-40B4-BE49-F238E27FC236}">
                <a16:creationId xmlns:a16="http://schemas.microsoft.com/office/drawing/2014/main" id="{FDDF96B2-59D3-AA68-2FED-5C91FDBBCA61}"/>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802063" y="2357438"/>
            <a:ext cx="1055687"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6" name="Rectangle 3">
            <a:extLst>
              <a:ext uri="{FF2B5EF4-FFF2-40B4-BE49-F238E27FC236}">
                <a16:creationId xmlns:a16="http://schemas.microsoft.com/office/drawing/2014/main" id="{B854FD6B-F657-6A7C-6DAB-5E430335F5E6}"/>
              </a:ext>
            </a:extLst>
          </p:cNvPr>
          <p:cNvSpPr>
            <a:spLocks noChangeArrowheads="1"/>
          </p:cNvSpPr>
          <p:nvPr/>
        </p:nvSpPr>
        <p:spPr bwMode="auto">
          <a:xfrm>
            <a:off x="0" y="82867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Arial" panose="020B0604020202020204" pitchFamily="34" charset="0"/>
            </a:endParaRPr>
          </a:p>
        </p:txBody>
      </p:sp>
      <p:sp>
        <p:nvSpPr>
          <p:cNvPr id="68617" name="Rectangle 5">
            <a:extLst>
              <a:ext uri="{FF2B5EF4-FFF2-40B4-BE49-F238E27FC236}">
                <a16:creationId xmlns:a16="http://schemas.microsoft.com/office/drawing/2014/main" id="{9EE9D918-1821-1082-CC3C-47BA280A4E2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7412" name="Picture 4">
            <a:extLst>
              <a:ext uri="{FF2B5EF4-FFF2-40B4-BE49-F238E27FC236}">
                <a16:creationId xmlns:a16="http://schemas.microsoft.com/office/drawing/2014/main" id="{65738892-E6B7-5D13-5BB6-F4B7600510A3}"/>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419475" y="4005263"/>
            <a:ext cx="1643063" cy="717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7412"/>
                                        </p:tgtEl>
                                        <p:attrNameLst>
                                          <p:attrName>style.visibility</p:attrName>
                                        </p:attrNameLst>
                                      </p:cBhvr>
                                      <p:to>
                                        <p:strVal val="visible"/>
                                      </p:to>
                                    </p:set>
                                    <p:animEffect transition="in" filter="diamond(in)">
                                      <p:cBhvr>
                                        <p:cTn id="13" dur="2000"/>
                                        <p:tgtEl>
                                          <p:spTgt spid="174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a:extLst>
              <a:ext uri="{FF2B5EF4-FFF2-40B4-BE49-F238E27FC236}">
                <a16:creationId xmlns:a16="http://schemas.microsoft.com/office/drawing/2014/main" id="{18C2BE6E-1284-8822-0CBA-3921D836666F}"/>
              </a:ext>
            </a:extLst>
          </p:cNvPr>
          <p:cNvSpPr>
            <a:spLocks noGrp="1"/>
          </p:cNvSpPr>
          <p:nvPr>
            <p:ph type="title"/>
          </p:nvPr>
        </p:nvSpPr>
        <p:spPr/>
        <p:txBody>
          <a:bodyPr/>
          <a:lstStyle/>
          <a:p>
            <a:pPr eaLnBrk="1" hangingPunct="1"/>
            <a:r>
              <a:rPr lang="en-US" altLang="en-GB"/>
              <a:t>Exercise 1</a:t>
            </a:r>
          </a:p>
        </p:txBody>
      </p:sp>
      <p:sp>
        <p:nvSpPr>
          <p:cNvPr id="69634" name="Content Placeholder 2">
            <a:extLst>
              <a:ext uri="{FF2B5EF4-FFF2-40B4-BE49-F238E27FC236}">
                <a16:creationId xmlns:a16="http://schemas.microsoft.com/office/drawing/2014/main" id="{C177FA4A-2735-CF8F-8AAB-885F0B2FE6FE}"/>
              </a:ext>
            </a:extLst>
          </p:cNvPr>
          <p:cNvSpPr>
            <a:spLocks noGrp="1"/>
          </p:cNvSpPr>
          <p:nvPr>
            <p:ph sz="quarter" idx="1"/>
          </p:nvPr>
        </p:nvSpPr>
        <p:spPr>
          <a:xfrm>
            <a:off x="457200" y="1600200"/>
            <a:ext cx="8229600" cy="3484563"/>
          </a:xfrm>
        </p:spPr>
        <p:txBody>
          <a:bodyPr/>
          <a:lstStyle/>
          <a:p>
            <a:pPr marL="514350" indent="-514350" algn="just" eaLnBrk="1" hangingPunct="1">
              <a:buFont typeface="Arial" panose="020B0604020202020204" pitchFamily="34" charset="0"/>
              <a:buNone/>
            </a:pPr>
            <a:r>
              <a:rPr lang="en-US" altLang="en-GB"/>
              <a:t>    The electron and proton of a hydrogen atom are separated (on the average) by a distance of approximately               </a:t>
            </a:r>
          </a:p>
          <a:p>
            <a:pPr marL="514350" indent="-514350" algn="just" eaLnBrk="1" hangingPunct="1">
              <a:buFont typeface="Arial" panose="020B0604020202020204" pitchFamily="34" charset="0"/>
              <a:buNone/>
            </a:pPr>
            <a:r>
              <a:rPr lang="en-US" altLang="en-GB"/>
              <a:t>     Find the magnitudes of the electric force and the gravitational force between the two particles.</a:t>
            </a:r>
          </a:p>
          <a:p>
            <a:pPr marL="514350" indent="-514350" algn="just" eaLnBrk="1" hangingPunct="1">
              <a:buFont typeface="Arial" panose="020B0604020202020204" pitchFamily="34" charset="0"/>
              <a:buNone/>
            </a:pPr>
            <a:endParaRPr lang="en-US" altLang="en-GB"/>
          </a:p>
        </p:txBody>
      </p:sp>
      <p:sp>
        <p:nvSpPr>
          <p:cNvPr id="69635" name="Date Placeholder 3">
            <a:extLst>
              <a:ext uri="{FF2B5EF4-FFF2-40B4-BE49-F238E27FC236}">
                <a16:creationId xmlns:a16="http://schemas.microsoft.com/office/drawing/2014/main" id="{61AB073A-8DDB-4EE8-E6D6-AB642EC350D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DCAA3D5-6AC5-475B-83EB-D27230D3629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69636" name="Footer Placeholder 4">
            <a:extLst>
              <a:ext uri="{FF2B5EF4-FFF2-40B4-BE49-F238E27FC236}">
                <a16:creationId xmlns:a16="http://schemas.microsoft.com/office/drawing/2014/main" id="{C97C861B-B254-872C-92BA-F1451FC7095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69637" name="Slide Number Placeholder 5">
            <a:extLst>
              <a:ext uri="{FF2B5EF4-FFF2-40B4-BE49-F238E27FC236}">
                <a16:creationId xmlns:a16="http://schemas.microsoft.com/office/drawing/2014/main" id="{3EC29DBF-438C-12F0-2652-9C54AACDEBF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A410D77-50FB-420E-A84B-C00B276723B6}" type="slidenum">
              <a:rPr lang="en-ZA" altLang="en-GB" sz="1400" smtClean="0">
                <a:solidFill>
                  <a:srgbClr val="FFFFFF"/>
                </a:solidFill>
                <a:latin typeface="Franklin Gothic Book" panose="020B0503020102020204" pitchFamily="34" charset="0"/>
              </a:rPr>
              <a:pPr>
                <a:spcBef>
                  <a:spcPct val="0"/>
                </a:spcBef>
                <a:buClrTx/>
                <a:buSzTx/>
                <a:buFontTx/>
                <a:buNone/>
              </a:pPr>
              <a:t>48</a:t>
            </a:fld>
            <a:endParaRPr lang="en-ZA" altLang="en-GB" sz="1400">
              <a:solidFill>
                <a:srgbClr val="FFFFFF"/>
              </a:solidFill>
              <a:latin typeface="Franklin Gothic Book" panose="020B0503020102020204" pitchFamily="34" charset="0"/>
            </a:endParaRPr>
          </a:p>
        </p:txBody>
      </p:sp>
      <p:pic>
        <p:nvPicPr>
          <p:cNvPr id="69638" name="Picture 2">
            <a:extLst>
              <a:ext uri="{FF2B5EF4-FFF2-40B4-BE49-F238E27FC236}">
                <a16:creationId xmlns:a16="http://schemas.microsoft.com/office/drawing/2014/main" id="{A6BF0D19-19E1-DF86-5606-774690F16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1989138"/>
            <a:ext cx="20161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a:extLst>
              <a:ext uri="{FF2B5EF4-FFF2-40B4-BE49-F238E27FC236}">
                <a16:creationId xmlns:a16="http://schemas.microsoft.com/office/drawing/2014/main" id="{405AA1EB-C18F-41A5-FB9B-6BE227C398F9}"/>
              </a:ext>
            </a:extLst>
          </p:cNvPr>
          <p:cNvSpPr>
            <a:spLocks noGrp="1"/>
          </p:cNvSpPr>
          <p:nvPr>
            <p:ph type="title"/>
          </p:nvPr>
        </p:nvSpPr>
        <p:spPr>
          <a:xfrm>
            <a:off x="914400" y="274638"/>
            <a:ext cx="7772400" cy="633412"/>
          </a:xfrm>
        </p:spPr>
        <p:txBody>
          <a:bodyPr/>
          <a:lstStyle/>
          <a:p>
            <a:pPr eaLnBrk="1" hangingPunct="1"/>
            <a:r>
              <a:rPr lang="en-US" altLang="en-GB" b="1"/>
              <a:t>Exercise 2</a:t>
            </a:r>
          </a:p>
        </p:txBody>
      </p:sp>
      <p:sp>
        <p:nvSpPr>
          <p:cNvPr id="70658" name="Date Placeholder 3">
            <a:extLst>
              <a:ext uri="{FF2B5EF4-FFF2-40B4-BE49-F238E27FC236}">
                <a16:creationId xmlns:a16="http://schemas.microsoft.com/office/drawing/2014/main" id="{7859B7E2-F090-8D9D-843C-FA43E94CA2E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85A24DB-0A16-4C20-A03D-0B89968D406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0659" name="Footer Placeholder 4">
            <a:extLst>
              <a:ext uri="{FF2B5EF4-FFF2-40B4-BE49-F238E27FC236}">
                <a16:creationId xmlns:a16="http://schemas.microsoft.com/office/drawing/2014/main" id="{9C7297E5-6E8A-AE05-8624-76A0B31F6CF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0660" name="Slide Number Placeholder 5">
            <a:extLst>
              <a:ext uri="{FF2B5EF4-FFF2-40B4-BE49-F238E27FC236}">
                <a16:creationId xmlns:a16="http://schemas.microsoft.com/office/drawing/2014/main" id="{3F0D6330-D175-9776-BA67-597270C4E07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DE25027-1331-4575-881A-394CFB3A7A0C}" type="slidenum">
              <a:rPr lang="en-ZA" altLang="en-GB" sz="1400" smtClean="0">
                <a:solidFill>
                  <a:srgbClr val="FFFFFF"/>
                </a:solidFill>
                <a:latin typeface="Franklin Gothic Book" panose="020B0503020102020204" pitchFamily="34" charset="0"/>
              </a:rPr>
              <a:pPr>
                <a:spcBef>
                  <a:spcPct val="0"/>
                </a:spcBef>
                <a:buClrTx/>
                <a:buSzTx/>
                <a:buFontTx/>
                <a:buNone/>
              </a:pPr>
              <a:t>49</a:t>
            </a:fld>
            <a:endParaRPr lang="en-ZA" altLang="en-GB" sz="1400">
              <a:solidFill>
                <a:srgbClr val="FFFFFF"/>
              </a:solidFill>
              <a:latin typeface="Franklin Gothic Book" panose="020B0503020102020204" pitchFamily="34" charset="0"/>
            </a:endParaRPr>
          </a:p>
        </p:txBody>
      </p:sp>
      <p:pic>
        <p:nvPicPr>
          <p:cNvPr id="70661" name="Picture 3">
            <a:extLst>
              <a:ext uri="{FF2B5EF4-FFF2-40B4-BE49-F238E27FC236}">
                <a16:creationId xmlns:a16="http://schemas.microsoft.com/office/drawing/2014/main" id="{EB7BB4A2-DA53-7D2E-EC38-2E3CC7A8FA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484313"/>
            <a:ext cx="8785225" cy="232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662" name="Picture 4">
            <a:extLst>
              <a:ext uri="{FF2B5EF4-FFF2-40B4-BE49-F238E27FC236}">
                <a16:creationId xmlns:a16="http://schemas.microsoft.com/office/drawing/2014/main" id="{0BC67C43-5F0F-F2B8-9AAA-981D750E9A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975" y="3860800"/>
            <a:ext cx="33115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a:extLst>
              <a:ext uri="{FF2B5EF4-FFF2-40B4-BE49-F238E27FC236}">
                <a16:creationId xmlns:a16="http://schemas.microsoft.com/office/drawing/2014/main" id="{7F746BF9-15B7-A925-CEAB-A744C60EAC62}"/>
              </a:ext>
            </a:extLst>
          </p:cNvPr>
          <p:cNvSpPr>
            <a:spLocks noGrp="1"/>
          </p:cNvSpPr>
          <p:nvPr>
            <p:ph type="title"/>
          </p:nvPr>
        </p:nvSpPr>
        <p:spPr>
          <a:xfrm>
            <a:off x="457200" y="274638"/>
            <a:ext cx="8229600" cy="561975"/>
          </a:xfrm>
        </p:spPr>
        <p:txBody>
          <a:bodyPr/>
          <a:lstStyle/>
          <a:p>
            <a:pPr eaLnBrk="1" hangingPunct="1"/>
            <a:r>
              <a:rPr lang="en-US" altLang="en-GB" b="1"/>
              <a:t>Exercise 3</a:t>
            </a:r>
          </a:p>
        </p:txBody>
      </p:sp>
      <p:sp>
        <p:nvSpPr>
          <p:cNvPr id="71682" name="Date Placeholder 3">
            <a:extLst>
              <a:ext uri="{FF2B5EF4-FFF2-40B4-BE49-F238E27FC236}">
                <a16:creationId xmlns:a16="http://schemas.microsoft.com/office/drawing/2014/main" id="{926D945B-7B71-8CD2-F798-7B170BCF3E7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33CBA68-19CC-4F9B-B106-B535D9A3831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1683" name="Footer Placeholder 4">
            <a:extLst>
              <a:ext uri="{FF2B5EF4-FFF2-40B4-BE49-F238E27FC236}">
                <a16:creationId xmlns:a16="http://schemas.microsoft.com/office/drawing/2014/main" id="{05166E29-2B69-B81C-DD84-B8EF0A2A993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1684" name="Slide Number Placeholder 5">
            <a:extLst>
              <a:ext uri="{FF2B5EF4-FFF2-40B4-BE49-F238E27FC236}">
                <a16:creationId xmlns:a16="http://schemas.microsoft.com/office/drawing/2014/main" id="{F6B43D3C-5412-B98F-9A82-D99834429D3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A393F11-D91E-4D35-8188-189AD2E0186F}" type="slidenum">
              <a:rPr lang="en-ZA" altLang="en-GB" sz="1400" smtClean="0">
                <a:solidFill>
                  <a:srgbClr val="FFFFFF"/>
                </a:solidFill>
                <a:latin typeface="Franklin Gothic Book" panose="020B0503020102020204" pitchFamily="34" charset="0"/>
              </a:rPr>
              <a:pPr>
                <a:spcBef>
                  <a:spcPct val="0"/>
                </a:spcBef>
                <a:buClrTx/>
                <a:buSzTx/>
                <a:buFontTx/>
                <a:buNone/>
              </a:pPr>
              <a:t>50</a:t>
            </a:fld>
            <a:endParaRPr lang="en-ZA" altLang="en-GB" sz="1400">
              <a:solidFill>
                <a:srgbClr val="FFFFFF"/>
              </a:solidFill>
              <a:latin typeface="Franklin Gothic Book" panose="020B0503020102020204" pitchFamily="34" charset="0"/>
            </a:endParaRPr>
          </a:p>
        </p:txBody>
      </p:sp>
      <p:pic>
        <p:nvPicPr>
          <p:cNvPr id="71685" name="Picture 3">
            <a:extLst>
              <a:ext uri="{FF2B5EF4-FFF2-40B4-BE49-F238E27FC236}">
                <a16:creationId xmlns:a16="http://schemas.microsoft.com/office/drawing/2014/main" id="{0296A9E3-C115-77D7-B46E-FD3759F274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052513"/>
            <a:ext cx="8280400" cy="299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6" name="Picture 4">
            <a:extLst>
              <a:ext uri="{FF2B5EF4-FFF2-40B4-BE49-F238E27FC236}">
                <a16:creationId xmlns:a16="http://schemas.microsoft.com/office/drawing/2014/main" id="{269E1BAD-4BD7-FD55-5256-773C598A40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51275" y="3429000"/>
            <a:ext cx="3813175" cy="2592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a:extLst>
              <a:ext uri="{FF2B5EF4-FFF2-40B4-BE49-F238E27FC236}">
                <a16:creationId xmlns:a16="http://schemas.microsoft.com/office/drawing/2014/main" id="{F40C1A63-1201-8330-DD14-86E95908B422}"/>
              </a:ext>
            </a:extLst>
          </p:cNvPr>
          <p:cNvSpPr>
            <a:spLocks noGrp="1"/>
          </p:cNvSpPr>
          <p:nvPr>
            <p:ph type="title"/>
          </p:nvPr>
        </p:nvSpPr>
        <p:spPr>
          <a:xfrm>
            <a:off x="914400" y="274638"/>
            <a:ext cx="7772400" cy="633412"/>
          </a:xfrm>
        </p:spPr>
        <p:txBody>
          <a:bodyPr/>
          <a:lstStyle/>
          <a:p>
            <a:pPr eaLnBrk="1" hangingPunct="1"/>
            <a:r>
              <a:rPr lang="en-US" altLang="en-GB" b="1"/>
              <a:t>Exercise 4</a:t>
            </a:r>
          </a:p>
        </p:txBody>
      </p:sp>
      <p:pic>
        <p:nvPicPr>
          <p:cNvPr id="72706" name="Picture 2">
            <a:extLst>
              <a:ext uri="{FF2B5EF4-FFF2-40B4-BE49-F238E27FC236}">
                <a16:creationId xmlns:a16="http://schemas.microsoft.com/office/drawing/2014/main" id="{0DD4E4BF-701C-88A7-7829-6DBEB79E1158}"/>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9750" y="1916113"/>
            <a:ext cx="8229600" cy="2808287"/>
          </a:xfrm>
          <a:noFill/>
        </p:spPr>
      </p:pic>
      <p:sp>
        <p:nvSpPr>
          <p:cNvPr id="72707" name="Date Placeholder 3">
            <a:extLst>
              <a:ext uri="{FF2B5EF4-FFF2-40B4-BE49-F238E27FC236}">
                <a16:creationId xmlns:a16="http://schemas.microsoft.com/office/drawing/2014/main" id="{BED7072F-C60F-D1F8-7E14-0B9B8E9BCA4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F85467B-1FB8-479C-B4D7-98C6F54B14A1}"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2708" name="Footer Placeholder 4">
            <a:extLst>
              <a:ext uri="{FF2B5EF4-FFF2-40B4-BE49-F238E27FC236}">
                <a16:creationId xmlns:a16="http://schemas.microsoft.com/office/drawing/2014/main" id="{A9FB02D9-59CF-479A-2B6F-972BDBE0DE0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2709" name="Slide Number Placeholder 5">
            <a:extLst>
              <a:ext uri="{FF2B5EF4-FFF2-40B4-BE49-F238E27FC236}">
                <a16:creationId xmlns:a16="http://schemas.microsoft.com/office/drawing/2014/main" id="{5A88CA94-ACD3-1FAF-8D30-C5449568EE4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25001A4-7D82-4E4C-BF37-C61ADBAFAA57}" type="slidenum">
              <a:rPr lang="en-ZA" altLang="en-GB" sz="1400" smtClean="0">
                <a:solidFill>
                  <a:srgbClr val="FFFFFF"/>
                </a:solidFill>
                <a:latin typeface="Franklin Gothic Book" panose="020B0503020102020204" pitchFamily="34" charset="0"/>
              </a:rPr>
              <a:pPr>
                <a:spcBef>
                  <a:spcPct val="0"/>
                </a:spcBef>
                <a:buClrTx/>
                <a:buSzTx/>
                <a:buFontTx/>
                <a:buNone/>
              </a:pPr>
              <a:t>51</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a:extLst>
              <a:ext uri="{FF2B5EF4-FFF2-40B4-BE49-F238E27FC236}">
                <a16:creationId xmlns:a16="http://schemas.microsoft.com/office/drawing/2014/main" id="{3AE79A1B-61E9-7948-980B-46C362FA9F07}"/>
              </a:ext>
            </a:extLst>
          </p:cNvPr>
          <p:cNvSpPr>
            <a:spLocks noGrp="1"/>
          </p:cNvSpPr>
          <p:nvPr>
            <p:ph type="title"/>
          </p:nvPr>
        </p:nvSpPr>
        <p:spPr>
          <a:xfrm>
            <a:off x="457200" y="274638"/>
            <a:ext cx="8229600" cy="490537"/>
          </a:xfrm>
        </p:spPr>
        <p:txBody>
          <a:bodyPr/>
          <a:lstStyle/>
          <a:p>
            <a:pPr eaLnBrk="1" hangingPunct="1"/>
            <a:r>
              <a:rPr lang="en-US" altLang="en-GB" b="1"/>
              <a:t>Exercise 5</a:t>
            </a:r>
          </a:p>
        </p:txBody>
      </p:sp>
      <p:pic>
        <p:nvPicPr>
          <p:cNvPr id="73730" name="Picture 2">
            <a:extLst>
              <a:ext uri="{FF2B5EF4-FFF2-40B4-BE49-F238E27FC236}">
                <a16:creationId xmlns:a16="http://schemas.microsoft.com/office/drawing/2014/main" id="{2F1A8738-B399-2A9D-16B9-34576DC36E3D}"/>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57200" y="1268413"/>
            <a:ext cx="6562725" cy="4824412"/>
          </a:xfrm>
          <a:noFill/>
        </p:spPr>
      </p:pic>
      <p:pic>
        <p:nvPicPr>
          <p:cNvPr id="73731" name="Picture 3">
            <a:extLst>
              <a:ext uri="{FF2B5EF4-FFF2-40B4-BE49-F238E27FC236}">
                <a16:creationId xmlns:a16="http://schemas.microsoft.com/office/drawing/2014/main" id="{9FA6A626-F5DF-F80E-27C2-348F8B301F84}"/>
              </a:ext>
            </a:extLst>
          </p:cNvPr>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7235825" y="1700213"/>
            <a:ext cx="1728788" cy="2736850"/>
          </a:xfrm>
          <a:noFill/>
        </p:spPr>
      </p:pic>
      <p:sp>
        <p:nvSpPr>
          <p:cNvPr id="73732" name="Date Placeholder 4">
            <a:extLst>
              <a:ext uri="{FF2B5EF4-FFF2-40B4-BE49-F238E27FC236}">
                <a16:creationId xmlns:a16="http://schemas.microsoft.com/office/drawing/2014/main" id="{01E8BA14-B9F7-66D7-6C1B-FC334A97054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22F9061-8261-4280-A753-F0821E2104F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3733" name="Footer Placeholder 5">
            <a:extLst>
              <a:ext uri="{FF2B5EF4-FFF2-40B4-BE49-F238E27FC236}">
                <a16:creationId xmlns:a16="http://schemas.microsoft.com/office/drawing/2014/main" id="{D922C2F3-2417-936F-8A13-5A30F9349EF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3734" name="Slide Number Placeholder 6">
            <a:extLst>
              <a:ext uri="{FF2B5EF4-FFF2-40B4-BE49-F238E27FC236}">
                <a16:creationId xmlns:a16="http://schemas.microsoft.com/office/drawing/2014/main" id="{48847313-42FB-FE94-20F7-8E240068FBC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B5E5258-DD26-4338-B145-0E8EF7AC810F}" type="slidenum">
              <a:rPr lang="en-ZA" altLang="en-GB" sz="1400" smtClean="0">
                <a:solidFill>
                  <a:srgbClr val="FFFFFF"/>
                </a:solidFill>
                <a:latin typeface="Franklin Gothic Book" panose="020B0503020102020204" pitchFamily="34" charset="0"/>
              </a:rPr>
              <a:pPr>
                <a:spcBef>
                  <a:spcPct val="0"/>
                </a:spcBef>
                <a:buClrTx/>
                <a:buSzTx/>
                <a:buFontTx/>
                <a:buNone/>
              </a:pPr>
              <a:t>52</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a:extLst>
              <a:ext uri="{FF2B5EF4-FFF2-40B4-BE49-F238E27FC236}">
                <a16:creationId xmlns:a16="http://schemas.microsoft.com/office/drawing/2014/main" id="{9D5B3D11-9BAF-0721-3976-D16CB025BFBB}"/>
              </a:ext>
            </a:extLst>
          </p:cNvPr>
          <p:cNvSpPr>
            <a:spLocks noGrp="1"/>
          </p:cNvSpPr>
          <p:nvPr>
            <p:ph type="title"/>
          </p:nvPr>
        </p:nvSpPr>
        <p:spPr>
          <a:xfrm>
            <a:off x="457200" y="274638"/>
            <a:ext cx="8229600" cy="850900"/>
          </a:xfrm>
        </p:spPr>
        <p:txBody>
          <a:bodyPr/>
          <a:lstStyle/>
          <a:p>
            <a:pPr eaLnBrk="1" hangingPunct="1"/>
            <a:r>
              <a:rPr lang="en-US" altLang="en-GB" b="1"/>
              <a:t>Exercise 6</a:t>
            </a:r>
          </a:p>
        </p:txBody>
      </p:sp>
      <p:pic>
        <p:nvPicPr>
          <p:cNvPr id="74754" name="Picture 2">
            <a:extLst>
              <a:ext uri="{FF2B5EF4-FFF2-40B4-BE49-F238E27FC236}">
                <a16:creationId xmlns:a16="http://schemas.microsoft.com/office/drawing/2014/main" id="{DD2B16F4-95E3-2C8A-0083-4ABFCCB276F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95288" y="1196975"/>
            <a:ext cx="8229600" cy="2478088"/>
          </a:xfrm>
          <a:noFill/>
        </p:spPr>
      </p:pic>
      <p:sp>
        <p:nvSpPr>
          <p:cNvPr id="74755" name="Date Placeholder 3">
            <a:extLst>
              <a:ext uri="{FF2B5EF4-FFF2-40B4-BE49-F238E27FC236}">
                <a16:creationId xmlns:a16="http://schemas.microsoft.com/office/drawing/2014/main" id="{C4768E42-ED38-9F97-4EB7-6D0BBC468B1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28E2F59-F622-42C8-8360-EC41C66CE00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4756" name="Footer Placeholder 4">
            <a:extLst>
              <a:ext uri="{FF2B5EF4-FFF2-40B4-BE49-F238E27FC236}">
                <a16:creationId xmlns:a16="http://schemas.microsoft.com/office/drawing/2014/main" id="{61F9444B-8159-4602-7830-3B323C41D44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4757" name="Slide Number Placeholder 5">
            <a:extLst>
              <a:ext uri="{FF2B5EF4-FFF2-40B4-BE49-F238E27FC236}">
                <a16:creationId xmlns:a16="http://schemas.microsoft.com/office/drawing/2014/main" id="{4F7A851B-4999-518E-6070-4FE793C2914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4A02B6C-3D49-4275-BFF6-E9BACDE8325C}" type="slidenum">
              <a:rPr lang="en-ZA" altLang="en-GB" sz="1400" smtClean="0">
                <a:solidFill>
                  <a:srgbClr val="FFFFFF"/>
                </a:solidFill>
                <a:latin typeface="Franklin Gothic Book" panose="020B0503020102020204" pitchFamily="34" charset="0"/>
              </a:rPr>
              <a:pPr>
                <a:spcBef>
                  <a:spcPct val="0"/>
                </a:spcBef>
                <a:buClrTx/>
                <a:buSzTx/>
                <a:buFontTx/>
                <a:buNone/>
              </a:pPr>
              <a:t>53</a:t>
            </a:fld>
            <a:endParaRPr lang="en-ZA" altLang="en-GB" sz="1400">
              <a:solidFill>
                <a:srgbClr val="FFFFFF"/>
              </a:solidFill>
              <a:latin typeface="Franklin Gothic Book" panose="020B0503020102020204" pitchFamily="34" charset="0"/>
            </a:endParaRPr>
          </a:p>
        </p:txBody>
      </p:sp>
      <p:pic>
        <p:nvPicPr>
          <p:cNvPr id="74758" name="Picture 3">
            <a:extLst>
              <a:ext uri="{FF2B5EF4-FFF2-40B4-BE49-F238E27FC236}">
                <a16:creationId xmlns:a16="http://schemas.microsoft.com/office/drawing/2014/main" id="{CA997E63-9B58-15AE-05A1-4DEFA381A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500438"/>
            <a:ext cx="1438275"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a:extLst>
              <a:ext uri="{FF2B5EF4-FFF2-40B4-BE49-F238E27FC236}">
                <a16:creationId xmlns:a16="http://schemas.microsoft.com/office/drawing/2014/main" id="{1BDAB803-E586-0DCA-8B83-4E26EFC5C99A}"/>
              </a:ext>
            </a:extLst>
          </p:cNvPr>
          <p:cNvSpPr>
            <a:spLocks noGrp="1"/>
          </p:cNvSpPr>
          <p:nvPr>
            <p:ph type="title"/>
          </p:nvPr>
        </p:nvSpPr>
        <p:spPr>
          <a:xfrm>
            <a:off x="468313" y="0"/>
            <a:ext cx="8229600" cy="549275"/>
          </a:xfrm>
        </p:spPr>
        <p:txBody>
          <a:bodyPr/>
          <a:lstStyle/>
          <a:p>
            <a:pPr algn="ctr" eaLnBrk="1" hangingPunct="1"/>
            <a:r>
              <a:rPr lang="en-US" altLang="en-GB" sz="2400" b="1"/>
              <a:t>Exercise 7</a:t>
            </a:r>
          </a:p>
        </p:txBody>
      </p:sp>
      <p:pic>
        <p:nvPicPr>
          <p:cNvPr id="75778" name="Picture 2">
            <a:extLst>
              <a:ext uri="{FF2B5EF4-FFF2-40B4-BE49-F238E27FC236}">
                <a16:creationId xmlns:a16="http://schemas.microsoft.com/office/drawing/2014/main" id="{98587821-C80B-3B9A-FAFC-4887ECC85CB9}"/>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611188" y="620713"/>
            <a:ext cx="8229600" cy="2376487"/>
          </a:xfrm>
          <a:noFill/>
        </p:spPr>
      </p:pic>
      <p:sp>
        <p:nvSpPr>
          <p:cNvPr id="75779" name="Date Placeholder 3">
            <a:extLst>
              <a:ext uri="{FF2B5EF4-FFF2-40B4-BE49-F238E27FC236}">
                <a16:creationId xmlns:a16="http://schemas.microsoft.com/office/drawing/2014/main" id="{BCA74B28-6BCE-4864-803C-F3F4C211E53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6D261C4-89FC-4839-BF37-19859A9C69B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5780" name="Footer Placeholder 4">
            <a:extLst>
              <a:ext uri="{FF2B5EF4-FFF2-40B4-BE49-F238E27FC236}">
                <a16:creationId xmlns:a16="http://schemas.microsoft.com/office/drawing/2014/main" id="{2936510C-E54B-1C14-8C57-40F23A32917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5781" name="Slide Number Placeholder 5">
            <a:extLst>
              <a:ext uri="{FF2B5EF4-FFF2-40B4-BE49-F238E27FC236}">
                <a16:creationId xmlns:a16="http://schemas.microsoft.com/office/drawing/2014/main" id="{19FD0323-BA40-FA69-9EF2-E5F318FB8B8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167B714-9C90-4290-8892-19EF721BBE60}" type="slidenum">
              <a:rPr lang="en-ZA" altLang="en-GB" sz="1400" smtClean="0">
                <a:solidFill>
                  <a:srgbClr val="FFFFFF"/>
                </a:solidFill>
                <a:latin typeface="Franklin Gothic Book" panose="020B0503020102020204" pitchFamily="34" charset="0"/>
              </a:rPr>
              <a:pPr>
                <a:spcBef>
                  <a:spcPct val="0"/>
                </a:spcBef>
                <a:buClrTx/>
                <a:buSzTx/>
                <a:buFontTx/>
                <a:buNone/>
              </a:pPr>
              <a:t>54</a:t>
            </a:fld>
            <a:endParaRPr lang="en-ZA" altLang="en-GB" sz="1400">
              <a:solidFill>
                <a:srgbClr val="FFFFFF"/>
              </a:solidFill>
              <a:latin typeface="Franklin Gothic Book" panose="020B0503020102020204" pitchFamily="34" charset="0"/>
            </a:endParaRPr>
          </a:p>
        </p:txBody>
      </p:sp>
      <p:pic>
        <p:nvPicPr>
          <p:cNvPr id="75782" name="Picture 3">
            <a:extLst>
              <a:ext uri="{FF2B5EF4-FFF2-40B4-BE49-F238E27FC236}">
                <a16:creationId xmlns:a16="http://schemas.microsoft.com/office/drawing/2014/main" id="{4F3B83AA-6486-E909-6EA1-EA7CDD443B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92500" y="3860800"/>
            <a:ext cx="3038475" cy="2733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5783" name="Picture 4">
            <a:extLst>
              <a:ext uri="{FF2B5EF4-FFF2-40B4-BE49-F238E27FC236}">
                <a16:creationId xmlns:a16="http://schemas.microsoft.com/office/drawing/2014/main" id="{558BD3F3-CB39-69E2-908E-9AD9DDFEE6A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088" y="2997200"/>
            <a:ext cx="788670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le 1">
            <a:extLst>
              <a:ext uri="{FF2B5EF4-FFF2-40B4-BE49-F238E27FC236}">
                <a16:creationId xmlns:a16="http://schemas.microsoft.com/office/drawing/2014/main" id="{881BECB6-F210-5E8C-09EF-2DCC6F65360C}"/>
              </a:ext>
            </a:extLst>
          </p:cNvPr>
          <p:cNvSpPr>
            <a:spLocks noGrp="1"/>
          </p:cNvSpPr>
          <p:nvPr>
            <p:ph type="title"/>
          </p:nvPr>
        </p:nvSpPr>
        <p:spPr/>
        <p:txBody>
          <a:bodyPr/>
          <a:lstStyle/>
          <a:p>
            <a:pPr eaLnBrk="1" hangingPunct="1"/>
            <a:r>
              <a:rPr lang="en-US" altLang="en-GB" b="1"/>
              <a:t>Exercise 8</a:t>
            </a:r>
          </a:p>
        </p:txBody>
      </p:sp>
      <p:pic>
        <p:nvPicPr>
          <p:cNvPr id="76802" name="Picture 2">
            <a:extLst>
              <a:ext uri="{FF2B5EF4-FFF2-40B4-BE49-F238E27FC236}">
                <a16:creationId xmlns:a16="http://schemas.microsoft.com/office/drawing/2014/main" id="{9DDE16EB-2510-DE29-73D7-D645710A6AD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468313" y="1700213"/>
            <a:ext cx="8229600" cy="1538287"/>
          </a:xfrm>
          <a:noFill/>
        </p:spPr>
      </p:pic>
      <p:sp>
        <p:nvSpPr>
          <p:cNvPr id="76803" name="Date Placeholder 3">
            <a:extLst>
              <a:ext uri="{FF2B5EF4-FFF2-40B4-BE49-F238E27FC236}">
                <a16:creationId xmlns:a16="http://schemas.microsoft.com/office/drawing/2014/main" id="{FDE495B3-C94D-048F-8433-B179E767107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1E42F68-34CA-467C-87A9-4C6729CDC9E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6804" name="Footer Placeholder 4">
            <a:extLst>
              <a:ext uri="{FF2B5EF4-FFF2-40B4-BE49-F238E27FC236}">
                <a16:creationId xmlns:a16="http://schemas.microsoft.com/office/drawing/2014/main" id="{0543AF7E-99EB-A7CA-81ED-4D8B37296D4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6805" name="Slide Number Placeholder 5">
            <a:extLst>
              <a:ext uri="{FF2B5EF4-FFF2-40B4-BE49-F238E27FC236}">
                <a16:creationId xmlns:a16="http://schemas.microsoft.com/office/drawing/2014/main" id="{7D09AA4D-6775-67FC-DF68-F409DEF08DC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E69635E-8234-4FA4-9F69-F1CFCF06643A}" type="slidenum">
              <a:rPr lang="en-ZA" altLang="en-GB" sz="1400" smtClean="0">
                <a:solidFill>
                  <a:srgbClr val="FFFFFF"/>
                </a:solidFill>
                <a:latin typeface="Franklin Gothic Book" panose="020B0503020102020204" pitchFamily="34" charset="0"/>
              </a:rPr>
              <a:pPr>
                <a:spcBef>
                  <a:spcPct val="0"/>
                </a:spcBef>
                <a:buClrTx/>
                <a:buSzTx/>
                <a:buFontTx/>
                <a:buNone/>
              </a:pPr>
              <a:t>55</a:t>
            </a:fld>
            <a:endParaRPr lang="en-ZA" altLang="en-GB" sz="1400">
              <a:solidFill>
                <a:srgbClr val="FFFFFF"/>
              </a:solidFill>
              <a:latin typeface="Franklin Gothic Book" panose="020B0503020102020204" pitchFamily="34" charset="0"/>
            </a:endParaRPr>
          </a:p>
        </p:txBody>
      </p:sp>
      <p:pic>
        <p:nvPicPr>
          <p:cNvPr id="76806" name="Picture 3">
            <a:extLst>
              <a:ext uri="{FF2B5EF4-FFF2-40B4-BE49-F238E27FC236}">
                <a16:creationId xmlns:a16="http://schemas.microsoft.com/office/drawing/2014/main" id="{DF012FC2-DC0E-B0EB-520A-9B5AFAE010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6238" y="3500438"/>
            <a:ext cx="2867025" cy="2219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le 1">
            <a:extLst>
              <a:ext uri="{FF2B5EF4-FFF2-40B4-BE49-F238E27FC236}">
                <a16:creationId xmlns:a16="http://schemas.microsoft.com/office/drawing/2014/main" id="{0DFF9D0B-8257-FCC5-451A-42CD1CD30CE4}"/>
              </a:ext>
            </a:extLst>
          </p:cNvPr>
          <p:cNvSpPr>
            <a:spLocks noGrp="1"/>
          </p:cNvSpPr>
          <p:nvPr>
            <p:ph type="title"/>
          </p:nvPr>
        </p:nvSpPr>
        <p:spPr/>
        <p:txBody>
          <a:bodyPr/>
          <a:lstStyle/>
          <a:p>
            <a:pPr eaLnBrk="1" hangingPunct="1"/>
            <a:r>
              <a:rPr lang="en-US" altLang="en-GB"/>
              <a:t>QUIZ 1</a:t>
            </a:r>
          </a:p>
        </p:txBody>
      </p:sp>
      <p:sp>
        <p:nvSpPr>
          <p:cNvPr id="77826" name="Content Placeholder 2">
            <a:extLst>
              <a:ext uri="{FF2B5EF4-FFF2-40B4-BE49-F238E27FC236}">
                <a16:creationId xmlns:a16="http://schemas.microsoft.com/office/drawing/2014/main" id="{9FED583A-D83D-EBCC-D425-E4FAFDDF2BFC}"/>
              </a:ext>
            </a:extLst>
          </p:cNvPr>
          <p:cNvSpPr>
            <a:spLocks noGrp="1"/>
          </p:cNvSpPr>
          <p:nvPr>
            <p:ph sz="quarter" idx="1"/>
          </p:nvPr>
        </p:nvSpPr>
        <p:spPr/>
        <p:txBody>
          <a:bodyPr/>
          <a:lstStyle/>
          <a:p>
            <a:pPr eaLnBrk="1" hangingPunct="1"/>
            <a:endParaRPr lang="en-GB" altLang="en-GB"/>
          </a:p>
        </p:txBody>
      </p:sp>
      <p:sp>
        <p:nvSpPr>
          <p:cNvPr id="77827" name="Date Placeholder 3">
            <a:extLst>
              <a:ext uri="{FF2B5EF4-FFF2-40B4-BE49-F238E27FC236}">
                <a16:creationId xmlns:a16="http://schemas.microsoft.com/office/drawing/2014/main" id="{37AAECB1-91B0-B69B-E6E6-A72A1B1E337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0B319E6-3C4C-4C7F-8C71-C82F139A324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7828" name="Footer Placeholder 4">
            <a:extLst>
              <a:ext uri="{FF2B5EF4-FFF2-40B4-BE49-F238E27FC236}">
                <a16:creationId xmlns:a16="http://schemas.microsoft.com/office/drawing/2014/main" id="{918E9480-9E80-26F9-1E88-1CCBEEC64E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7829" name="Slide Number Placeholder 5">
            <a:extLst>
              <a:ext uri="{FF2B5EF4-FFF2-40B4-BE49-F238E27FC236}">
                <a16:creationId xmlns:a16="http://schemas.microsoft.com/office/drawing/2014/main" id="{E8363B63-2E0A-A3A0-3E26-0F12B426885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6B89837-7ADE-4444-B12C-B1EDA9006B6F}" type="slidenum">
              <a:rPr lang="en-ZA" altLang="en-GB" sz="1400" smtClean="0">
                <a:solidFill>
                  <a:srgbClr val="FFFFFF"/>
                </a:solidFill>
                <a:latin typeface="Franklin Gothic Book" panose="020B0503020102020204" pitchFamily="34" charset="0"/>
              </a:rPr>
              <a:pPr>
                <a:spcBef>
                  <a:spcPct val="0"/>
                </a:spcBef>
                <a:buClrTx/>
                <a:buSzTx/>
                <a:buFontTx/>
                <a:buNone/>
              </a:pPr>
              <a:t>56</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Title 1">
            <a:extLst>
              <a:ext uri="{FF2B5EF4-FFF2-40B4-BE49-F238E27FC236}">
                <a16:creationId xmlns:a16="http://schemas.microsoft.com/office/drawing/2014/main" id="{6E07BF0C-38D7-9591-C402-920FC655EF20}"/>
              </a:ext>
            </a:extLst>
          </p:cNvPr>
          <p:cNvSpPr>
            <a:spLocks noGrp="1"/>
          </p:cNvSpPr>
          <p:nvPr>
            <p:ph type="title"/>
          </p:nvPr>
        </p:nvSpPr>
        <p:spPr>
          <a:xfrm>
            <a:off x="457200" y="274638"/>
            <a:ext cx="7972425" cy="796925"/>
          </a:xfrm>
        </p:spPr>
        <p:txBody>
          <a:bodyPr/>
          <a:lstStyle/>
          <a:p>
            <a:pPr eaLnBrk="1" hangingPunct="1"/>
            <a:r>
              <a:rPr lang="en-ZA" altLang="en-GB"/>
              <a:t>5. </a:t>
            </a:r>
            <a:r>
              <a:rPr lang="en-GB" altLang="en-GB" b="1"/>
              <a:t>Electric Potential or Voltage </a:t>
            </a:r>
            <a:endParaRPr lang="en-ZA" altLang="en-GB"/>
          </a:p>
        </p:txBody>
      </p:sp>
      <p:sp>
        <p:nvSpPr>
          <p:cNvPr id="3" name="Content Placeholder 2">
            <a:extLst>
              <a:ext uri="{FF2B5EF4-FFF2-40B4-BE49-F238E27FC236}">
                <a16:creationId xmlns:a16="http://schemas.microsoft.com/office/drawing/2014/main" id="{964F8C13-58F6-5BA5-AA65-1CD9B310B099}"/>
              </a:ext>
            </a:extLst>
          </p:cNvPr>
          <p:cNvSpPr>
            <a:spLocks noGrp="1"/>
          </p:cNvSpPr>
          <p:nvPr>
            <p:ph sz="quarter" idx="1"/>
          </p:nvPr>
        </p:nvSpPr>
        <p:spPr>
          <a:xfrm>
            <a:off x="468313" y="1916113"/>
            <a:ext cx="8229600" cy="2790825"/>
          </a:xfrm>
        </p:spPr>
        <p:txBody>
          <a:bodyPr/>
          <a:lstStyle/>
          <a:p>
            <a:pPr algn="just" eaLnBrk="1" hangingPunct="1">
              <a:buFont typeface="Arial" panose="020B0604020202020204" pitchFamily="34" charset="0"/>
              <a:buNone/>
            </a:pPr>
            <a:r>
              <a:rPr lang="en-US" altLang="en-GB"/>
              <a:t>The best way to think about the meaning of </a:t>
            </a:r>
            <a:r>
              <a:rPr lang="en-US" altLang="en-GB" b="1" i="1"/>
              <a:t>electric potential</a:t>
            </a:r>
            <a:r>
              <a:rPr lang="en-US" altLang="en-GB"/>
              <a:t>, or </a:t>
            </a:r>
            <a:r>
              <a:rPr lang="en-US" altLang="en-GB" b="1" i="1"/>
              <a:t>voltage</a:t>
            </a:r>
            <a:r>
              <a:rPr lang="en-US" altLang="en-GB"/>
              <a:t>, is to make an analogy with gravity.</a:t>
            </a:r>
          </a:p>
          <a:p>
            <a:pPr algn="just" eaLnBrk="1" hangingPunct="1">
              <a:buFont typeface="Arial" panose="020B0604020202020204" pitchFamily="34" charset="0"/>
              <a:buNone/>
            </a:pPr>
            <a:r>
              <a:rPr lang="en-US" altLang="en-GB"/>
              <a:t>When a mass is high above the ground we say that it has a lot of potential energy because if we drop it, it strikes the ground hard.</a:t>
            </a:r>
          </a:p>
          <a:p>
            <a:pPr algn="just" eaLnBrk="1" hangingPunct="1">
              <a:buFont typeface="Arial" panose="020B0604020202020204" pitchFamily="34" charset="0"/>
              <a:buNone/>
            </a:pPr>
            <a:r>
              <a:rPr lang="en-US" altLang="en-GB"/>
              <a:t>We say that the potential energy due to height has been converted into kinetic energy. We can say the same things about electricity.</a:t>
            </a:r>
          </a:p>
          <a:p>
            <a:pPr algn="just" eaLnBrk="1" hangingPunct="1">
              <a:buFont typeface="Arial" panose="020B0604020202020204" pitchFamily="34" charset="0"/>
              <a:buNone/>
            </a:pPr>
            <a:endParaRPr lang="en-ZA" altLang="en-GB"/>
          </a:p>
        </p:txBody>
      </p:sp>
      <p:sp>
        <p:nvSpPr>
          <p:cNvPr id="78851" name="Date Placeholder 6">
            <a:extLst>
              <a:ext uri="{FF2B5EF4-FFF2-40B4-BE49-F238E27FC236}">
                <a16:creationId xmlns:a16="http://schemas.microsoft.com/office/drawing/2014/main" id="{36DEBD32-1E4E-37AC-39D6-AA89E7BD226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ECE0615-1C25-4766-806B-0B850BE3D45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8852" name="Footer Placeholder 5">
            <a:extLst>
              <a:ext uri="{FF2B5EF4-FFF2-40B4-BE49-F238E27FC236}">
                <a16:creationId xmlns:a16="http://schemas.microsoft.com/office/drawing/2014/main" id="{F826D49D-D274-46E0-662B-43758E4DAA3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8853" name="Slide Number Placeholder 4">
            <a:extLst>
              <a:ext uri="{FF2B5EF4-FFF2-40B4-BE49-F238E27FC236}">
                <a16:creationId xmlns:a16="http://schemas.microsoft.com/office/drawing/2014/main" id="{BA3AD0BA-1696-B515-8F3A-C3440061D37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446C184-D7B9-4D3F-AAF0-9684F7016CE3}" type="slidenum">
              <a:rPr lang="en-ZA" altLang="en-GB" sz="1400" smtClean="0">
                <a:solidFill>
                  <a:srgbClr val="FFFFFF"/>
                </a:solidFill>
                <a:latin typeface="Franklin Gothic Book" panose="020B0503020102020204" pitchFamily="34" charset="0"/>
              </a:rPr>
              <a:pPr>
                <a:spcBef>
                  <a:spcPct val="0"/>
                </a:spcBef>
                <a:buClrTx/>
                <a:buSzTx/>
                <a:buFontTx/>
                <a:buNone/>
              </a:pPr>
              <a:t>57</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Title 1">
            <a:extLst>
              <a:ext uri="{FF2B5EF4-FFF2-40B4-BE49-F238E27FC236}">
                <a16:creationId xmlns:a16="http://schemas.microsoft.com/office/drawing/2014/main" id="{475CC274-6C95-0A7A-1E4E-7FBFC1C26737}"/>
              </a:ext>
            </a:extLst>
          </p:cNvPr>
          <p:cNvSpPr>
            <a:spLocks noGrp="1"/>
          </p:cNvSpPr>
          <p:nvPr>
            <p:ph type="title"/>
          </p:nvPr>
        </p:nvSpPr>
        <p:spPr>
          <a:xfrm>
            <a:off x="457200" y="274638"/>
            <a:ext cx="7972425" cy="796925"/>
          </a:xfrm>
        </p:spPr>
        <p:txBody>
          <a:bodyPr/>
          <a:lstStyle/>
          <a:p>
            <a:pPr eaLnBrk="1" hangingPunct="1"/>
            <a:r>
              <a:rPr lang="en-ZA" altLang="en-GB"/>
              <a:t>5. </a:t>
            </a:r>
            <a:r>
              <a:rPr lang="en-GB" altLang="en-GB" b="1"/>
              <a:t>Electric Potential or Voltage </a:t>
            </a:r>
            <a:endParaRPr lang="en-ZA" altLang="en-GB"/>
          </a:p>
        </p:txBody>
      </p:sp>
      <p:sp>
        <p:nvSpPr>
          <p:cNvPr id="3" name="Content Placeholder 2">
            <a:extLst>
              <a:ext uri="{FF2B5EF4-FFF2-40B4-BE49-F238E27FC236}">
                <a16:creationId xmlns:a16="http://schemas.microsoft.com/office/drawing/2014/main" id="{0FF3AD88-69D2-4EED-D816-21F2F4000431}"/>
              </a:ext>
            </a:extLst>
          </p:cNvPr>
          <p:cNvSpPr>
            <a:spLocks noGrp="1"/>
          </p:cNvSpPr>
          <p:nvPr>
            <p:ph sz="quarter" idx="1"/>
          </p:nvPr>
        </p:nvSpPr>
        <p:spPr>
          <a:xfrm>
            <a:off x="395288" y="2349500"/>
            <a:ext cx="8229600" cy="2357438"/>
          </a:xfrm>
        </p:spPr>
        <p:txBody>
          <a:bodyPr/>
          <a:lstStyle/>
          <a:p>
            <a:pPr algn="just" eaLnBrk="1" hangingPunct="1">
              <a:buFont typeface="Arial" panose="020B0604020202020204" pitchFamily="34" charset="0"/>
              <a:buNone/>
            </a:pPr>
            <a:r>
              <a:rPr lang="en-US" altLang="en-GB"/>
              <a:t>If two positive charges are close together and we release them, they will repel each other and pick up speed, their electric potential energy having been converted into kinetic energy.</a:t>
            </a:r>
          </a:p>
          <a:p>
            <a:pPr algn="just" eaLnBrk="1" hangingPunct="1">
              <a:buFont typeface="Arial" panose="020B0604020202020204" pitchFamily="34" charset="0"/>
              <a:buNone/>
            </a:pPr>
            <a:r>
              <a:rPr lang="en-US" altLang="en-GB"/>
              <a:t>In this analogy, the electrical quantity which corresponds to height is </a:t>
            </a:r>
            <a:r>
              <a:rPr lang="en-US" altLang="en-GB" b="1"/>
              <a:t>voltage</a:t>
            </a:r>
            <a:r>
              <a:rPr lang="en-US" altLang="en-GB"/>
              <a:t>. </a:t>
            </a:r>
            <a:endParaRPr lang="en-ZA" altLang="en-GB"/>
          </a:p>
        </p:txBody>
      </p:sp>
      <p:sp>
        <p:nvSpPr>
          <p:cNvPr id="79875" name="Date Placeholder 6">
            <a:extLst>
              <a:ext uri="{FF2B5EF4-FFF2-40B4-BE49-F238E27FC236}">
                <a16:creationId xmlns:a16="http://schemas.microsoft.com/office/drawing/2014/main" id="{8E2A27F7-C0D7-18D6-244F-F00A81A1434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7188224-BA8B-4F3A-87FA-24EA6D8F287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79876" name="Footer Placeholder 5">
            <a:extLst>
              <a:ext uri="{FF2B5EF4-FFF2-40B4-BE49-F238E27FC236}">
                <a16:creationId xmlns:a16="http://schemas.microsoft.com/office/drawing/2014/main" id="{414DF385-2908-4CCE-6E9F-51BABC3057B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79877" name="Slide Number Placeholder 4">
            <a:extLst>
              <a:ext uri="{FF2B5EF4-FFF2-40B4-BE49-F238E27FC236}">
                <a16:creationId xmlns:a16="http://schemas.microsoft.com/office/drawing/2014/main" id="{F56F307F-FAB5-C3F8-D092-DE6C4356FA4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8CCB47D-9D1B-451C-90CE-BFE3B8C3F087}" type="slidenum">
              <a:rPr lang="en-ZA" altLang="en-GB" sz="1400" smtClean="0">
                <a:solidFill>
                  <a:srgbClr val="FFFFFF"/>
                </a:solidFill>
                <a:latin typeface="Franklin Gothic Book" panose="020B0503020102020204" pitchFamily="34" charset="0"/>
              </a:rPr>
              <a:pPr>
                <a:spcBef>
                  <a:spcPct val="0"/>
                </a:spcBef>
                <a:buClrTx/>
                <a:buSzTx/>
                <a:buFontTx/>
                <a:buNone/>
              </a:pPr>
              <a:t>58</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Title 1">
            <a:extLst>
              <a:ext uri="{FF2B5EF4-FFF2-40B4-BE49-F238E27FC236}">
                <a16:creationId xmlns:a16="http://schemas.microsoft.com/office/drawing/2014/main" id="{D08A2324-70C6-ADA9-7F59-207FBAFC580D}"/>
              </a:ext>
            </a:extLst>
          </p:cNvPr>
          <p:cNvSpPr>
            <a:spLocks noGrp="1"/>
          </p:cNvSpPr>
          <p:nvPr>
            <p:ph type="title"/>
          </p:nvPr>
        </p:nvSpPr>
        <p:spPr>
          <a:xfrm>
            <a:off x="457200" y="274638"/>
            <a:ext cx="7972425" cy="796925"/>
          </a:xfrm>
        </p:spPr>
        <p:txBody>
          <a:bodyPr/>
          <a:lstStyle/>
          <a:p>
            <a:pPr eaLnBrk="1" hangingPunct="1"/>
            <a:r>
              <a:rPr lang="en-ZA" altLang="en-GB"/>
              <a:t>5. </a:t>
            </a:r>
            <a:r>
              <a:rPr lang="en-GB" altLang="en-GB" b="1"/>
              <a:t>Electric Potential or Voltage </a:t>
            </a:r>
            <a:endParaRPr lang="en-ZA" altLang="en-GB"/>
          </a:p>
        </p:txBody>
      </p:sp>
      <p:sp>
        <p:nvSpPr>
          <p:cNvPr id="3" name="Content Placeholder 2">
            <a:extLst>
              <a:ext uri="{FF2B5EF4-FFF2-40B4-BE49-F238E27FC236}">
                <a16:creationId xmlns:a16="http://schemas.microsoft.com/office/drawing/2014/main" id="{8A7F98F3-B8B8-CFDE-8ABD-7AADA1859C16}"/>
              </a:ext>
            </a:extLst>
          </p:cNvPr>
          <p:cNvSpPr>
            <a:spLocks noGrp="1"/>
          </p:cNvSpPr>
          <p:nvPr>
            <p:ph sz="quarter" idx="1"/>
          </p:nvPr>
        </p:nvSpPr>
        <p:spPr>
          <a:xfrm>
            <a:off x="457200" y="1214438"/>
            <a:ext cx="8229600" cy="4911725"/>
          </a:xfrm>
        </p:spPr>
        <p:txBody>
          <a:bodyPr/>
          <a:lstStyle/>
          <a:p>
            <a:pPr algn="just" eaLnBrk="1" hangingPunct="1">
              <a:buFont typeface="Arial" panose="020B0604020202020204" pitchFamily="34" charset="0"/>
              <a:buNone/>
            </a:pPr>
            <a:r>
              <a:rPr lang="en-US" altLang="en-GB"/>
              <a:t>The definition of the potential difference between two points, </a:t>
            </a:r>
            <a:r>
              <a:rPr lang="en-US" altLang="en-GB" b="1" i="1"/>
              <a:t>a</a:t>
            </a:r>
            <a:r>
              <a:rPr lang="en-US" altLang="en-GB"/>
              <a:t> and </a:t>
            </a:r>
            <a:r>
              <a:rPr lang="en-US" altLang="en-GB" b="1" i="1"/>
              <a:t>b</a:t>
            </a:r>
            <a:r>
              <a:rPr lang="en-US" altLang="en-GB"/>
              <a:t>, in space is</a:t>
            </a:r>
          </a:p>
          <a:p>
            <a:pPr algn="just" eaLnBrk="1" hangingPunct="1"/>
            <a:endParaRPr lang="en-US" altLang="en-GB"/>
          </a:p>
          <a:p>
            <a:pPr algn="just" eaLnBrk="1" hangingPunct="1"/>
            <a:endParaRPr lang="en-US" altLang="en-GB"/>
          </a:p>
          <a:p>
            <a:pPr algn="just" eaLnBrk="1" hangingPunct="1">
              <a:buFont typeface="Arial" panose="020B0604020202020204" pitchFamily="34" charset="0"/>
              <a:buNone/>
            </a:pPr>
            <a:r>
              <a:rPr lang="en-US" altLang="en-GB"/>
              <a:t>	Where this integral is a </a:t>
            </a:r>
            <a:r>
              <a:rPr lang="en-US" altLang="en-GB" i="1"/>
              <a:t>path integral</a:t>
            </a:r>
            <a:r>
              <a:rPr lang="en-US" altLang="en-GB"/>
              <a:t>, or </a:t>
            </a:r>
            <a:r>
              <a:rPr lang="en-US" altLang="en-GB" i="1"/>
              <a:t>line integral.</a:t>
            </a:r>
          </a:p>
          <a:p>
            <a:pPr algn="just" eaLnBrk="1" hangingPunct="1">
              <a:buFont typeface="Arial" panose="020B0604020202020204" pitchFamily="34" charset="0"/>
              <a:buNone/>
            </a:pPr>
            <a:r>
              <a:rPr lang="en-US" altLang="en-GB"/>
              <a:t>For electric fields made by electric charges, the answer for the voltage difference is the same no matter what path is chosen.</a:t>
            </a:r>
            <a:endParaRPr lang="en-ZA" altLang="en-GB"/>
          </a:p>
        </p:txBody>
      </p:sp>
      <p:sp>
        <p:nvSpPr>
          <p:cNvPr id="80899" name="Date Placeholder 9">
            <a:extLst>
              <a:ext uri="{FF2B5EF4-FFF2-40B4-BE49-F238E27FC236}">
                <a16:creationId xmlns:a16="http://schemas.microsoft.com/office/drawing/2014/main" id="{FFF5AB28-9DFC-5E0A-C35E-7902838E13B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8ABEDCF-9D18-4E84-B2C4-87FFBB12553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0900" name="Footer Placeholder 8">
            <a:extLst>
              <a:ext uri="{FF2B5EF4-FFF2-40B4-BE49-F238E27FC236}">
                <a16:creationId xmlns:a16="http://schemas.microsoft.com/office/drawing/2014/main" id="{871F397C-52F8-8868-9D38-5CE07C6A264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0901" name="Slide Number Placeholder 7">
            <a:extLst>
              <a:ext uri="{FF2B5EF4-FFF2-40B4-BE49-F238E27FC236}">
                <a16:creationId xmlns:a16="http://schemas.microsoft.com/office/drawing/2014/main" id="{68E3B5B0-8728-7F7B-82ED-96C8EE756B1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1C271FD-8FA7-473D-9278-07EFB0ED75D2}" type="slidenum">
              <a:rPr lang="en-ZA" altLang="en-GB" sz="1400" smtClean="0">
                <a:solidFill>
                  <a:srgbClr val="FFFFFF"/>
                </a:solidFill>
                <a:latin typeface="Franklin Gothic Book" panose="020B0503020102020204" pitchFamily="34" charset="0"/>
              </a:rPr>
              <a:pPr>
                <a:spcBef>
                  <a:spcPct val="0"/>
                </a:spcBef>
                <a:buClrTx/>
                <a:buSzTx/>
                <a:buFontTx/>
                <a:buNone/>
              </a:pPr>
              <a:t>59</a:t>
            </a:fld>
            <a:endParaRPr lang="en-ZA" altLang="en-GB" sz="1400">
              <a:solidFill>
                <a:srgbClr val="FFFFFF"/>
              </a:solidFill>
              <a:latin typeface="Franklin Gothic Book" panose="020B0503020102020204" pitchFamily="34" charset="0"/>
            </a:endParaRPr>
          </a:p>
        </p:txBody>
      </p:sp>
      <p:sp>
        <p:nvSpPr>
          <p:cNvPr id="80902" name="Rectangle 2">
            <a:extLst>
              <a:ext uri="{FF2B5EF4-FFF2-40B4-BE49-F238E27FC236}">
                <a16:creationId xmlns:a16="http://schemas.microsoft.com/office/drawing/2014/main" id="{8174634C-8A50-BC55-12EF-30C8021D78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0903" name="Rectangle 2">
            <a:extLst>
              <a:ext uri="{FF2B5EF4-FFF2-40B4-BE49-F238E27FC236}">
                <a16:creationId xmlns:a16="http://schemas.microsoft.com/office/drawing/2014/main" id="{D61B7FD9-27A8-CDD2-C66D-A6BB1119DC6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00353" name="Picture 1">
            <a:extLst>
              <a:ext uri="{FF2B5EF4-FFF2-40B4-BE49-F238E27FC236}">
                <a16:creationId xmlns:a16="http://schemas.microsoft.com/office/drawing/2014/main" id="{501DEA3A-C9DA-CAFB-D1E5-59798AC92CC5}"/>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43213" y="2133600"/>
            <a:ext cx="2627312"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00353"/>
                                        </p:tgtEl>
                                        <p:attrNameLst>
                                          <p:attrName>style.visibility</p:attrName>
                                        </p:attrNameLst>
                                      </p:cBhvr>
                                      <p:to>
                                        <p:strVal val="visible"/>
                                      </p:to>
                                    </p:set>
                                    <p:animEffect transition="in" filter="diamond(in)">
                                      <p:cBhvr>
                                        <p:cTn id="13" dur="2000"/>
                                        <p:tgtEl>
                                          <p:spTgt spid="100353"/>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Title 1">
            <a:extLst>
              <a:ext uri="{FF2B5EF4-FFF2-40B4-BE49-F238E27FC236}">
                <a16:creationId xmlns:a16="http://schemas.microsoft.com/office/drawing/2014/main" id="{97949ACA-C777-39F1-80BE-739740E629FF}"/>
              </a:ext>
            </a:extLst>
          </p:cNvPr>
          <p:cNvSpPr>
            <a:spLocks noGrp="1"/>
          </p:cNvSpPr>
          <p:nvPr>
            <p:ph type="title"/>
          </p:nvPr>
        </p:nvSpPr>
        <p:spPr>
          <a:xfrm>
            <a:off x="457200" y="274638"/>
            <a:ext cx="7972425" cy="796925"/>
          </a:xfrm>
        </p:spPr>
        <p:txBody>
          <a:bodyPr/>
          <a:lstStyle/>
          <a:p>
            <a:pPr eaLnBrk="1" hangingPunct="1"/>
            <a:r>
              <a:rPr lang="en-ZA" altLang="en-GB"/>
              <a:t>5. </a:t>
            </a:r>
            <a:r>
              <a:rPr lang="en-GB" altLang="en-GB" b="1"/>
              <a:t>Electric Potential or Voltage </a:t>
            </a:r>
            <a:endParaRPr lang="en-ZA" altLang="en-GB"/>
          </a:p>
        </p:txBody>
      </p:sp>
      <p:sp>
        <p:nvSpPr>
          <p:cNvPr id="3" name="Content Placeholder 2">
            <a:extLst>
              <a:ext uri="{FF2B5EF4-FFF2-40B4-BE49-F238E27FC236}">
                <a16:creationId xmlns:a16="http://schemas.microsoft.com/office/drawing/2014/main" id="{BFDCB228-AE72-9581-0CE2-2AB5C48E362D}"/>
              </a:ext>
            </a:extLst>
          </p:cNvPr>
          <p:cNvSpPr>
            <a:spLocks noGrp="1"/>
          </p:cNvSpPr>
          <p:nvPr>
            <p:ph sz="quarter" idx="1"/>
          </p:nvPr>
        </p:nvSpPr>
        <p:spPr>
          <a:xfrm>
            <a:off x="457200" y="1214438"/>
            <a:ext cx="8229600" cy="4911725"/>
          </a:xfrm>
        </p:spPr>
        <p:txBody>
          <a:bodyPr/>
          <a:lstStyle/>
          <a:p>
            <a:pPr algn="just" eaLnBrk="1" hangingPunct="1">
              <a:buFont typeface="Arial" panose="020B0604020202020204" pitchFamily="34" charset="0"/>
              <a:buNone/>
            </a:pPr>
            <a:r>
              <a:rPr lang="en-US" altLang="en-GB"/>
              <a:t>Applying the previous definition to the field of a point charge, </a:t>
            </a:r>
            <a:r>
              <a:rPr lang="en-US" altLang="en-GB" b="1" i="1"/>
              <a:t>q</a:t>
            </a:r>
            <a:r>
              <a:rPr lang="en-US" altLang="en-GB"/>
              <a:t>, and choosing the convention that the voltage is zero at infinity, we obtain the formula for the voltage produced at any point in space by a point charge:</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Where </a:t>
            </a:r>
            <a:r>
              <a:rPr lang="en-US" altLang="en-GB" b="1" i="1"/>
              <a:t>r</a:t>
            </a:r>
            <a:r>
              <a:rPr lang="en-US" altLang="en-GB"/>
              <a:t> is the distance from the point charge to the point at which it is desired to know </a:t>
            </a:r>
            <a:r>
              <a:rPr lang="en-US" altLang="en-GB" b="1" i="1"/>
              <a:t>V</a:t>
            </a:r>
            <a:r>
              <a:rPr lang="en-US" altLang="en-GB"/>
              <a:t>. 	</a:t>
            </a:r>
            <a:endParaRPr lang="en-ZA" altLang="en-GB"/>
          </a:p>
        </p:txBody>
      </p:sp>
      <p:sp>
        <p:nvSpPr>
          <p:cNvPr id="81923" name="Date Placeholder 9">
            <a:extLst>
              <a:ext uri="{FF2B5EF4-FFF2-40B4-BE49-F238E27FC236}">
                <a16:creationId xmlns:a16="http://schemas.microsoft.com/office/drawing/2014/main" id="{B09CC3B3-A1C5-3234-1603-72BA5EF64FF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4B8235F-9136-4D47-B1DA-391BFD51F67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1924" name="Footer Placeholder 8">
            <a:extLst>
              <a:ext uri="{FF2B5EF4-FFF2-40B4-BE49-F238E27FC236}">
                <a16:creationId xmlns:a16="http://schemas.microsoft.com/office/drawing/2014/main" id="{73AA585E-E841-30F7-4958-EAD7BEF167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1925" name="Slide Number Placeholder 7">
            <a:extLst>
              <a:ext uri="{FF2B5EF4-FFF2-40B4-BE49-F238E27FC236}">
                <a16:creationId xmlns:a16="http://schemas.microsoft.com/office/drawing/2014/main" id="{DB2BD3E2-AC23-AD82-1528-01660713BD9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9EA094B-DE87-49F7-A0F9-9833BDCB2207}" type="slidenum">
              <a:rPr lang="en-ZA" altLang="en-GB" sz="1400" smtClean="0">
                <a:solidFill>
                  <a:srgbClr val="FFFFFF"/>
                </a:solidFill>
                <a:latin typeface="Franklin Gothic Book" panose="020B0503020102020204" pitchFamily="34" charset="0"/>
              </a:rPr>
              <a:pPr>
                <a:spcBef>
                  <a:spcPct val="0"/>
                </a:spcBef>
                <a:buClrTx/>
                <a:buSzTx/>
                <a:buFontTx/>
                <a:buNone/>
              </a:pPr>
              <a:t>60</a:t>
            </a:fld>
            <a:endParaRPr lang="en-ZA" altLang="en-GB" sz="1400">
              <a:solidFill>
                <a:srgbClr val="FFFFFF"/>
              </a:solidFill>
              <a:latin typeface="Franklin Gothic Book" panose="020B0503020102020204" pitchFamily="34" charset="0"/>
            </a:endParaRPr>
          </a:p>
        </p:txBody>
      </p:sp>
      <p:sp>
        <p:nvSpPr>
          <p:cNvPr id="81926" name="Rectangle 2">
            <a:extLst>
              <a:ext uri="{FF2B5EF4-FFF2-40B4-BE49-F238E27FC236}">
                <a16:creationId xmlns:a16="http://schemas.microsoft.com/office/drawing/2014/main" id="{72185D63-4DF2-68A4-1086-4724B8A57E3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1927" name="Rectangle 2">
            <a:extLst>
              <a:ext uri="{FF2B5EF4-FFF2-40B4-BE49-F238E27FC236}">
                <a16:creationId xmlns:a16="http://schemas.microsoft.com/office/drawing/2014/main" id="{1A95D522-2E18-AB0B-5E63-1A95422D56D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71681" name="Picture 1">
            <a:extLst>
              <a:ext uri="{FF2B5EF4-FFF2-40B4-BE49-F238E27FC236}">
                <a16:creationId xmlns:a16="http://schemas.microsoft.com/office/drawing/2014/main" id="{FF6100D4-B569-87C5-BD2E-E84F6E49667D}"/>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4140200" y="2636838"/>
            <a:ext cx="127476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71681"/>
                                        </p:tgtEl>
                                        <p:attrNameLst>
                                          <p:attrName>style.visibility</p:attrName>
                                        </p:attrNameLst>
                                      </p:cBhvr>
                                      <p:to>
                                        <p:strVal val="visible"/>
                                      </p:to>
                                    </p:set>
                                    <p:animEffect transition="in" filter="diamond(in)">
                                      <p:cBhvr>
                                        <p:cTn id="13" dur="2000"/>
                                        <p:tgtEl>
                                          <p:spTgt spid="7168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Title 1">
            <a:extLst>
              <a:ext uri="{FF2B5EF4-FFF2-40B4-BE49-F238E27FC236}">
                <a16:creationId xmlns:a16="http://schemas.microsoft.com/office/drawing/2014/main" id="{F3A9BDD0-0456-1ABF-4685-0E5BFB467D50}"/>
              </a:ext>
            </a:extLst>
          </p:cNvPr>
          <p:cNvSpPr>
            <a:spLocks noGrp="1"/>
          </p:cNvSpPr>
          <p:nvPr>
            <p:ph type="title"/>
          </p:nvPr>
        </p:nvSpPr>
        <p:spPr>
          <a:xfrm>
            <a:off x="457200" y="274638"/>
            <a:ext cx="7972425" cy="796925"/>
          </a:xfrm>
        </p:spPr>
        <p:txBody>
          <a:bodyPr/>
          <a:lstStyle/>
          <a:p>
            <a:pPr eaLnBrk="1" hangingPunct="1"/>
            <a:r>
              <a:rPr lang="en-ZA" altLang="en-GB"/>
              <a:t>5. </a:t>
            </a:r>
            <a:r>
              <a:rPr lang="en-GB" altLang="en-GB" b="1"/>
              <a:t>Electric Potential or Voltage </a:t>
            </a:r>
            <a:endParaRPr lang="en-ZA" altLang="en-GB"/>
          </a:p>
        </p:txBody>
      </p:sp>
      <p:sp>
        <p:nvSpPr>
          <p:cNvPr id="82946" name="Content Placeholder 2">
            <a:extLst>
              <a:ext uri="{FF2B5EF4-FFF2-40B4-BE49-F238E27FC236}">
                <a16:creationId xmlns:a16="http://schemas.microsoft.com/office/drawing/2014/main" id="{3E62F644-6D7E-6649-C7BD-373C0C7BEA08}"/>
              </a:ext>
            </a:extLst>
          </p:cNvPr>
          <p:cNvSpPr>
            <a:spLocks noGrp="1"/>
          </p:cNvSpPr>
          <p:nvPr>
            <p:ph sz="quarter" idx="1"/>
          </p:nvPr>
        </p:nvSpPr>
        <p:spPr>
          <a:xfrm>
            <a:off x="500063" y="2349500"/>
            <a:ext cx="8229600" cy="2735263"/>
          </a:xfrm>
        </p:spPr>
        <p:txBody>
          <a:bodyPr/>
          <a:lstStyle/>
          <a:p>
            <a:pPr algn="just" eaLnBrk="1" hangingPunct="1">
              <a:buFont typeface="Arial" panose="020B0604020202020204" pitchFamily="34" charset="0"/>
              <a:buNone/>
            </a:pPr>
            <a:r>
              <a:rPr lang="en-US" altLang="en-GB"/>
              <a:t>This formula says that the voltage is large and positive near positive charges and large and negative near negative charges</a:t>
            </a:r>
            <a:r>
              <a:rPr lang="en-ZA" altLang="en-GB"/>
              <a:t>.</a:t>
            </a:r>
            <a:r>
              <a:rPr lang="en-US" altLang="en-GB"/>
              <a:t>	</a:t>
            </a:r>
            <a:endParaRPr lang="en-ZA" altLang="en-GB"/>
          </a:p>
        </p:txBody>
      </p:sp>
      <p:sp>
        <p:nvSpPr>
          <p:cNvPr id="82947" name="Date Placeholder 10">
            <a:extLst>
              <a:ext uri="{FF2B5EF4-FFF2-40B4-BE49-F238E27FC236}">
                <a16:creationId xmlns:a16="http://schemas.microsoft.com/office/drawing/2014/main" id="{B3D4C540-B60B-5A5D-D113-9D540C17D90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3A8E25D-3E6C-44A5-9660-542553345F1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2948" name="Footer Placeholder 9">
            <a:extLst>
              <a:ext uri="{FF2B5EF4-FFF2-40B4-BE49-F238E27FC236}">
                <a16:creationId xmlns:a16="http://schemas.microsoft.com/office/drawing/2014/main" id="{778F13DD-B0D2-0ECC-F5D8-A9F7E47B9A7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2949" name="Slide Number Placeholder 8">
            <a:extLst>
              <a:ext uri="{FF2B5EF4-FFF2-40B4-BE49-F238E27FC236}">
                <a16:creationId xmlns:a16="http://schemas.microsoft.com/office/drawing/2014/main" id="{6C755D82-040E-E8EE-C923-7B53B8B6749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D8366AF-8C13-47A7-B0B2-0E22428956FD}" type="slidenum">
              <a:rPr lang="en-ZA" altLang="en-GB" sz="1400" smtClean="0">
                <a:solidFill>
                  <a:srgbClr val="FFFFFF"/>
                </a:solidFill>
                <a:latin typeface="Franklin Gothic Book" panose="020B0503020102020204" pitchFamily="34" charset="0"/>
              </a:rPr>
              <a:pPr>
                <a:spcBef>
                  <a:spcPct val="0"/>
                </a:spcBef>
                <a:buClrTx/>
                <a:buSzTx/>
                <a:buFontTx/>
                <a:buNone/>
              </a:pPr>
              <a:t>61</a:t>
            </a:fld>
            <a:endParaRPr lang="en-ZA" altLang="en-GB" sz="1400">
              <a:solidFill>
                <a:srgbClr val="FFFFFF"/>
              </a:solidFill>
              <a:latin typeface="Franklin Gothic Book" panose="020B0503020102020204" pitchFamily="34" charset="0"/>
            </a:endParaRPr>
          </a:p>
        </p:txBody>
      </p:sp>
      <p:sp>
        <p:nvSpPr>
          <p:cNvPr id="82950" name="Rectangle 2">
            <a:extLst>
              <a:ext uri="{FF2B5EF4-FFF2-40B4-BE49-F238E27FC236}">
                <a16:creationId xmlns:a16="http://schemas.microsoft.com/office/drawing/2014/main" id="{C4550D57-F7C5-EEFB-8F90-2D49D541E06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2951" name="Rectangle 2">
            <a:extLst>
              <a:ext uri="{FF2B5EF4-FFF2-40B4-BE49-F238E27FC236}">
                <a16:creationId xmlns:a16="http://schemas.microsoft.com/office/drawing/2014/main" id="{F4906F14-137E-C3BF-F3F9-DBDE023339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2952" name="Rectangle 2">
            <a:extLst>
              <a:ext uri="{FF2B5EF4-FFF2-40B4-BE49-F238E27FC236}">
                <a16:creationId xmlns:a16="http://schemas.microsoft.com/office/drawing/2014/main" id="{F9B434BD-77AA-6622-36D1-92037A58E98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2953" name="Picture 1">
            <a:extLst>
              <a:ext uri="{FF2B5EF4-FFF2-40B4-BE49-F238E27FC236}">
                <a16:creationId xmlns:a16="http://schemas.microsoft.com/office/drawing/2014/main" id="{8D95F8D0-5F57-550F-A27B-C87DF08C7AB5}"/>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500438" y="3357563"/>
            <a:ext cx="2336800" cy="157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1421C-F26E-3B8F-54DE-C66521E88D52}"/>
              </a:ext>
            </a:extLst>
          </p:cNvPr>
          <p:cNvSpPr>
            <a:spLocks noGrp="1"/>
          </p:cNvSpPr>
          <p:nvPr>
            <p:ph type="title"/>
          </p:nvPr>
        </p:nvSpPr>
        <p:spPr>
          <a:xfrm>
            <a:off x="457200" y="274638"/>
            <a:ext cx="8186738" cy="725487"/>
          </a:xfrm>
        </p:spPr>
        <p:txBody>
          <a:bodyPr rtlCol="0">
            <a:normAutofit fontScale="90000"/>
          </a:bodyPr>
          <a:lstStyle/>
          <a:p>
            <a:pPr eaLnBrk="1" fontAlgn="auto" hangingPunct="1">
              <a:spcAft>
                <a:spcPts val="0"/>
              </a:spcAft>
              <a:defRPr/>
            </a:pPr>
            <a:r>
              <a:rPr lang="en-ZA" b="1" dirty="0"/>
              <a:t>5.1. </a:t>
            </a:r>
            <a:r>
              <a:rPr lang="en-US" b="1" dirty="0"/>
              <a:t>Equipotential Surfaces </a:t>
            </a:r>
            <a:endParaRPr lang="en-ZA" b="1" dirty="0"/>
          </a:p>
        </p:txBody>
      </p:sp>
      <p:sp>
        <p:nvSpPr>
          <p:cNvPr id="3" name="Content Placeholder 2">
            <a:extLst>
              <a:ext uri="{FF2B5EF4-FFF2-40B4-BE49-F238E27FC236}">
                <a16:creationId xmlns:a16="http://schemas.microsoft.com/office/drawing/2014/main" id="{5378BCFB-620D-6785-1C10-69961B21E047}"/>
              </a:ext>
            </a:extLst>
          </p:cNvPr>
          <p:cNvSpPr>
            <a:spLocks noGrp="1"/>
          </p:cNvSpPr>
          <p:nvPr>
            <p:ph sz="quarter" idx="1"/>
          </p:nvPr>
        </p:nvSpPr>
        <p:spPr>
          <a:xfrm>
            <a:off x="468313" y="1773238"/>
            <a:ext cx="8229600" cy="3509962"/>
          </a:xfrm>
        </p:spPr>
        <p:txBody>
          <a:bodyPr/>
          <a:lstStyle/>
          <a:p>
            <a:pPr algn="just" eaLnBrk="1" hangingPunct="1">
              <a:buFont typeface="Arial" panose="020B0604020202020204" pitchFamily="34" charset="0"/>
              <a:buNone/>
            </a:pPr>
            <a:r>
              <a:rPr lang="en-US" altLang="en-GB"/>
              <a:t>An </a:t>
            </a:r>
            <a:r>
              <a:rPr lang="en-US" altLang="en-GB" b="1" i="1"/>
              <a:t>equipotential surface</a:t>
            </a:r>
            <a:r>
              <a:rPr lang="en-US" altLang="en-GB"/>
              <a:t> is a surface on which the potential, or voltage, is constant.</a:t>
            </a:r>
          </a:p>
          <a:p>
            <a:pPr algn="just" eaLnBrk="1" hangingPunct="1">
              <a:buFont typeface="Arial" panose="020B0604020202020204" pitchFamily="34" charset="0"/>
              <a:buNone/>
            </a:pPr>
            <a:r>
              <a:rPr lang="en-US" altLang="en-GB"/>
              <a:t>Electric field lines are always perpendicular to these surfaces, and the electric field points from surfaces of high potential to surfaces of low potential.</a:t>
            </a:r>
          </a:p>
          <a:p>
            <a:pPr algn="just" eaLnBrk="1" hangingPunct="1">
              <a:buFont typeface="Arial" panose="020B0604020202020204" pitchFamily="34" charset="0"/>
              <a:buNone/>
            </a:pPr>
            <a:r>
              <a:rPr lang="en-US" altLang="en-GB"/>
              <a:t>Note that this means that the electric field is strong where the equipotential surfaces are close together and, weak where they are far apart.</a:t>
            </a:r>
            <a:endParaRPr lang="en-ZA" altLang="en-GB"/>
          </a:p>
          <a:p>
            <a:pPr algn="just" eaLnBrk="1" hangingPunct="1">
              <a:buFont typeface="Arial" panose="020B0604020202020204" pitchFamily="34" charset="0"/>
              <a:buNone/>
            </a:pPr>
            <a:endParaRPr lang="en-ZA" altLang="en-GB"/>
          </a:p>
        </p:txBody>
      </p:sp>
      <p:sp>
        <p:nvSpPr>
          <p:cNvPr id="83971" name="Date Placeholder 6">
            <a:extLst>
              <a:ext uri="{FF2B5EF4-FFF2-40B4-BE49-F238E27FC236}">
                <a16:creationId xmlns:a16="http://schemas.microsoft.com/office/drawing/2014/main" id="{67DE76AA-6579-DBA7-EAA7-BE4712C0347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5D7CE3B-16A6-49C8-B414-B3ECB2803DA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3972" name="Footer Placeholder 5">
            <a:extLst>
              <a:ext uri="{FF2B5EF4-FFF2-40B4-BE49-F238E27FC236}">
                <a16:creationId xmlns:a16="http://schemas.microsoft.com/office/drawing/2014/main" id="{915265A3-D0A9-D39A-173A-B47F142F9F8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3973" name="Slide Number Placeholder 4">
            <a:extLst>
              <a:ext uri="{FF2B5EF4-FFF2-40B4-BE49-F238E27FC236}">
                <a16:creationId xmlns:a16="http://schemas.microsoft.com/office/drawing/2014/main" id="{62B0A11B-9427-EEDD-ABA6-35719490AF3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84607F7-D281-43B3-8BC5-D6484A4FAFC5}" type="slidenum">
              <a:rPr lang="en-ZA" altLang="en-GB" sz="1400" smtClean="0">
                <a:solidFill>
                  <a:srgbClr val="FFFFFF"/>
                </a:solidFill>
                <a:latin typeface="Franklin Gothic Book" panose="020B0503020102020204" pitchFamily="34" charset="0"/>
              </a:rPr>
              <a:pPr>
                <a:spcBef>
                  <a:spcPct val="0"/>
                </a:spcBef>
                <a:buClrTx/>
                <a:buSzTx/>
                <a:buFontTx/>
                <a:buNone/>
              </a:pPr>
              <a:t>62</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Title 1">
            <a:extLst>
              <a:ext uri="{FF2B5EF4-FFF2-40B4-BE49-F238E27FC236}">
                <a16:creationId xmlns:a16="http://schemas.microsoft.com/office/drawing/2014/main" id="{743FA923-CDA8-3185-DE38-28585ADE96A9}"/>
              </a:ext>
            </a:extLst>
          </p:cNvPr>
          <p:cNvSpPr>
            <a:spLocks noGrp="1"/>
          </p:cNvSpPr>
          <p:nvPr>
            <p:ph type="title"/>
          </p:nvPr>
        </p:nvSpPr>
        <p:spPr/>
        <p:txBody>
          <a:bodyPr/>
          <a:lstStyle/>
          <a:p>
            <a:pPr eaLnBrk="1" hangingPunct="1"/>
            <a:r>
              <a:rPr lang="en-ZA" altLang="en-GB" b="1"/>
              <a:t>5.1. </a:t>
            </a:r>
            <a:r>
              <a:rPr lang="en-US" altLang="en-GB" b="1"/>
              <a:t>Equipotential Surfaces </a:t>
            </a:r>
            <a:endParaRPr lang="en-US" altLang="en-GB"/>
          </a:p>
        </p:txBody>
      </p:sp>
      <p:pic>
        <p:nvPicPr>
          <p:cNvPr id="84994" name="Content Placeholder 3" descr="http://www.cartage.org.lb/en/themes/sciences/physics/Electromagnetism/Electrostatics/ElectricPotential/Equipotentials/equi.gif">
            <a:extLst>
              <a:ext uri="{FF2B5EF4-FFF2-40B4-BE49-F238E27FC236}">
                <a16:creationId xmlns:a16="http://schemas.microsoft.com/office/drawing/2014/main" id="{10EE4BF2-C247-1B20-C13D-AE218F2D58EC}"/>
              </a:ext>
            </a:extLst>
          </p:cNvPr>
          <p:cNvPicPr>
            <a:picLocks noGrp="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539750" y="3357563"/>
            <a:ext cx="2619375" cy="2609850"/>
          </a:xfrm>
        </p:spPr>
      </p:pic>
      <p:sp>
        <p:nvSpPr>
          <p:cNvPr id="84995" name="Date Placeholder 4">
            <a:extLst>
              <a:ext uri="{FF2B5EF4-FFF2-40B4-BE49-F238E27FC236}">
                <a16:creationId xmlns:a16="http://schemas.microsoft.com/office/drawing/2014/main" id="{AD4D3E3A-E93D-C029-D2BB-285C6A67B676}"/>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8B9E3B5-7D16-4FD7-9B00-0BA88656C08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4996" name="Footer Placeholder 5">
            <a:extLst>
              <a:ext uri="{FF2B5EF4-FFF2-40B4-BE49-F238E27FC236}">
                <a16:creationId xmlns:a16="http://schemas.microsoft.com/office/drawing/2014/main" id="{D57DEFBB-1BBE-E0C7-A2A1-D84795A4EB5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4997" name="Slide Number Placeholder 6">
            <a:extLst>
              <a:ext uri="{FF2B5EF4-FFF2-40B4-BE49-F238E27FC236}">
                <a16:creationId xmlns:a16="http://schemas.microsoft.com/office/drawing/2014/main" id="{B71A6685-62B3-3D44-DB61-F00F10E5F0E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86354C8-B67B-450B-8525-7707E13C4650}" type="slidenum">
              <a:rPr lang="en-ZA" altLang="en-GB" sz="1400" smtClean="0">
                <a:solidFill>
                  <a:srgbClr val="FFFFFF"/>
                </a:solidFill>
                <a:latin typeface="Franklin Gothic Book" panose="020B0503020102020204" pitchFamily="34" charset="0"/>
              </a:rPr>
              <a:pPr>
                <a:spcBef>
                  <a:spcPct val="0"/>
                </a:spcBef>
                <a:buClrTx/>
                <a:buSzTx/>
                <a:buFontTx/>
                <a:buNone/>
              </a:pPr>
              <a:t>63</a:t>
            </a:fld>
            <a:endParaRPr lang="en-ZA" altLang="en-GB" sz="1400">
              <a:solidFill>
                <a:srgbClr val="FFFFFF"/>
              </a:solidFill>
              <a:latin typeface="Franklin Gothic Book" panose="020B0503020102020204" pitchFamily="34" charset="0"/>
            </a:endParaRPr>
          </a:p>
        </p:txBody>
      </p:sp>
      <p:pic>
        <p:nvPicPr>
          <p:cNvPr id="84998" name="Picture 1">
            <a:extLst>
              <a:ext uri="{FF2B5EF4-FFF2-40B4-BE49-F238E27FC236}">
                <a16:creationId xmlns:a16="http://schemas.microsoft.com/office/drawing/2014/main" id="{EEEE7A42-5E94-0211-DC38-C58F96A1E44D}"/>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39750" y="1557338"/>
            <a:ext cx="160496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2">
            <a:extLst>
              <a:ext uri="{FF2B5EF4-FFF2-40B4-BE49-F238E27FC236}">
                <a16:creationId xmlns:a16="http://schemas.microsoft.com/office/drawing/2014/main" id="{139DCD7A-A7CF-7B85-F16B-4BC64EC405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4763" y="1844675"/>
            <a:ext cx="5006975" cy="280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6588A-B2EA-E35C-4267-8B01234D4022}"/>
              </a:ext>
            </a:extLst>
          </p:cNvPr>
          <p:cNvSpPr>
            <a:spLocks noGrp="1"/>
          </p:cNvSpPr>
          <p:nvPr>
            <p:ph type="title"/>
          </p:nvPr>
        </p:nvSpPr>
        <p:spPr>
          <a:xfrm>
            <a:off x="457200" y="274638"/>
            <a:ext cx="8043863" cy="654050"/>
          </a:xfrm>
        </p:spPr>
        <p:txBody>
          <a:bodyPr rtlCol="0">
            <a:normAutofit fontScale="90000"/>
          </a:bodyPr>
          <a:lstStyle/>
          <a:p>
            <a:pPr eaLnBrk="1" fontAlgn="auto" hangingPunct="1">
              <a:spcAft>
                <a:spcPts val="0"/>
              </a:spcAft>
              <a:defRPr/>
            </a:pPr>
            <a:r>
              <a:rPr lang="en-ZA" b="1" dirty="0"/>
              <a:t>5.2. </a:t>
            </a:r>
            <a:r>
              <a:rPr lang="en-US" b="1" dirty="0"/>
              <a:t>Potential Energy</a:t>
            </a:r>
            <a:endParaRPr lang="en-ZA" b="1" dirty="0"/>
          </a:p>
        </p:txBody>
      </p:sp>
      <p:sp>
        <p:nvSpPr>
          <p:cNvPr id="86018" name="Content Placeholder 2">
            <a:extLst>
              <a:ext uri="{FF2B5EF4-FFF2-40B4-BE49-F238E27FC236}">
                <a16:creationId xmlns:a16="http://schemas.microsoft.com/office/drawing/2014/main" id="{250F49D8-59F5-B466-8549-41548EF9BFF9}"/>
              </a:ext>
            </a:extLst>
          </p:cNvPr>
          <p:cNvSpPr>
            <a:spLocks noGrp="1"/>
          </p:cNvSpPr>
          <p:nvPr>
            <p:ph sz="quarter" idx="1"/>
          </p:nvPr>
        </p:nvSpPr>
        <p:spPr>
          <a:xfrm>
            <a:off x="457200" y="1071563"/>
            <a:ext cx="8229600" cy="5054600"/>
          </a:xfrm>
        </p:spPr>
        <p:txBody>
          <a:bodyPr/>
          <a:lstStyle/>
          <a:p>
            <a:pPr algn="just" eaLnBrk="1" hangingPunct="1">
              <a:buFont typeface="Arial" panose="020B0604020202020204" pitchFamily="34" charset="0"/>
              <a:buNone/>
            </a:pPr>
            <a:r>
              <a:rPr lang="en-US" altLang="en-GB"/>
              <a:t>The potential energy of a charge, </a:t>
            </a:r>
            <a:r>
              <a:rPr lang="en-US" altLang="en-GB" b="1" i="1"/>
              <a:t>q</a:t>
            </a:r>
            <a:r>
              <a:rPr lang="en-US" altLang="en-GB"/>
              <a:t>, at a point in space where the voltage </a:t>
            </a:r>
            <a:r>
              <a:rPr lang="en-US" altLang="en-GB" i="1"/>
              <a:t>due to all charges</a:t>
            </a:r>
            <a:r>
              <a:rPr lang="en-US" altLang="en-GB"/>
              <a:t> is </a:t>
            </a:r>
            <a:r>
              <a:rPr lang="en-US" altLang="en-GB" b="1" i="1"/>
              <a:t>V</a:t>
            </a:r>
            <a:r>
              <a:rPr lang="en-US" altLang="en-GB"/>
              <a:t>, is given by the formula</a:t>
            </a:r>
            <a:endParaRPr lang="en-ZA" altLang="en-GB"/>
          </a:p>
          <a:p>
            <a:pPr algn="just" eaLnBrk="1" hangingPunct="1">
              <a:buFont typeface="Arial" panose="020B0604020202020204" pitchFamily="34" charset="0"/>
              <a:buNone/>
            </a:pPr>
            <a:endParaRPr lang="en-ZA" altLang="en-GB"/>
          </a:p>
        </p:txBody>
      </p:sp>
      <p:sp>
        <p:nvSpPr>
          <p:cNvPr id="86019" name="Date Placeholder 8">
            <a:extLst>
              <a:ext uri="{FF2B5EF4-FFF2-40B4-BE49-F238E27FC236}">
                <a16:creationId xmlns:a16="http://schemas.microsoft.com/office/drawing/2014/main" id="{CA044B32-3A0C-2E35-0529-367567950E6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051E901-23ED-4351-97DB-734C763AF60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6020" name="Footer Placeholder 7">
            <a:extLst>
              <a:ext uri="{FF2B5EF4-FFF2-40B4-BE49-F238E27FC236}">
                <a16:creationId xmlns:a16="http://schemas.microsoft.com/office/drawing/2014/main" id="{C6ED7180-023E-4DCD-4D4D-F24E2DAB55F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6021" name="Slide Number Placeholder 6">
            <a:extLst>
              <a:ext uri="{FF2B5EF4-FFF2-40B4-BE49-F238E27FC236}">
                <a16:creationId xmlns:a16="http://schemas.microsoft.com/office/drawing/2014/main" id="{CF882300-A297-026A-224D-E21F846CB38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CAF3413-A166-4867-8BB2-8F1AD1381723}" type="slidenum">
              <a:rPr lang="en-ZA" altLang="en-GB" sz="1400" smtClean="0">
                <a:solidFill>
                  <a:srgbClr val="FFFFFF"/>
                </a:solidFill>
                <a:latin typeface="Franklin Gothic Book" panose="020B0503020102020204" pitchFamily="34" charset="0"/>
              </a:rPr>
              <a:pPr>
                <a:spcBef>
                  <a:spcPct val="0"/>
                </a:spcBef>
                <a:buClrTx/>
                <a:buSzTx/>
                <a:buFontTx/>
                <a:buNone/>
              </a:pPr>
              <a:t>64</a:t>
            </a:fld>
            <a:endParaRPr lang="en-ZA" altLang="en-GB" sz="1400">
              <a:solidFill>
                <a:srgbClr val="FFFFFF"/>
              </a:solidFill>
              <a:latin typeface="Franklin Gothic Book" panose="020B0503020102020204" pitchFamily="34" charset="0"/>
            </a:endParaRPr>
          </a:p>
        </p:txBody>
      </p:sp>
      <p:sp>
        <p:nvSpPr>
          <p:cNvPr id="86022" name="Rectangle 2">
            <a:extLst>
              <a:ext uri="{FF2B5EF4-FFF2-40B4-BE49-F238E27FC236}">
                <a16:creationId xmlns:a16="http://schemas.microsoft.com/office/drawing/2014/main" id="{04754E4C-64AE-2A0F-03D1-B4F8DA33DDE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6023" name="Picture 1">
            <a:extLst>
              <a:ext uri="{FF2B5EF4-FFF2-40B4-BE49-F238E27FC236}">
                <a16:creationId xmlns:a16="http://schemas.microsoft.com/office/drawing/2014/main" id="{54CBCB1C-4CD2-7BF7-253F-AA250262837C}"/>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409950" y="3143250"/>
            <a:ext cx="13763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87DED7-8F1F-DFEE-5BDA-7E050131C06D}"/>
              </a:ext>
            </a:extLst>
          </p:cNvPr>
          <p:cNvSpPr>
            <a:spLocks noGrp="1"/>
          </p:cNvSpPr>
          <p:nvPr>
            <p:ph type="title"/>
          </p:nvPr>
        </p:nvSpPr>
        <p:spPr>
          <a:xfrm>
            <a:off x="457200" y="274638"/>
            <a:ext cx="8043863" cy="654050"/>
          </a:xfrm>
        </p:spPr>
        <p:txBody>
          <a:bodyPr rtlCol="0">
            <a:normAutofit fontScale="90000"/>
          </a:bodyPr>
          <a:lstStyle/>
          <a:p>
            <a:pPr eaLnBrk="1" fontAlgn="auto" hangingPunct="1">
              <a:spcAft>
                <a:spcPts val="0"/>
              </a:spcAft>
              <a:defRPr/>
            </a:pPr>
            <a:r>
              <a:rPr lang="en-ZA" b="1" dirty="0"/>
              <a:t>5.2. </a:t>
            </a:r>
            <a:r>
              <a:rPr lang="en-US" b="1" dirty="0"/>
              <a:t>Potential Energy</a:t>
            </a:r>
            <a:endParaRPr lang="en-ZA" b="1" dirty="0"/>
          </a:p>
        </p:txBody>
      </p:sp>
      <p:sp>
        <p:nvSpPr>
          <p:cNvPr id="3" name="Content Placeholder 2">
            <a:extLst>
              <a:ext uri="{FF2B5EF4-FFF2-40B4-BE49-F238E27FC236}">
                <a16:creationId xmlns:a16="http://schemas.microsoft.com/office/drawing/2014/main" id="{EA84013D-A72C-D4B7-B98B-27DD4BBC638F}"/>
              </a:ext>
            </a:extLst>
          </p:cNvPr>
          <p:cNvSpPr>
            <a:spLocks noGrp="1"/>
          </p:cNvSpPr>
          <p:nvPr>
            <p:ph sz="quarter" idx="1"/>
          </p:nvPr>
        </p:nvSpPr>
        <p:spPr>
          <a:xfrm>
            <a:off x="457200" y="1071563"/>
            <a:ext cx="8229600" cy="5054600"/>
          </a:xfrm>
        </p:spPr>
        <p:txBody>
          <a:bodyPr/>
          <a:lstStyle/>
          <a:p>
            <a:pPr eaLnBrk="1" hangingPunct="1">
              <a:buFont typeface="Arial" panose="020B0604020202020204" pitchFamily="34" charset="0"/>
              <a:buNone/>
            </a:pPr>
            <a:r>
              <a:rPr lang="en-US" altLang="en-GB"/>
              <a:t> for the potential energy of two point charges, </a:t>
            </a:r>
            <a:r>
              <a:rPr lang="en-US" altLang="en-GB" b="1" i="1"/>
              <a:t>q</a:t>
            </a:r>
            <a:r>
              <a:rPr lang="en-US" altLang="en-GB" b="1" i="1" baseline="-25000"/>
              <a:t>1</a:t>
            </a:r>
            <a:r>
              <a:rPr lang="en-US" altLang="en-GB"/>
              <a:t> and </a:t>
            </a:r>
            <a:r>
              <a:rPr lang="en-US" altLang="en-GB" b="1" i="1"/>
              <a:t>q</a:t>
            </a:r>
            <a:r>
              <a:rPr lang="en-US" altLang="en-GB" b="1" i="1" baseline="-25000"/>
              <a:t>2</a:t>
            </a:r>
            <a:r>
              <a:rPr lang="en-US" altLang="en-GB"/>
              <a:t> , separated by a distance </a:t>
            </a:r>
            <a:r>
              <a:rPr lang="en-US" altLang="en-GB" b="1" i="1"/>
              <a:t>r</a:t>
            </a:r>
            <a:r>
              <a:rPr lang="en-US" altLang="en-GB" b="1" i="1" baseline="-25000"/>
              <a:t>12</a:t>
            </a:r>
            <a:r>
              <a:rPr lang="en-US" altLang="en-GB"/>
              <a:t> is equal to:</a:t>
            </a:r>
            <a:endParaRPr lang="en-ZA" altLang="en-GB"/>
          </a:p>
        </p:txBody>
      </p:sp>
      <p:sp>
        <p:nvSpPr>
          <p:cNvPr id="87043" name="Date Placeholder 9">
            <a:extLst>
              <a:ext uri="{FF2B5EF4-FFF2-40B4-BE49-F238E27FC236}">
                <a16:creationId xmlns:a16="http://schemas.microsoft.com/office/drawing/2014/main" id="{B5604D98-F6CE-58AF-0AFB-7338B11B939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2F59DF9-A4C5-4298-A6B7-1730DE397F9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7044" name="Footer Placeholder 8">
            <a:extLst>
              <a:ext uri="{FF2B5EF4-FFF2-40B4-BE49-F238E27FC236}">
                <a16:creationId xmlns:a16="http://schemas.microsoft.com/office/drawing/2014/main" id="{DE248C77-22C9-D94E-F78C-BDE2FA5F334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7045" name="Slide Number Placeholder 7">
            <a:extLst>
              <a:ext uri="{FF2B5EF4-FFF2-40B4-BE49-F238E27FC236}">
                <a16:creationId xmlns:a16="http://schemas.microsoft.com/office/drawing/2014/main" id="{1123F4C0-BCD8-A2E7-0B08-02B0F032F75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BF04F53-ED03-4A15-B1E9-C9D9361B0BF0}" type="slidenum">
              <a:rPr lang="en-ZA" altLang="en-GB" sz="1400" smtClean="0">
                <a:solidFill>
                  <a:srgbClr val="FFFFFF"/>
                </a:solidFill>
                <a:latin typeface="Franklin Gothic Book" panose="020B0503020102020204" pitchFamily="34" charset="0"/>
              </a:rPr>
              <a:pPr>
                <a:spcBef>
                  <a:spcPct val="0"/>
                </a:spcBef>
                <a:buClrTx/>
                <a:buSzTx/>
                <a:buFontTx/>
                <a:buNone/>
              </a:pPr>
              <a:t>65</a:t>
            </a:fld>
            <a:endParaRPr lang="en-ZA" altLang="en-GB" sz="1400">
              <a:solidFill>
                <a:srgbClr val="FFFFFF"/>
              </a:solidFill>
              <a:latin typeface="Franklin Gothic Book" panose="020B0503020102020204" pitchFamily="34" charset="0"/>
            </a:endParaRPr>
          </a:p>
        </p:txBody>
      </p:sp>
      <p:sp>
        <p:nvSpPr>
          <p:cNvPr id="87046" name="Rectangle 2">
            <a:extLst>
              <a:ext uri="{FF2B5EF4-FFF2-40B4-BE49-F238E27FC236}">
                <a16:creationId xmlns:a16="http://schemas.microsoft.com/office/drawing/2014/main" id="{E6BED5E5-5904-AFD6-9BD5-CA667C89EA9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7047" name="Rectangle 2">
            <a:extLst>
              <a:ext uri="{FF2B5EF4-FFF2-40B4-BE49-F238E27FC236}">
                <a16:creationId xmlns:a16="http://schemas.microsoft.com/office/drawing/2014/main" id="{7E5FD145-2A30-B312-4B84-0D2499DF220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77825" name="Picture 1">
            <a:extLst>
              <a:ext uri="{FF2B5EF4-FFF2-40B4-BE49-F238E27FC236}">
                <a16:creationId xmlns:a16="http://schemas.microsoft.com/office/drawing/2014/main" id="{8A153AF2-0CD7-E117-E9FE-C65CD9380F92}"/>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5148263" y="2276475"/>
            <a:ext cx="2952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9" name="Picture 10">
            <a:extLst>
              <a:ext uri="{FF2B5EF4-FFF2-40B4-BE49-F238E27FC236}">
                <a16:creationId xmlns:a16="http://schemas.microsoft.com/office/drawing/2014/main" id="{D9FAB94E-C8BB-D216-6919-132CFF95F3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3141663"/>
            <a:ext cx="3676650" cy="2798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77825"/>
                                        </p:tgtEl>
                                        <p:attrNameLst>
                                          <p:attrName>style.visibility</p:attrName>
                                        </p:attrNameLst>
                                      </p:cBhvr>
                                      <p:to>
                                        <p:strVal val="visible"/>
                                      </p:to>
                                    </p:set>
                                    <p:animEffect transition="in" filter="diamond(in)">
                                      <p:cBhvr>
                                        <p:cTn id="13" dur="2000"/>
                                        <p:tgtEl>
                                          <p:spTgt spid="778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BE32D-CDCF-93C9-2FBE-9B48F696462F}"/>
              </a:ext>
            </a:extLst>
          </p:cNvPr>
          <p:cNvSpPr>
            <a:spLocks noGrp="1"/>
          </p:cNvSpPr>
          <p:nvPr>
            <p:ph type="title"/>
          </p:nvPr>
        </p:nvSpPr>
        <p:spPr>
          <a:xfrm>
            <a:off x="457200" y="274638"/>
            <a:ext cx="8043863" cy="654050"/>
          </a:xfrm>
        </p:spPr>
        <p:txBody>
          <a:bodyPr rtlCol="0">
            <a:normAutofit fontScale="90000"/>
          </a:bodyPr>
          <a:lstStyle/>
          <a:p>
            <a:pPr eaLnBrk="1" fontAlgn="auto" hangingPunct="1">
              <a:spcAft>
                <a:spcPts val="0"/>
              </a:spcAft>
              <a:defRPr/>
            </a:pPr>
            <a:r>
              <a:rPr lang="en-ZA" b="1" dirty="0"/>
              <a:t>5.2. </a:t>
            </a:r>
            <a:r>
              <a:rPr lang="en-US" b="1" dirty="0"/>
              <a:t>Potential Energy</a:t>
            </a:r>
            <a:endParaRPr lang="en-ZA" b="1" dirty="0"/>
          </a:p>
        </p:txBody>
      </p:sp>
      <p:sp>
        <p:nvSpPr>
          <p:cNvPr id="3" name="Content Placeholder 2">
            <a:extLst>
              <a:ext uri="{FF2B5EF4-FFF2-40B4-BE49-F238E27FC236}">
                <a16:creationId xmlns:a16="http://schemas.microsoft.com/office/drawing/2014/main" id="{76F56CC5-0986-1EB3-5227-B46B02D07875}"/>
              </a:ext>
            </a:extLst>
          </p:cNvPr>
          <p:cNvSpPr>
            <a:spLocks noGrp="1"/>
          </p:cNvSpPr>
          <p:nvPr>
            <p:ph sz="quarter" idx="1"/>
          </p:nvPr>
        </p:nvSpPr>
        <p:spPr>
          <a:xfrm>
            <a:off x="539750" y="1125538"/>
            <a:ext cx="8229600" cy="5270500"/>
          </a:xfrm>
        </p:spPr>
        <p:txBody>
          <a:bodyPr/>
          <a:lstStyle/>
          <a:p>
            <a:pPr algn="just" eaLnBrk="1" hangingPunct="1">
              <a:buFont typeface="Arial" panose="020B0604020202020204" pitchFamily="34" charset="0"/>
              <a:buNone/>
            </a:pPr>
            <a:r>
              <a:rPr lang="en-US" altLang="en-GB" sz="2400"/>
              <a:t>The potential energy of the group is simply the sum of the potential energies for all the pairs of charges in the group.</a:t>
            </a:r>
          </a:p>
          <a:p>
            <a:pPr algn="just" eaLnBrk="1" hangingPunct="1">
              <a:buFont typeface="Arial" panose="020B0604020202020204" pitchFamily="34" charset="0"/>
              <a:buNone/>
            </a:pPr>
            <a:r>
              <a:rPr lang="en-US" altLang="en-GB" sz="2400"/>
              <a:t>For instance, for a group of four charges the total potential energy would be</a:t>
            </a:r>
            <a:endParaRPr lang="en-ZA" altLang="en-GB" sz="2400"/>
          </a:p>
        </p:txBody>
      </p:sp>
      <p:sp>
        <p:nvSpPr>
          <p:cNvPr id="88067" name="Date Placeholder 10">
            <a:extLst>
              <a:ext uri="{FF2B5EF4-FFF2-40B4-BE49-F238E27FC236}">
                <a16:creationId xmlns:a16="http://schemas.microsoft.com/office/drawing/2014/main" id="{4577FA11-BE23-8296-ED08-A266B4E18E7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B841D5BB-F560-4D35-869B-C194ABEFF88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8068" name="Footer Placeholder 9">
            <a:extLst>
              <a:ext uri="{FF2B5EF4-FFF2-40B4-BE49-F238E27FC236}">
                <a16:creationId xmlns:a16="http://schemas.microsoft.com/office/drawing/2014/main" id="{0B03FD8B-D27C-FABE-C1C5-4E98762BFE4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8069" name="Slide Number Placeholder 8">
            <a:extLst>
              <a:ext uri="{FF2B5EF4-FFF2-40B4-BE49-F238E27FC236}">
                <a16:creationId xmlns:a16="http://schemas.microsoft.com/office/drawing/2014/main" id="{D0169C76-56BF-762E-43CB-F8A1FDF4752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6FB218B-122D-4CA6-A5E3-3A1ACEED7E87}" type="slidenum">
              <a:rPr lang="en-ZA" altLang="en-GB" sz="1400" smtClean="0">
                <a:solidFill>
                  <a:srgbClr val="FFFFFF"/>
                </a:solidFill>
                <a:latin typeface="Franklin Gothic Book" panose="020B0503020102020204" pitchFamily="34" charset="0"/>
              </a:rPr>
              <a:pPr>
                <a:spcBef>
                  <a:spcPct val="0"/>
                </a:spcBef>
                <a:buClrTx/>
                <a:buSzTx/>
                <a:buFontTx/>
                <a:buNone/>
              </a:pPr>
              <a:t>66</a:t>
            </a:fld>
            <a:endParaRPr lang="en-ZA" altLang="en-GB" sz="1400">
              <a:solidFill>
                <a:srgbClr val="FFFFFF"/>
              </a:solidFill>
              <a:latin typeface="Franklin Gothic Book" panose="020B0503020102020204" pitchFamily="34" charset="0"/>
            </a:endParaRPr>
          </a:p>
        </p:txBody>
      </p:sp>
      <p:sp>
        <p:nvSpPr>
          <p:cNvPr id="88070" name="Rectangle 2">
            <a:extLst>
              <a:ext uri="{FF2B5EF4-FFF2-40B4-BE49-F238E27FC236}">
                <a16:creationId xmlns:a16="http://schemas.microsoft.com/office/drawing/2014/main" id="{2FE6A9C3-9A7F-08BE-DAED-37568046818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8071" name="Rectangle 2">
            <a:extLst>
              <a:ext uri="{FF2B5EF4-FFF2-40B4-BE49-F238E27FC236}">
                <a16:creationId xmlns:a16="http://schemas.microsoft.com/office/drawing/2014/main" id="{53BF9E03-D2A3-B273-2E26-308CEE4BC5F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88072" name="Rectangle 2">
            <a:extLst>
              <a:ext uri="{FF2B5EF4-FFF2-40B4-BE49-F238E27FC236}">
                <a16:creationId xmlns:a16="http://schemas.microsoft.com/office/drawing/2014/main" id="{ACB2E658-290B-D253-D444-7262CA5E27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0897" name="Picture 1">
            <a:extLst>
              <a:ext uri="{FF2B5EF4-FFF2-40B4-BE49-F238E27FC236}">
                <a16:creationId xmlns:a16="http://schemas.microsoft.com/office/drawing/2014/main" id="{614489AB-2E05-BEC2-1B7C-DA9A3C7C371C}"/>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1116013" y="2924175"/>
            <a:ext cx="7115175"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74" name="Picture 11">
            <a:extLst>
              <a:ext uri="{FF2B5EF4-FFF2-40B4-BE49-F238E27FC236}">
                <a16:creationId xmlns:a16="http://schemas.microsoft.com/office/drawing/2014/main" id="{A00E52E1-3A03-1B61-7060-85FA5A3E754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00563" y="3860800"/>
            <a:ext cx="3602037" cy="2395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a:extLst>
              <a:ext uri="{FF2B5EF4-FFF2-40B4-BE49-F238E27FC236}">
                <a16:creationId xmlns:a16="http://schemas.microsoft.com/office/drawing/2014/main" id="{DF234216-A676-D119-EB40-939F5CC4204F}"/>
              </a:ext>
            </a:extLst>
          </p:cNvPr>
          <p:cNvSpPr txBox="1">
            <a:spLocks/>
          </p:cNvSpPr>
          <p:nvPr/>
        </p:nvSpPr>
        <p:spPr bwMode="auto">
          <a:xfrm>
            <a:off x="395288" y="4652963"/>
            <a:ext cx="3024187" cy="654050"/>
          </a:xfrm>
          <a:prstGeom prst="rect">
            <a:avLst/>
          </a:prstGeom>
          <a:noFill/>
          <a:ln w="9525">
            <a:noFill/>
            <a:miter lim="800000"/>
            <a:headEnd/>
            <a:tailEnd/>
          </a:ln>
        </p:spPr>
        <p:txBody>
          <a:bodyPr anchor="ctr">
            <a:normAutofit fontScale="52500" lnSpcReduction="20000"/>
          </a:bodyPr>
          <a:lstStyle/>
          <a:p>
            <a:pPr algn="ctr" eaLnBrk="1" fontAlgn="auto" hangingPunct="1">
              <a:spcAft>
                <a:spcPts val="0"/>
              </a:spcAft>
              <a:defRPr/>
            </a:pPr>
            <a:r>
              <a:rPr lang="en-US" sz="4400" b="1" dirty="0">
                <a:latin typeface="+mj-lt"/>
                <a:ea typeface="+mj-ea"/>
                <a:cs typeface="+mj-cs"/>
              </a:rPr>
              <a:t>An example of a group of three charges</a:t>
            </a:r>
            <a:endParaRPr lang="en-ZA" sz="4400" b="1" dirty="0">
              <a:latin typeface="+mj-lt"/>
              <a:ea typeface="+mj-ea"/>
              <a:cs typeface="+mj-cs"/>
            </a:endParaRPr>
          </a:p>
        </p:txBody>
      </p:sp>
      <p:sp>
        <p:nvSpPr>
          <p:cNvPr id="13" name="Right Arrow 12">
            <a:extLst>
              <a:ext uri="{FF2B5EF4-FFF2-40B4-BE49-F238E27FC236}">
                <a16:creationId xmlns:a16="http://schemas.microsoft.com/office/drawing/2014/main" id="{556BB46F-B1E2-A7C6-C440-EF8326D85AAE}"/>
              </a:ext>
            </a:extLst>
          </p:cNvPr>
          <p:cNvSpPr/>
          <p:nvPr/>
        </p:nvSpPr>
        <p:spPr>
          <a:xfrm>
            <a:off x="3348038" y="4724400"/>
            <a:ext cx="977900" cy="48577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80897"/>
                                        </p:tgtEl>
                                        <p:attrNameLst>
                                          <p:attrName>style.visibility</p:attrName>
                                        </p:attrNameLst>
                                      </p:cBhvr>
                                      <p:to>
                                        <p:strVal val="visible"/>
                                      </p:to>
                                    </p:set>
                                    <p:animEffect transition="in" filter="diamond(in)">
                                      <p:cBhvr>
                                        <p:cTn id="19" dur="2000"/>
                                        <p:tgtEl>
                                          <p:spTgt spid="808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6EBAE-A154-483B-7187-923C662F0FA2}"/>
              </a:ext>
            </a:extLst>
          </p:cNvPr>
          <p:cNvSpPr>
            <a:spLocks noGrp="1"/>
          </p:cNvSpPr>
          <p:nvPr>
            <p:ph type="title"/>
          </p:nvPr>
        </p:nvSpPr>
        <p:spPr>
          <a:xfrm>
            <a:off x="457200" y="274638"/>
            <a:ext cx="8115300" cy="561975"/>
          </a:xfrm>
        </p:spPr>
        <p:txBody>
          <a:bodyPr rtlCol="0">
            <a:normAutofit fontScale="90000"/>
          </a:bodyPr>
          <a:lstStyle/>
          <a:p>
            <a:pPr eaLnBrk="1" fontAlgn="auto" hangingPunct="1">
              <a:spcAft>
                <a:spcPts val="0"/>
              </a:spcAft>
              <a:defRPr/>
            </a:pPr>
            <a:r>
              <a:rPr lang="en-ZA" b="1" dirty="0"/>
              <a:t>6. </a:t>
            </a:r>
            <a:r>
              <a:rPr lang="en-US" b="1" dirty="0"/>
              <a:t>Capacitors</a:t>
            </a:r>
            <a:endParaRPr lang="en-ZA" b="1" dirty="0"/>
          </a:p>
        </p:txBody>
      </p:sp>
      <p:sp>
        <p:nvSpPr>
          <p:cNvPr id="3" name="Content Placeholder 2">
            <a:extLst>
              <a:ext uri="{FF2B5EF4-FFF2-40B4-BE49-F238E27FC236}">
                <a16:creationId xmlns:a16="http://schemas.microsoft.com/office/drawing/2014/main" id="{C13EAF8F-B4FE-2003-ECFB-476F436C97CE}"/>
              </a:ext>
            </a:extLst>
          </p:cNvPr>
          <p:cNvSpPr>
            <a:spLocks noGrp="1"/>
          </p:cNvSpPr>
          <p:nvPr>
            <p:ph sz="quarter" idx="1"/>
          </p:nvPr>
        </p:nvSpPr>
        <p:spPr>
          <a:xfrm>
            <a:off x="457200" y="908050"/>
            <a:ext cx="8229600" cy="5218113"/>
          </a:xfrm>
        </p:spPr>
        <p:txBody>
          <a:bodyPr/>
          <a:lstStyle/>
          <a:p>
            <a:pPr eaLnBrk="1" hangingPunct="1">
              <a:buFont typeface="Arial" panose="020B0604020202020204" pitchFamily="34" charset="0"/>
              <a:buNone/>
            </a:pPr>
            <a:r>
              <a:rPr lang="en-US" altLang="en-GB" sz="2400"/>
              <a:t>A capacitor is an arrangement of conductors that is used to store electric charge.</a:t>
            </a:r>
          </a:p>
          <a:p>
            <a:pPr eaLnBrk="1" hangingPunct="1">
              <a:buFont typeface="Arial" panose="020B0604020202020204" pitchFamily="34" charset="0"/>
              <a:buNone/>
            </a:pPr>
            <a:endParaRPr lang="en-US" altLang="en-GB"/>
          </a:p>
          <a:p>
            <a:pPr eaLnBrk="1" hangingPunct="1">
              <a:buFont typeface="Arial" panose="020B0604020202020204" pitchFamily="34" charset="0"/>
              <a:buNone/>
            </a:pPr>
            <a:endParaRPr lang="en-US" altLang="en-GB"/>
          </a:p>
          <a:p>
            <a:pPr eaLnBrk="1" hangingPunct="1">
              <a:buFont typeface="Arial" panose="020B0604020202020204" pitchFamily="34" charset="0"/>
              <a:buNone/>
            </a:pPr>
            <a:endParaRPr lang="en-US" altLang="en-GB"/>
          </a:p>
          <a:p>
            <a:pPr eaLnBrk="1" hangingPunct="1">
              <a:buFont typeface="Arial" panose="020B0604020202020204" pitchFamily="34" charset="0"/>
              <a:buNone/>
            </a:pPr>
            <a:r>
              <a:rPr lang="en-US" altLang="en-GB" sz="2800"/>
              <a:t>A very simple capacitor is an isolated metallic sphere.</a:t>
            </a:r>
          </a:p>
          <a:p>
            <a:pPr eaLnBrk="1" hangingPunct="1">
              <a:buFont typeface="Arial" panose="020B0604020202020204" pitchFamily="34" charset="0"/>
              <a:buNone/>
            </a:pPr>
            <a:r>
              <a:rPr lang="en-US" altLang="en-GB" sz="2800"/>
              <a:t>The potential of a sphere with radius R and charge Q is equal to </a:t>
            </a:r>
            <a:endParaRPr lang="en-ZA" altLang="en-GB" sz="2800"/>
          </a:p>
          <a:p>
            <a:pPr eaLnBrk="1" hangingPunct="1">
              <a:buFont typeface="Arial" panose="020B0604020202020204" pitchFamily="34" charset="0"/>
              <a:buNone/>
            </a:pPr>
            <a:endParaRPr lang="en-ZA" altLang="en-GB"/>
          </a:p>
        </p:txBody>
      </p:sp>
      <p:sp>
        <p:nvSpPr>
          <p:cNvPr id="89091" name="Date Placeholder 8">
            <a:extLst>
              <a:ext uri="{FF2B5EF4-FFF2-40B4-BE49-F238E27FC236}">
                <a16:creationId xmlns:a16="http://schemas.microsoft.com/office/drawing/2014/main" id="{76110B31-4605-8755-7BCD-DD9E24B7265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22BDD51-F039-473B-BBD0-B8992D49A24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89092" name="Footer Placeholder 7">
            <a:extLst>
              <a:ext uri="{FF2B5EF4-FFF2-40B4-BE49-F238E27FC236}">
                <a16:creationId xmlns:a16="http://schemas.microsoft.com/office/drawing/2014/main" id="{0E02343B-1513-BFCA-8B75-9F92FC28F08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89093" name="Slide Number Placeholder 6">
            <a:extLst>
              <a:ext uri="{FF2B5EF4-FFF2-40B4-BE49-F238E27FC236}">
                <a16:creationId xmlns:a16="http://schemas.microsoft.com/office/drawing/2014/main" id="{381A71BC-36F9-77B3-9844-7EF41AC7056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5165CB5-D3C4-49D0-B069-051AB922F22B}" type="slidenum">
              <a:rPr lang="en-ZA" altLang="en-GB" sz="1400" smtClean="0">
                <a:solidFill>
                  <a:srgbClr val="FFFFFF"/>
                </a:solidFill>
                <a:latin typeface="Franklin Gothic Book" panose="020B0503020102020204" pitchFamily="34" charset="0"/>
              </a:rPr>
              <a:pPr>
                <a:spcBef>
                  <a:spcPct val="0"/>
                </a:spcBef>
                <a:buClrTx/>
                <a:buSzTx/>
                <a:buFontTx/>
                <a:buNone/>
              </a:pPr>
              <a:t>67</a:t>
            </a:fld>
            <a:endParaRPr lang="en-ZA" altLang="en-GB" sz="1400">
              <a:solidFill>
                <a:srgbClr val="FFFFFF"/>
              </a:solidFill>
              <a:latin typeface="Franklin Gothic Book" panose="020B0503020102020204" pitchFamily="34" charset="0"/>
            </a:endParaRPr>
          </a:p>
        </p:txBody>
      </p:sp>
      <p:sp>
        <p:nvSpPr>
          <p:cNvPr id="89094" name="Rectangle 2">
            <a:extLst>
              <a:ext uri="{FF2B5EF4-FFF2-40B4-BE49-F238E27FC236}">
                <a16:creationId xmlns:a16="http://schemas.microsoft.com/office/drawing/2014/main" id="{75768A44-CB90-3BF3-C151-58ED417C717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1921" name="Picture 1">
            <a:extLst>
              <a:ext uri="{FF2B5EF4-FFF2-40B4-BE49-F238E27FC236}">
                <a16:creationId xmlns:a16="http://schemas.microsoft.com/office/drawing/2014/main" id="{883B2218-7A2A-45EA-A8BD-039794F308E1}"/>
              </a:ext>
            </a:extLst>
          </p:cNvPr>
          <p:cNvPicPr>
            <a:picLocks noChangeAspect="1" noChangeArrowheads="1"/>
          </p:cNvPicPr>
          <p:nvPr/>
        </p:nvPicPr>
        <p:blipFill>
          <a:blip r:embed="rId2">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619250" y="4508500"/>
            <a:ext cx="434816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6" name="Picture 9">
            <a:extLst>
              <a:ext uri="{FF2B5EF4-FFF2-40B4-BE49-F238E27FC236}">
                <a16:creationId xmlns:a16="http://schemas.microsoft.com/office/drawing/2014/main" id="{E044EC1D-E964-FD59-CAE9-A1542C5B0B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11638" y="1341438"/>
            <a:ext cx="1943100"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7" name="Picture 11">
            <a:extLst>
              <a:ext uri="{FF2B5EF4-FFF2-40B4-BE49-F238E27FC236}">
                <a16:creationId xmlns:a16="http://schemas.microsoft.com/office/drawing/2014/main" id="{39A87795-CFF6-6056-977A-E0E990EAFB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80063" y="4508500"/>
            <a:ext cx="2486025" cy="183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 calcmode="lin" valueType="num">
                                      <p:cBhvr additive="base">
                                        <p:cTn id="1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mph" presetSubtype="0" fill="hold" nodeType="clickEffect">
                                  <p:stCondLst>
                                    <p:cond delay="0"/>
                                  </p:stCondLst>
                                  <p:childTnLst>
                                    <p:animRot by="21600000">
                                      <p:cBhvr>
                                        <p:cTn id="24" dur="2000" fill="hold"/>
                                        <p:tgtEl>
                                          <p:spTgt spid="8192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2ED5E-B29E-C7AC-3D73-021A6BD161FF}"/>
              </a:ext>
            </a:extLst>
          </p:cNvPr>
          <p:cNvSpPr>
            <a:spLocks noGrp="1"/>
          </p:cNvSpPr>
          <p:nvPr>
            <p:ph type="title"/>
          </p:nvPr>
        </p:nvSpPr>
        <p:spPr>
          <a:xfrm>
            <a:off x="457200" y="274638"/>
            <a:ext cx="8115300" cy="725487"/>
          </a:xfrm>
        </p:spPr>
        <p:txBody>
          <a:bodyPr rtlCol="0">
            <a:normAutofit fontScale="90000"/>
          </a:bodyPr>
          <a:lstStyle/>
          <a:p>
            <a:pPr eaLnBrk="1" fontAlgn="auto" hangingPunct="1">
              <a:spcAft>
                <a:spcPts val="0"/>
              </a:spcAft>
              <a:defRPr/>
            </a:pPr>
            <a:r>
              <a:rPr lang="en-ZA" b="1" dirty="0"/>
              <a:t>6. </a:t>
            </a:r>
            <a:r>
              <a:rPr lang="en-US" b="1" dirty="0"/>
              <a:t>Capacitors</a:t>
            </a:r>
            <a:endParaRPr lang="en-ZA" b="1" dirty="0"/>
          </a:p>
        </p:txBody>
      </p:sp>
      <p:sp>
        <p:nvSpPr>
          <p:cNvPr id="3" name="Content Placeholder 2">
            <a:extLst>
              <a:ext uri="{FF2B5EF4-FFF2-40B4-BE49-F238E27FC236}">
                <a16:creationId xmlns:a16="http://schemas.microsoft.com/office/drawing/2014/main" id="{9819AB5D-9591-9240-C260-57F89EC22882}"/>
              </a:ext>
            </a:extLst>
          </p:cNvPr>
          <p:cNvSpPr>
            <a:spLocks noGrp="1"/>
          </p:cNvSpPr>
          <p:nvPr>
            <p:ph sz="quarter" idx="1"/>
          </p:nvPr>
        </p:nvSpPr>
        <p:spPr>
          <a:xfrm>
            <a:off x="457200" y="1214438"/>
            <a:ext cx="8329613" cy="5238750"/>
          </a:xfrm>
        </p:spPr>
        <p:txBody>
          <a:bodyPr/>
          <a:lstStyle/>
          <a:p>
            <a:pPr algn="just" eaLnBrk="1" hangingPunct="1">
              <a:buFont typeface="Arial" panose="020B0604020202020204" pitchFamily="34" charset="0"/>
              <a:buNone/>
            </a:pPr>
            <a:r>
              <a:rPr lang="en-US" altLang="en-GB"/>
              <a:t>The previous equation shows that the potential of the sphere is proportional to the charge Q on the conductor.</a:t>
            </a:r>
          </a:p>
          <a:p>
            <a:pPr algn="just" eaLnBrk="1" hangingPunct="1">
              <a:buFont typeface="Arial" panose="020B0604020202020204" pitchFamily="34" charset="0"/>
              <a:buNone/>
            </a:pPr>
            <a:r>
              <a:rPr lang="en-US" altLang="en-GB"/>
              <a:t>This is true in general for any configuration of conductors. </a:t>
            </a:r>
          </a:p>
          <a:p>
            <a:pPr algn="just" eaLnBrk="1" hangingPunct="1">
              <a:buFont typeface="Arial" panose="020B0604020202020204" pitchFamily="34" charset="0"/>
              <a:buNone/>
            </a:pPr>
            <a:r>
              <a:rPr lang="en-US" altLang="en-GB"/>
              <a:t>This relationship can be written as</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	where C is called the </a:t>
            </a:r>
            <a:r>
              <a:rPr lang="en-US" altLang="en-GB" b="1"/>
              <a:t>capacitance</a:t>
            </a:r>
            <a:r>
              <a:rPr lang="en-US" altLang="en-GB"/>
              <a:t> of the system of conductors.</a:t>
            </a:r>
          </a:p>
          <a:p>
            <a:pPr algn="just" eaLnBrk="1" hangingPunct="1">
              <a:buFont typeface="Arial" panose="020B0604020202020204" pitchFamily="34" charset="0"/>
              <a:buNone/>
            </a:pPr>
            <a:r>
              <a:rPr lang="en-US" altLang="en-GB"/>
              <a:t>The unit of capacitance is the </a:t>
            </a:r>
            <a:r>
              <a:rPr lang="en-US" altLang="en-GB" b="1"/>
              <a:t>farad</a:t>
            </a:r>
            <a:r>
              <a:rPr lang="en-US" altLang="en-GB"/>
              <a:t> (</a:t>
            </a:r>
            <a:r>
              <a:rPr lang="en-US" altLang="en-GB" i="1"/>
              <a:t>F</a:t>
            </a:r>
            <a:r>
              <a:rPr lang="en-US" altLang="en-GB"/>
              <a:t>). </a:t>
            </a:r>
            <a:endParaRPr lang="en-ZA" altLang="en-GB"/>
          </a:p>
          <a:p>
            <a:pPr algn="just" eaLnBrk="1" hangingPunct="1">
              <a:buFont typeface="Arial" panose="020B0604020202020204" pitchFamily="34" charset="0"/>
              <a:buNone/>
            </a:pPr>
            <a:endParaRPr lang="en-ZA" altLang="en-GB"/>
          </a:p>
        </p:txBody>
      </p:sp>
      <p:sp>
        <p:nvSpPr>
          <p:cNvPr id="90115" name="Date Placeholder 9">
            <a:extLst>
              <a:ext uri="{FF2B5EF4-FFF2-40B4-BE49-F238E27FC236}">
                <a16:creationId xmlns:a16="http://schemas.microsoft.com/office/drawing/2014/main" id="{6AC46A59-277E-0451-0D20-79C34F1D911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61427B8-973A-4BDC-BE89-5E4D75D40F6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0116" name="Footer Placeholder 8">
            <a:extLst>
              <a:ext uri="{FF2B5EF4-FFF2-40B4-BE49-F238E27FC236}">
                <a16:creationId xmlns:a16="http://schemas.microsoft.com/office/drawing/2014/main" id="{A86A4E72-B97B-438F-6EA7-40944892BD2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0117" name="Slide Number Placeholder 7">
            <a:extLst>
              <a:ext uri="{FF2B5EF4-FFF2-40B4-BE49-F238E27FC236}">
                <a16:creationId xmlns:a16="http://schemas.microsoft.com/office/drawing/2014/main" id="{9CE9A254-D6FA-5ACC-AD34-8309AEC8376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5BE5781-AAEB-46F8-AF43-79EB41047618}" type="slidenum">
              <a:rPr lang="en-ZA" altLang="en-GB" sz="1400" smtClean="0">
                <a:solidFill>
                  <a:srgbClr val="FFFFFF"/>
                </a:solidFill>
                <a:latin typeface="Franklin Gothic Book" panose="020B0503020102020204" pitchFamily="34" charset="0"/>
              </a:rPr>
              <a:pPr>
                <a:spcBef>
                  <a:spcPct val="0"/>
                </a:spcBef>
                <a:buClrTx/>
                <a:buSzTx/>
                <a:buFontTx/>
                <a:buNone/>
              </a:pPr>
              <a:t>68</a:t>
            </a:fld>
            <a:endParaRPr lang="en-ZA" altLang="en-GB" sz="1400">
              <a:solidFill>
                <a:srgbClr val="FFFFFF"/>
              </a:solidFill>
              <a:latin typeface="Franklin Gothic Book" panose="020B0503020102020204" pitchFamily="34" charset="0"/>
            </a:endParaRPr>
          </a:p>
        </p:txBody>
      </p:sp>
      <p:sp>
        <p:nvSpPr>
          <p:cNvPr id="90118" name="Rectangle 2">
            <a:extLst>
              <a:ext uri="{FF2B5EF4-FFF2-40B4-BE49-F238E27FC236}">
                <a16:creationId xmlns:a16="http://schemas.microsoft.com/office/drawing/2014/main" id="{401E36AA-67FB-2E00-C1D7-F8E79482A580}"/>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0119" name="Rectangle 2">
            <a:extLst>
              <a:ext uri="{FF2B5EF4-FFF2-40B4-BE49-F238E27FC236}">
                <a16:creationId xmlns:a16="http://schemas.microsoft.com/office/drawing/2014/main" id="{50CD2F48-9B32-6BC3-6B9C-4DAC8153A6B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2945" name="Picture 1">
            <a:extLst>
              <a:ext uri="{FF2B5EF4-FFF2-40B4-BE49-F238E27FC236}">
                <a16:creationId xmlns:a16="http://schemas.microsoft.com/office/drawing/2014/main" id="{BF85597E-827B-1126-5C25-6EAF495F3CF1}"/>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924300" y="3284538"/>
            <a:ext cx="1574800" cy="642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8" presetClass="entr" presetSubtype="16" fill="hold" nodeType="clickEffect">
                                  <p:stCondLst>
                                    <p:cond delay="0"/>
                                  </p:stCondLst>
                                  <p:childTnLst>
                                    <p:set>
                                      <p:cBhvr>
                                        <p:cTn id="24" dur="1" fill="hold">
                                          <p:stCondLst>
                                            <p:cond delay="0"/>
                                          </p:stCondLst>
                                        </p:cTn>
                                        <p:tgtEl>
                                          <p:spTgt spid="82945"/>
                                        </p:tgtEl>
                                        <p:attrNameLst>
                                          <p:attrName>style.visibility</p:attrName>
                                        </p:attrNameLst>
                                      </p:cBhvr>
                                      <p:to>
                                        <p:strVal val="visible"/>
                                      </p:to>
                                    </p:set>
                                    <p:animEffect transition="in" filter="diamond(in)">
                                      <p:cBhvr>
                                        <p:cTn id="25" dur="2000"/>
                                        <p:tgtEl>
                                          <p:spTgt spid="8294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 presetClass="entr" presetSubtype="4" fill="hold" nodeType="click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7747B-9D72-CC46-EBD9-92080CC38594}"/>
              </a:ext>
            </a:extLst>
          </p:cNvPr>
          <p:cNvSpPr>
            <a:spLocks noGrp="1"/>
          </p:cNvSpPr>
          <p:nvPr>
            <p:ph type="title"/>
          </p:nvPr>
        </p:nvSpPr>
        <p:spPr>
          <a:xfrm>
            <a:off x="457200" y="274638"/>
            <a:ext cx="8115300" cy="725487"/>
          </a:xfrm>
        </p:spPr>
        <p:txBody>
          <a:bodyPr rtlCol="0">
            <a:normAutofit fontScale="90000"/>
          </a:bodyPr>
          <a:lstStyle/>
          <a:p>
            <a:pPr eaLnBrk="1" fontAlgn="auto" hangingPunct="1">
              <a:spcAft>
                <a:spcPts val="0"/>
              </a:spcAft>
              <a:defRPr/>
            </a:pPr>
            <a:r>
              <a:rPr lang="en-ZA" b="1" dirty="0"/>
              <a:t>6. </a:t>
            </a:r>
            <a:r>
              <a:rPr lang="en-US" b="1" dirty="0"/>
              <a:t>Capacitors</a:t>
            </a:r>
            <a:endParaRPr lang="en-ZA" b="1" dirty="0"/>
          </a:p>
        </p:txBody>
      </p:sp>
      <p:sp>
        <p:nvSpPr>
          <p:cNvPr id="3" name="Content Placeholder 2">
            <a:extLst>
              <a:ext uri="{FF2B5EF4-FFF2-40B4-BE49-F238E27FC236}">
                <a16:creationId xmlns:a16="http://schemas.microsoft.com/office/drawing/2014/main" id="{10A97942-21B1-B068-C1E2-C5494D5BC9C0}"/>
              </a:ext>
            </a:extLst>
          </p:cNvPr>
          <p:cNvSpPr>
            <a:spLocks noGrp="1"/>
          </p:cNvSpPr>
          <p:nvPr>
            <p:ph sz="quarter" idx="1"/>
          </p:nvPr>
        </p:nvSpPr>
        <p:spPr>
          <a:xfrm>
            <a:off x="457200" y="1214438"/>
            <a:ext cx="8115300" cy="4929187"/>
          </a:xfrm>
        </p:spPr>
        <p:txBody>
          <a:bodyPr/>
          <a:lstStyle/>
          <a:p>
            <a:pPr algn="just" eaLnBrk="1" hangingPunct="1">
              <a:buFont typeface="Arial" panose="020B0604020202020204" pitchFamily="34" charset="0"/>
              <a:buNone/>
            </a:pPr>
            <a:r>
              <a:rPr lang="en-US" altLang="en-GB"/>
              <a:t>The capacitance of the metallic sphere is equal to </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  </a:t>
            </a:r>
          </a:p>
          <a:p>
            <a:pPr algn="just" eaLnBrk="1" hangingPunct="1">
              <a:buFont typeface="Arial" panose="020B0604020202020204" pitchFamily="34" charset="0"/>
              <a:buNone/>
            </a:pPr>
            <a:r>
              <a:rPr lang="en-US" altLang="en-GB"/>
              <a:t> This formula shows that the capacitance of a metallic sphere depends only on the geometry of the sphere not on the electric charges that it carries. </a:t>
            </a:r>
          </a:p>
          <a:p>
            <a:pPr algn="just" eaLnBrk="1" hangingPunct="1">
              <a:buFont typeface="Arial" panose="020B0604020202020204" pitchFamily="34" charset="0"/>
              <a:buNone/>
            </a:pPr>
            <a:r>
              <a:rPr lang="en-US" altLang="en-GB"/>
              <a:t>    This is true in general for any configuration of conductors.</a:t>
            </a:r>
            <a:endParaRPr lang="en-ZA" altLang="en-GB"/>
          </a:p>
        </p:txBody>
      </p:sp>
      <p:sp>
        <p:nvSpPr>
          <p:cNvPr id="91139" name="Date Placeholder 10">
            <a:extLst>
              <a:ext uri="{FF2B5EF4-FFF2-40B4-BE49-F238E27FC236}">
                <a16:creationId xmlns:a16="http://schemas.microsoft.com/office/drawing/2014/main" id="{6EA67BB8-BD72-0B4E-5CC1-C4A24CC0289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527AB06-7BEF-4EB5-8A6A-78AA77EEB80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1140" name="Footer Placeholder 9">
            <a:extLst>
              <a:ext uri="{FF2B5EF4-FFF2-40B4-BE49-F238E27FC236}">
                <a16:creationId xmlns:a16="http://schemas.microsoft.com/office/drawing/2014/main" id="{30E36D9C-BF7E-0AD1-F6FF-CAD052CB0C4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1141" name="Slide Number Placeholder 8">
            <a:extLst>
              <a:ext uri="{FF2B5EF4-FFF2-40B4-BE49-F238E27FC236}">
                <a16:creationId xmlns:a16="http://schemas.microsoft.com/office/drawing/2014/main" id="{46E39135-F9D5-751D-DFD0-171B830890D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D10589F-FFD3-4E37-A642-41BBCE0DD749}" type="slidenum">
              <a:rPr lang="en-ZA" altLang="en-GB" sz="1400" smtClean="0">
                <a:solidFill>
                  <a:srgbClr val="FFFFFF"/>
                </a:solidFill>
                <a:latin typeface="Franklin Gothic Book" panose="020B0503020102020204" pitchFamily="34" charset="0"/>
              </a:rPr>
              <a:pPr>
                <a:spcBef>
                  <a:spcPct val="0"/>
                </a:spcBef>
                <a:buClrTx/>
                <a:buSzTx/>
                <a:buFontTx/>
                <a:buNone/>
              </a:pPr>
              <a:t>69</a:t>
            </a:fld>
            <a:endParaRPr lang="en-ZA" altLang="en-GB" sz="1400">
              <a:solidFill>
                <a:srgbClr val="FFFFFF"/>
              </a:solidFill>
              <a:latin typeface="Franklin Gothic Book" panose="020B0503020102020204" pitchFamily="34" charset="0"/>
            </a:endParaRPr>
          </a:p>
        </p:txBody>
      </p:sp>
      <p:sp>
        <p:nvSpPr>
          <p:cNvPr id="91142" name="Rectangle 2">
            <a:extLst>
              <a:ext uri="{FF2B5EF4-FFF2-40B4-BE49-F238E27FC236}">
                <a16:creationId xmlns:a16="http://schemas.microsoft.com/office/drawing/2014/main" id="{545B6FA5-4AD4-C1AF-2F40-3B55CE96A30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1143" name="Rectangle 2">
            <a:extLst>
              <a:ext uri="{FF2B5EF4-FFF2-40B4-BE49-F238E27FC236}">
                <a16:creationId xmlns:a16="http://schemas.microsoft.com/office/drawing/2014/main" id="{0AAC3125-81C0-70C9-7C81-DDA0FBB9E90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1144" name="Rectangle 2">
            <a:extLst>
              <a:ext uri="{FF2B5EF4-FFF2-40B4-BE49-F238E27FC236}">
                <a16:creationId xmlns:a16="http://schemas.microsoft.com/office/drawing/2014/main" id="{2EB3F75F-0C25-A98B-5B0D-EE07369090F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3969" name="Picture 1">
            <a:extLst>
              <a:ext uri="{FF2B5EF4-FFF2-40B4-BE49-F238E27FC236}">
                <a16:creationId xmlns:a16="http://schemas.microsoft.com/office/drawing/2014/main" id="{56236029-1AAC-52E6-1E8F-47745653CA04}"/>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555875" y="1773238"/>
            <a:ext cx="3881438"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83969"/>
                                        </p:tgtEl>
                                        <p:attrNameLst>
                                          <p:attrName>style.visibility</p:attrName>
                                        </p:attrNameLst>
                                      </p:cBhvr>
                                      <p:to>
                                        <p:strVal val="visible"/>
                                      </p:to>
                                    </p:set>
                                    <p:animEffect transition="in" filter="diamond(in)">
                                      <p:cBhvr>
                                        <p:cTn id="13" dur="2000"/>
                                        <p:tgtEl>
                                          <p:spTgt spid="8396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 presetClass="entr" presetSubtype="4"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 calcmode="lin" valueType="num">
                                      <p:cBhvr additive="base">
                                        <p:cTn id="30"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a:extLst>
              <a:ext uri="{FF2B5EF4-FFF2-40B4-BE49-F238E27FC236}">
                <a16:creationId xmlns:a16="http://schemas.microsoft.com/office/drawing/2014/main" id="{6B3E243D-42A5-E0B2-E8F9-E604E2658A46}"/>
              </a:ext>
            </a:extLst>
          </p:cNvPr>
          <p:cNvSpPr>
            <a:spLocks noGrp="1"/>
          </p:cNvSpPr>
          <p:nvPr>
            <p:ph type="title"/>
          </p:nvPr>
        </p:nvSpPr>
        <p:spPr>
          <a:xfrm>
            <a:off x="457200" y="274638"/>
            <a:ext cx="8229600" cy="706437"/>
          </a:xfrm>
        </p:spPr>
        <p:txBody>
          <a:bodyPr/>
          <a:lstStyle/>
          <a:p>
            <a:pPr eaLnBrk="1" hangingPunct="1"/>
            <a:r>
              <a:rPr lang="en-ZA" altLang="en-GB" b="1"/>
              <a:t>6.1. </a:t>
            </a:r>
            <a:r>
              <a:rPr lang="en-US" altLang="en-GB" b="1"/>
              <a:t>The parallel-plate capacitor</a:t>
            </a:r>
            <a:endParaRPr lang="en-US" altLang="en-GB"/>
          </a:p>
        </p:txBody>
      </p:sp>
      <p:sp>
        <p:nvSpPr>
          <p:cNvPr id="92162" name="Content Placeholder 2">
            <a:extLst>
              <a:ext uri="{FF2B5EF4-FFF2-40B4-BE49-F238E27FC236}">
                <a16:creationId xmlns:a16="http://schemas.microsoft.com/office/drawing/2014/main" id="{2E870FAF-295A-07E0-5768-BEA62E210F9E}"/>
              </a:ext>
            </a:extLst>
          </p:cNvPr>
          <p:cNvSpPr>
            <a:spLocks noGrp="1"/>
          </p:cNvSpPr>
          <p:nvPr>
            <p:ph sz="quarter" idx="1"/>
          </p:nvPr>
        </p:nvSpPr>
        <p:spPr>
          <a:xfrm>
            <a:off x="457200" y="1125538"/>
            <a:ext cx="4038600" cy="5256212"/>
          </a:xfrm>
        </p:spPr>
        <p:txBody>
          <a:bodyPr/>
          <a:lstStyle/>
          <a:p>
            <a:pPr algn="just" eaLnBrk="1" hangingPunct="1">
              <a:buFont typeface="Arial" panose="020B0604020202020204" pitchFamily="34" charset="0"/>
              <a:buNone/>
            </a:pPr>
            <a:r>
              <a:rPr lang="en-US" altLang="en-GB"/>
              <a:t>   Another example of a capacitor is a system consisting of two parallel metallic plates.</a:t>
            </a:r>
          </a:p>
          <a:p>
            <a:pPr algn="just" eaLnBrk="1" hangingPunct="1">
              <a:buFont typeface="Arial" panose="020B0604020202020204" pitchFamily="34" charset="0"/>
              <a:buNone/>
            </a:pPr>
            <a:r>
              <a:rPr lang="en-US" altLang="en-GB"/>
              <a:t>    The potential difference between two plates of area </a:t>
            </a:r>
            <a:r>
              <a:rPr lang="en-US" altLang="en-GB" b="1" i="1"/>
              <a:t>A</a:t>
            </a:r>
            <a:r>
              <a:rPr lang="en-US" altLang="en-GB"/>
              <a:t>, separated by a distance </a:t>
            </a:r>
            <a:r>
              <a:rPr lang="en-US" altLang="en-GB" b="1" i="1"/>
              <a:t>d</a:t>
            </a:r>
            <a:r>
              <a:rPr lang="en-US" altLang="en-GB"/>
              <a:t>, and with charges </a:t>
            </a:r>
            <a:r>
              <a:rPr lang="en-US" altLang="en-GB" b="1" i="1"/>
              <a:t>+Q</a:t>
            </a:r>
            <a:r>
              <a:rPr lang="en-US" altLang="en-GB"/>
              <a:t> and </a:t>
            </a:r>
            <a:r>
              <a:rPr lang="en-US" altLang="en-GB" b="1" i="1"/>
              <a:t>-Q</a:t>
            </a:r>
            <a:r>
              <a:rPr lang="en-US" altLang="en-GB"/>
              <a:t>, is given by:</a:t>
            </a:r>
            <a:endParaRPr lang="en-ZA" altLang="en-GB"/>
          </a:p>
          <a:p>
            <a:pPr eaLnBrk="1" hangingPunct="1">
              <a:buFont typeface="Arial" panose="020B0604020202020204" pitchFamily="34" charset="0"/>
              <a:buNone/>
            </a:pPr>
            <a:endParaRPr lang="en-US" altLang="en-GB"/>
          </a:p>
        </p:txBody>
      </p:sp>
      <p:pic>
        <p:nvPicPr>
          <p:cNvPr id="92163" name="Picture 2">
            <a:extLst>
              <a:ext uri="{FF2B5EF4-FFF2-40B4-BE49-F238E27FC236}">
                <a16:creationId xmlns:a16="http://schemas.microsoft.com/office/drawing/2014/main" id="{10117471-6304-D603-F4F3-4A32ADC1804E}"/>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787900" y="2276475"/>
            <a:ext cx="4038600" cy="3017838"/>
          </a:xfrm>
          <a:noFill/>
        </p:spPr>
      </p:pic>
      <p:sp>
        <p:nvSpPr>
          <p:cNvPr id="92164" name="Date Placeholder 4">
            <a:extLst>
              <a:ext uri="{FF2B5EF4-FFF2-40B4-BE49-F238E27FC236}">
                <a16:creationId xmlns:a16="http://schemas.microsoft.com/office/drawing/2014/main" id="{6A026D93-FEA4-368A-8E74-B603E522505B}"/>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27EBEE2-F153-4C5E-B411-FE6EAF9871A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2165" name="Footer Placeholder 5">
            <a:extLst>
              <a:ext uri="{FF2B5EF4-FFF2-40B4-BE49-F238E27FC236}">
                <a16:creationId xmlns:a16="http://schemas.microsoft.com/office/drawing/2014/main" id="{5C80EA3F-EAE3-37EB-3F19-A9467A761B2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2166" name="Slide Number Placeholder 6">
            <a:extLst>
              <a:ext uri="{FF2B5EF4-FFF2-40B4-BE49-F238E27FC236}">
                <a16:creationId xmlns:a16="http://schemas.microsoft.com/office/drawing/2014/main" id="{C44AE595-B39C-CFA4-A1EB-2538BBAFF52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9053ABA-DB2A-4A07-BB0C-FB9ECD70BF06}" type="slidenum">
              <a:rPr lang="en-ZA" altLang="en-GB" sz="1400" smtClean="0">
                <a:solidFill>
                  <a:srgbClr val="FFFFFF"/>
                </a:solidFill>
                <a:latin typeface="Franklin Gothic Book" panose="020B0503020102020204" pitchFamily="34" charset="0"/>
              </a:rPr>
              <a:pPr>
                <a:spcBef>
                  <a:spcPct val="0"/>
                </a:spcBef>
                <a:buClrTx/>
                <a:buSzTx/>
                <a:buFontTx/>
                <a:buNone/>
              </a:pPr>
              <a:t>70</a:t>
            </a:fld>
            <a:endParaRPr lang="en-ZA" altLang="en-GB" sz="1400">
              <a:solidFill>
                <a:srgbClr val="FFFFFF"/>
              </a:solidFill>
              <a:latin typeface="Franklin Gothic Book" panose="020B0503020102020204" pitchFamily="34" charset="0"/>
            </a:endParaRPr>
          </a:p>
        </p:txBody>
      </p:sp>
      <p:pic>
        <p:nvPicPr>
          <p:cNvPr id="9" name="Picture 1">
            <a:extLst>
              <a:ext uri="{FF2B5EF4-FFF2-40B4-BE49-F238E27FC236}">
                <a16:creationId xmlns:a16="http://schemas.microsoft.com/office/drawing/2014/main" id="{963EFAFF-429A-7F93-A773-A5F11F68D9AD}"/>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851275" y="5157788"/>
            <a:ext cx="2000250" cy="126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amond(in)">
                                      <p:cBhvr>
                                        <p:cTn id="7" dur="20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442A1-570E-B49A-6544-2C98C69A8184}"/>
              </a:ext>
            </a:extLst>
          </p:cNvPr>
          <p:cNvSpPr>
            <a:spLocks noGrp="1"/>
          </p:cNvSpPr>
          <p:nvPr>
            <p:ph type="title"/>
          </p:nvPr>
        </p:nvSpPr>
        <p:spPr>
          <a:xfrm>
            <a:off x="457200" y="274638"/>
            <a:ext cx="8115300" cy="725487"/>
          </a:xfrm>
        </p:spPr>
        <p:txBody>
          <a:bodyPr rtlCol="0">
            <a:normAutofit fontScale="90000"/>
          </a:bodyPr>
          <a:lstStyle/>
          <a:p>
            <a:pPr eaLnBrk="1" fontAlgn="auto" hangingPunct="1">
              <a:spcAft>
                <a:spcPts val="0"/>
              </a:spcAft>
              <a:defRPr/>
            </a:pPr>
            <a:r>
              <a:rPr lang="en-ZA" b="1" dirty="0"/>
              <a:t>6.1. </a:t>
            </a:r>
            <a:r>
              <a:rPr lang="en-US" b="1" dirty="0"/>
              <a:t>The parallel-plate capacitor</a:t>
            </a:r>
            <a:endParaRPr lang="en-ZA" b="1" dirty="0"/>
          </a:p>
        </p:txBody>
      </p:sp>
      <p:sp>
        <p:nvSpPr>
          <p:cNvPr id="93186" name="Content Placeholder 2">
            <a:extLst>
              <a:ext uri="{FF2B5EF4-FFF2-40B4-BE49-F238E27FC236}">
                <a16:creationId xmlns:a16="http://schemas.microsoft.com/office/drawing/2014/main" id="{86291762-482B-108D-541D-E1084A8FAD5E}"/>
              </a:ext>
            </a:extLst>
          </p:cNvPr>
          <p:cNvSpPr>
            <a:spLocks noGrp="1"/>
          </p:cNvSpPr>
          <p:nvPr>
            <p:ph sz="quarter" idx="1"/>
          </p:nvPr>
        </p:nvSpPr>
        <p:spPr>
          <a:xfrm>
            <a:off x="395288" y="2492375"/>
            <a:ext cx="8115300" cy="2719388"/>
          </a:xfrm>
        </p:spPr>
        <p:txBody>
          <a:bodyPr/>
          <a:lstStyle/>
          <a:p>
            <a:pPr algn="just" eaLnBrk="1" hangingPunct="1">
              <a:buFont typeface="Arial" panose="020B0604020202020204" pitchFamily="34" charset="0"/>
              <a:buNone/>
            </a:pPr>
            <a:r>
              <a:rPr lang="en-US" altLang="en-GB"/>
              <a:t>Using the definition of the capacitance, the capacitance of this system can be calculated:</a:t>
            </a:r>
            <a:endParaRPr lang="en-ZA" altLang="en-GB"/>
          </a:p>
        </p:txBody>
      </p:sp>
      <p:sp>
        <p:nvSpPr>
          <p:cNvPr id="93187" name="Date Placeholder 12">
            <a:extLst>
              <a:ext uri="{FF2B5EF4-FFF2-40B4-BE49-F238E27FC236}">
                <a16:creationId xmlns:a16="http://schemas.microsoft.com/office/drawing/2014/main" id="{517DABCB-0997-1913-C7B6-7DD7A0CD834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E8ADBD-C193-48FF-8FE9-4167DF4C41F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3188" name="Footer Placeholder 11">
            <a:extLst>
              <a:ext uri="{FF2B5EF4-FFF2-40B4-BE49-F238E27FC236}">
                <a16:creationId xmlns:a16="http://schemas.microsoft.com/office/drawing/2014/main" id="{9A07B19D-7A1E-49B6-88BE-C4166AB2761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3189" name="Slide Number Placeholder 10">
            <a:extLst>
              <a:ext uri="{FF2B5EF4-FFF2-40B4-BE49-F238E27FC236}">
                <a16:creationId xmlns:a16="http://schemas.microsoft.com/office/drawing/2014/main" id="{4ECE7848-F1C0-A0F7-2D03-B8786B78620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2E96DF1-0B18-416B-8412-9E20689DD8B8}" type="slidenum">
              <a:rPr lang="en-ZA" altLang="en-GB" sz="1400" smtClean="0">
                <a:solidFill>
                  <a:srgbClr val="FFFFFF"/>
                </a:solidFill>
                <a:latin typeface="Franklin Gothic Book" panose="020B0503020102020204" pitchFamily="34" charset="0"/>
              </a:rPr>
              <a:pPr>
                <a:spcBef>
                  <a:spcPct val="0"/>
                </a:spcBef>
                <a:buClrTx/>
                <a:buSzTx/>
                <a:buFontTx/>
                <a:buNone/>
              </a:pPr>
              <a:t>71</a:t>
            </a:fld>
            <a:endParaRPr lang="en-ZA" altLang="en-GB" sz="1400">
              <a:solidFill>
                <a:srgbClr val="FFFFFF"/>
              </a:solidFill>
              <a:latin typeface="Franklin Gothic Book" panose="020B0503020102020204" pitchFamily="34" charset="0"/>
            </a:endParaRPr>
          </a:p>
        </p:txBody>
      </p:sp>
      <p:sp>
        <p:nvSpPr>
          <p:cNvPr id="93190" name="Rectangle 2">
            <a:extLst>
              <a:ext uri="{FF2B5EF4-FFF2-40B4-BE49-F238E27FC236}">
                <a16:creationId xmlns:a16="http://schemas.microsoft.com/office/drawing/2014/main" id="{14F21E2C-ABE8-89F5-BB50-00C9D230EA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3191" name="Rectangle 2">
            <a:extLst>
              <a:ext uri="{FF2B5EF4-FFF2-40B4-BE49-F238E27FC236}">
                <a16:creationId xmlns:a16="http://schemas.microsoft.com/office/drawing/2014/main" id="{D7631705-358F-EB14-BED7-1E23A28AE2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3192" name="Rectangle 2">
            <a:extLst>
              <a:ext uri="{FF2B5EF4-FFF2-40B4-BE49-F238E27FC236}">
                <a16:creationId xmlns:a16="http://schemas.microsoft.com/office/drawing/2014/main" id="{3B5A1774-A48A-AB2C-A0D2-A8A7E4FBEA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3193" name="Rectangle 2">
            <a:extLst>
              <a:ext uri="{FF2B5EF4-FFF2-40B4-BE49-F238E27FC236}">
                <a16:creationId xmlns:a16="http://schemas.microsoft.com/office/drawing/2014/main" id="{2973FD1A-AFA8-88C4-F4A9-BC64DD038BC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3194" name="Rectangle 2">
            <a:extLst>
              <a:ext uri="{FF2B5EF4-FFF2-40B4-BE49-F238E27FC236}">
                <a16:creationId xmlns:a16="http://schemas.microsoft.com/office/drawing/2014/main" id="{3A4F9F96-4CA1-6E08-C7C7-40A9ACE7130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3195" name="Picture 1">
            <a:extLst>
              <a:ext uri="{FF2B5EF4-FFF2-40B4-BE49-F238E27FC236}">
                <a16:creationId xmlns:a16="http://schemas.microsoft.com/office/drawing/2014/main" id="{3D9C520C-65D1-ACD4-EFE9-951B9B8A6B26}"/>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059113" y="3644900"/>
            <a:ext cx="282575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a:extLst>
              <a:ext uri="{FF2B5EF4-FFF2-40B4-BE49-F238E27FC236}">
                <a16:creationId xmlns:a16="http://schemas.microsoft.com/office/drawing/2014/main" id="{78EAE373-6877-1B02-6AB5-CBDD7E9A98CA}"/>
              </a:ext>
            </a:extLst>
          </p:cNvPr>
          <p:cNvSpPr>
            <a:spLocks noGrp="1"/>
          </p:cNvSpPr>
          <p:nvPr>
            <p:ph type="title"/>
          </p:nvPr>
        </p:nvSpPr>
        <p:spPr>
          <a:xfrm>
            <a:off x="457200" y="274638"/>
            <a:ext cx="8186738" cy="796925"/>
          </a:xfrm>
        </p:spPr>
        <p:txBody>
          <a:bodyPr/>
          <a:lstStyle/>
          <a:p>
            <a:pPr eaLnBrk="1" hangingPunct="1"/>
            <a:r>
              <a:rPr lang="en-ZA" altLang="en-GB" b="1"/>
              <a:t>6.2. </a:t>
            </a:r>
            <a:r>
              <a:rPr lang="en-US" altLang="en-GB" b="1"/>
              <a:t>Capacitors in Combination</a:t>
            </a:r>
            <a:endParaRPr lang="en-ZA" altLang="en-GB" b="1"/>
          </a:p>
        </p:txBody>
      </p:sp>
      <p:sp>
        <p:nvSpPr>
          <p:cNvPr id="3" name="Content Placeholder 2">
            <a:extLst>
              <a:ext uri="{FF2B5EF4-FFF2-40B4-BE49-F238E27FC236}">
                <a16:creationId xmlns:a16="http://schemas.microsoft.com/office/drawing/2014/main" id="{D9ADDE86-9A61-0AE7-2806-8FBF402179AC}"/>
              </a:ext>
            </a:extLst>
          </p:cNvPr>
          <p:cNvSpPr>
            <a:spLocks noGrp="1"/>
          </p:cNvSpPr>
          <p:nvPr>
            <p:ph sz="quarter" idx="1"/>
          </p:nvPr>
        </p:nvSpPr>
        <p:spPr>
          <a:xfrm>
            <a:off x="457200" y="1557338"/>
            <a:ext cx="8229600" cy="4679950"/>
          </a:xfrm>
        </p:spPr>
        <p:txBody>
          <a:bodyPr/>
          <a:lstStyle/>
          <a:p>
            <a:pPr algn="just" eaLnBrk="1" hangingPunct="1">
              <a:buFont typeface="Arial" panose="020B0604020202020204" pitchFamily="34" charset="0"/>
              <a:buNone/>
            </a:pPr>
            <a:r>
              <a:rPr lang="en-US" altLang="en-GB" sz="2800"/>
              <a:t>    Capacitors can be connected together; they can be connected in series or in parallel.</a:t>
            </a:r>
          </a:p>
          <a:p>
            <a:pPr algn="just" eaLnBrk="1" hangingPunct="1">
              <a:buFont typeface="Arial" panose="020B0604020202020204" pitchFamily="34" charset="0"/>
              <a:buNone/>
            </a:pPr>
            <a:r>
              <a:rPr lang="en-US" altLang="en-GB" sz="2800"/>
              <a:t>    The figure below shows two capacitors, with capacitance </a:t>
            </a:r>
            <a:r>
              <a:rPr lang="en-US" altLang="en-GB" sz="2800" b="1" i="1"/>
              <a:t>C</a:t>
            </a:r>
            <a:r>
              <a:rPr lang="en-US" altLang="en-GB" sz="2800" b="1" i="1" baseline="-25000"/>
              <a:t>1</a:t>
            </a:r>
            <a:r>
              <a:rPr lang="en-US" altLang="en-GB" sz="2800"/>
              <a:t> and </a:t>
            </a:r>
            <a:r>
              <a:rPr lang="en-US" altLang="en-GB" sz="2800" b="1" i="1"/>
              <a:t>C</a:t>
            </a:r>
            <a:r>
              <a:rPr lang="en-US" altLang="en-GB" sz="2800" b="1" i="1" baseline="-25000"/>
              <a:t>2</a:t>
            </a:r>
            <a:r>
              <a:rPr lang="en-US" altLang="en-GB" sz="2800"/>
              <a:t>, connected in parallel. </a:t>
            </a:r>
            <a:endParaRPr lang="en-ZA" altLang="en-GB" sz="2800"/>
          </a:p>
        </p:txBody>
      </p:sp>
      <p:sp>
        <p:nvSpPr>
          <p:cNvPr id="94211" name="Date Placeholder 7">
            <a:extLst>
              <a:ext uri="{FF2B5EF4-FFF2-40B4-BE49-F238E27FC236}">
                <a16:creationId xmlns:a16="http://schemas.microsoft.com/office/drawing/2014/main" id="{0E724902-6F0E-971D-64A7-F8CB469B12E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D0091D0-CAFC-43AB-B4AA-29887B182F4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4212" name="Footer Placeholder 6">
            <a:extLst>
              <a:ext uri="{FF2B5EF4-FFF2-40B4-BE49-F238E27FC236}">
                <a16:creationId xmlns:a16="http://schemas.microsoft.com/office/drawing/2014/main" id="{4D817A05-BC54-F12F-ADB5-DA075D6F248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4213" name="Slide Number Placeholder 5">
            <a:extLst>
              <a:ext uri="{FF2B5EF4-FFF2-40B4-BE49-F238E27FC236}">
                <a16:creationId xmlns:a16="http://schemas.microsoft.com/office/drawing/2014/main" id="{BAE4EBBB-17C7-9539-AAF6-9AC0C7D3C6D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6201F15-DE2C-403B-9072-E53BD100304C}" type="slidenum">
              <a:rPr lang="en-ZA" altLang="en-GB" sz="1400" smtClean="0">
                <a:solidFill>
                  <a:srgbClr val="FFFFFF"/>
                </a:solidFill>
                <a:latin typeface="Franklin Gothic Book" panose="020B0503020102020204" pitchFamily="34" charset="0"/>
              </a:rPr>
              <a:pPr>
                <a:spcBef>
                  <a:spcPct val="0"/>
                </a:spcBef>
                <a:buClrTx/>
                <a:buSzTx/>
                <a:buFontTx/>
                <a:buNone/>
              </a:pPr>
              <a:t>72</a:t>
            </a:fld>
            <a:endParaRPr lang="en-ZA" altLang="en-GB" sz="1400">
              <a:solidFill>
                <a:srgbClr val="FFFFFF"/>
              </a:solidFill>
              <a:latin typeface="Franklin Gothic Book" panose="020B0503020102020204" pitchFamily="34" charset="0"/>
            </a:endParaRPr>
          </a:p>
        </p:txBody>
      </p:sp>
      <p:pic>
        <p:nvPicPr>
          <p:cNvPr id="4" name="Picture 3" descr="http://www.cartage.org.lb/en/themes/sciences/physics/Electromagnetism/Electrostatics/Capacitors/Capacitors/Combination/Combination/Chapter2715.gif">
            <a:extLst>
              <a:ext uri="{FF2B5EF4-FFF2-40B4-BE49-F238E27FC236}">
                <a16:creationId xmlns:a16="http://schemas.microsoft.com/office/drawing/2014/main" id="{C9036FD7-98BA-7440-8602-DDC043D66711}"/>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3500438" y="3643313"/>
            <a:ext cx="2786062" cy="250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diamond(in)">
                                      <p:cBhvr>
                                        <p:cTn id="19"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a:extLst>
              <a:ext uri="{FF2B5EF4-FFF2-40B4-BE49-F238E27FC236}">
                <a16:creationId xmlns:a16="http://schemas.microsoft.com/office/drawing/2014/main" id="{92E4F7CF-BD40-1F86-FF50-AAC05EC36B12}"/>
              </a:ext>
            </a:extLst>
          </p:cNvPr>
          <p:cNvSpPr>
            <a:spLocks noGrp="1"/>
          </p:cNvSpPr>
          <p:nvPr>
            <p:ph type="title"/>
          </p:nvPr>
        </p:nvSpPr>
        <p:spPr>
          <a:xfrm>
            <a:off x="457200" y="274638"/>
            <a:ext cx="8186738" cy="796925"/>
          </a:xfrm>
        </p:spPr>
        <p:txBody>
          <a:bodyPr/>
          <a:lstStyle/>
          <a:p>
            <a:pPr eaLnBrk="1" hangingPunct="1"/>
            <a:r>
              <a:rPr lang="en-ZA" altLang="en-GB" b="1"/>
              <a:t>6.2. </a:t>
            </a:r>
            <a:r>
              <a:rPr lang="en-US" altLang="en-GB" b="1"/>
              <a:t>Capacitors in Combination</a:t>
            </a:r>
            <a:endParaRPr lang="en-ZA" altLang="en-GB" b="1"/>
          </a:p>
        </p:txBody>
      </p:sp>
      <p:sp>
        <p:nvSpPr>
          <p:cNvPr id="95234" name="Content Placeholder 2">
            <a:extLst>
              <a:ext uri="{FF2B5EF4-FFF2-40B4-BE49-F238E27FC236}">
                <a16:creationId xmlns:a16="http://schemas.microsoft.com/office/drawing/2014/main" id="{50A71987-7C78-0B59-E331-4C7D633BDF77}"/>
              </a:ext>
            </a:extLst>
          </p:cNvPr>
          <p:cNvSpPr>
            <a:spLocks noGrp="1"/>
          </p:cNvSpPr>
          <p:nvPr>
            <p:ph sz="quarter" idx="1"/>
          </p:nvPr>
        </p:nvSpPr>
        <p:spPr>
          <a:xfrm>
            <a:off x="457200" y="1214438"/>
            <a:ext cx="8229600" cy="4911725"/>
          </a:xfrm>
        </p:spPr>
        <p:txBody>
          <a:bodyPr/>
          <a:lstStyle/>
          <a:p>
            <a:pPr eaLnBrk="1" hangingPunct="1">
              <a:buFont typeface="Arial" panose="020B0604020202020204" pitchFamily="34" charset="0"/>
              <a:buNone/>
            </a:pPr>
            <a:r>
              <a:rPr lang="en-US" altLang="en-GB"/>
              <a:t>The potential difference across both capacitors must be equal and therefore </a:t>
            </a:r>
            <a:endParaRPr lang="en-ZA" altLang="en-GB"/>
          </a:p>
        </p:txBody>
      </p:sp>
      <p:sp>
        <p:nvSpPr>
          <p:cNvPr id="95235" name="Date Placeholder 9">
            <a:extLst>
              <a:ext uri="{FF2B5EF4-FFF2-40B4-BE49-F238E27FC236}">
                <a16:creationId xmlns:a16="http://schemas.microsoft.com/office/drawing/2014/main" id="{F7A1FF4A-2BE0-2E9A-526E-31635317C99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C551A7C-2C59-4806-98BB-2C751645A74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5236" name="Footer Placeholder 8">
            <a:extLst>
              <a:ext uri="{FF2B5EF4-FFF2-40B4-BE49-F238E27FC236}">
                <a16:creationId xmlns:a16="http://schemas.microsoft.com/office/drawing/2014/main" id="{8A333FBA-CF02-35C9-EB38-31B46733849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5237" name="Slide Number Placeholder 7">
            <a:extLst>
              <a:ext uri="{FF2B5EF4-FFF2-40B4-BE49-F238E27FC236}">
                <a16:creationId xmlns:a16="http://schemas.microsoft.com/office/drawing/2014/main" id="{A3859629-6E11-A1B7-B828-6B333756E08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96CBC17-771A-4A99-951A-5785719E2052}" type="slidenum">
              <a:rPr lang="en-ZA" altLang="en-GB" sz="1400" smtClean="0">
                <a:solidFill>
                  <a:srgbClr val="FFFFFF"/>
                </a:solidFill>
                <a:latin typeface="Franklin Gothic Book" panose="020B0503020102020204" pitchFamily="34" charset="0"/>
              </a:rPr>
              <a:pPr>
                <a:spcBef>
                  <a:spcPct val="0"/>
                </a:spcBef>
                <a:buClrTx/>
                <a:buSzTx/>
                <a:buFontTx/>
                <a:buNone/>
              </a:pPr>
              <a:t>73</a:t>
            </a:fld>
            <a:endParaRPr lang="en-ZA" altLang="en-GB" sz="1400">
              <a:solidFill>
                <a:srgbClr val="FFFFFF"/>
              </a:solidFill>
              <a:latin typeface="Franklin Gothic Book" panose="020B0503020102020204" pitchFamily="34" charset="0"/>
            </a:endParaRPr>
          </a:p>
        </p:txBody>
      </p:sp>
      <p:pic>
        <p:nvPicPr>
          <p:cNvPr id="95238" name="Picture 3" descr="http://www.cartage.org.lb/en/themes/sciences/physics/Electromagnetism/Electrostatics/Capacitors/Capacitors/Combination/Combination/Chapter2715.gif">
            <a:extLst>
              <a:ext uri="{FF2B5EF4-FFF2-40B4-BE49-F238E27FC236}">
                <a16:creationId xmlns:a16="http://schemas.microsoft.com/office/drawing/2014/main" id="{CAF17BDA-F805-8869-4AEE-057C7D5105DC}"/>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3000375" y="3714750"/>
            <a:ext cx="2786063"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9" name="Rectangle 2">
            <a:extLst>
              <a:ext uri="{FF2B5EF4-FFF2-40B4-BE49-F238E27FC236}">
                <a16:creationId xmlns:a16="http://schemas.microsoft.com/office/drawing/2014/main" id="{BC557B51-41EB-CEDA-18C0-30FE25D7B40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5240" name="Picture 1">
            <a:extLst>
              <a:ext uri="{FF2B5EF4-FFF2-40B4-BE49-F238E27FC236}">
                <a16:creationId xmlns:a16="http://schemas.microsoft.com/office/drawing/2014/main" id="{4D19FF0B-5751-9E61-E990-FEC403870334}"/>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214563" y="2643188"/>
            <a:ext cx="3857625"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a:extLst>
              <a:ext uri="{FF2B5EF4-FFF2-40B4-BE49-F238E27FC236}">
                <a16:creationId xmlns:a16="http://schemas.microsoft.com/office/drawing/2014/main" id="{1B601F4E-9581-9A93-48FE-D075CEF82237}"/>
              </a:ext>
            </a:extLst>
          </p:cNvPr>
          <p:cNvSpPr>
            <a:spLocks noGrp="1"/>
          </p:cNvSpPr>
          <p:nvPr>
            <p:ph type="title"/>
          </p:nvPr>
        </p:nvSpPr>
        <p:spPr>
          <a:xfrm>
            <a:off x="457200" y="274638"/>
            <a:ext cx="8186738" cy="796925"/>
          </a:xfrm>
        </p:spPr>
        <p:txBody>
          <a:bodyPr/>
          <a:lstStyle/>
          <a:p>
            <a:pPr eaLnBrk="1" hangingPunct="1"/>
            <a:r>
              <a:rPr lang="en-ZA" altLang="en-GB" b="1"/>
              <a:t>6.2. </a:t>
            </a:r>
            <a:r>
              <a:rPr lang="en-US" altLang="en-GB" b="1"/>
              <a:t>Capacitors in Combination</a:t>
            </a:r>
            <a:endParaRPr lang="en-ZA" altLang="en-GB" b="1"/>
          </a:p>
        </p:txBody>
      </p:sp>
      <p:sp>
        <p:nvSpPr>
          <p:cNvPr id="3" name="Content Placeholder 2">
            <a:extLst>
              <a:ext uri="{FF2B5EF4-FFF2-40B4-BE49-F238E27FC236}">
                <a16:creationId xmlns:a16="http://schemas.microsoft.com/office/drawing/2014/main" id="{28B6AA00-AC1A-A962-CEF2-0F2236D1D201}"/>
              </a:ext>
            </a:extLst>
          </p:cNvPr>
          <p:cNvSpPr>
            <a:spLocks noGrp="1"/>
          </p:cNvSpPr>
          <p:nvPr>
            <p:ph sz="quarter" idx="1"/>
          </p:nvPr>
        </p:nvSpPr>
        <p:spPr>
          <a:xfrm>
            <a:off x="457200" y="1214438"/>
            <a:ext cx="8229600" cy="4911725"/>
          </a:xfrm>
        </p:spPr>
        <p:txBody>
          <a:bodyPr/>
          <a:lstStyle/>
          <a:p>
            <a:pPr eaLnBrk="1" hangingPunct="1">
              <a:buFont typeface="Arial" panose="020B0604020202020204" pitchFamily="34" charset="0"/>
              <a:buNone/>
            </a:pPr>
            <a:r>
              <a:rPr lang="en-US" altLang="en-GB"/>
              <a:t>Using equation , the total charge on both capacitors can be calculated </a:t>
            </a:r>
          </a:p>
          <a:p>
            <a:pPr eaLnBrk="1" hangingPunct="1">
              <a:buFont typeface="Arial" panose="020B0604020202020204" pitchFamily="34" charset="0"/>
              <a:buNone/>
            </a:pPr>
            <a:endParaRPr lang="en-US" altLang="en-GB"/>
          </a:p>
          <a:p>
            <a:pPr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These two capacitors can be treated as one capacitor with a capacitance </a:t>
            </a:r>
            <a:r>
              <a:rPr lang="en-US" altLang="en-GB" b="1" i="1"/>
              <a:t>C</a:t>
            </a:r>
            <a:r>
              <a:rPr lang="en-US" altLang="en-GB"/>
              <a:t>; where </a:t>
            </a:r>
            <a:r>
              <a:rPr lang="en-US" altLang="en-GB" b="1" i="1"/>
              <a:t>C</a:t>
            </a:r>
            <a:r>
              <a:rPr lang="en-US" altLang="en-GB"/>
              <a:t> is related to </a:t>
            </a:r>
            <a:r>
              <a:rPr lang="en-US" altLang="en-GB" b="1" i="1"/>
              <a:t>C</a:t>
            </a:r>
            <a:r>
              <a:rPr lang="en-US" altLang="en-GB" b="1" i="1" baseline="-25000"/>
              <a:t>1</a:t>
            </a:r>
            <a:r>
              <a:rPr lang="en-US" altLang="en-GB"/>
              <a:t> and </a:t>
            </a:r>
            <a:r>
              <a:rPr lang="en-US" altLang="en-GB" b="1" i="1"/>
              <a:t>C</a:t>
            </a:r>
            <a:r>
              <a:rPr lang="en-US" altLang="en-GB" b="1" i="1" baseline="-25000"/>
              <a:t>2</a:t>
            </a:r>
            <a:r>
              <a:rPr lang="en-US" altLang="en-GB"/>
              <a:t> in the following manner </a:t>
            </a:r>
            <a:endParaRPr lang="en-ZA" altLang="en-GB"/>
          </a:p>
          <a:p>
            <a:pPr eaLnBrk="1" hangingPunct="1"/>
            <a:endParaRPr lang="en-ZA" altLang="en-GB"/>
          </a:p>
        </p:txBody>
      </p:sp>
      <p:sp>
        <p:nvSpPr>
          <p:cNvPr id="96259" name="Date Placeholder 13">
            <a:extLst>
              <a:ext uri="{FF2B5EF4-FFF2-40B4-BE49-F238E27FC236}">
                <a16:creationId xmlns:a16="http://schemas.microsoft.com/office/drawing/2014/main" id="{8A4CE2C1-AFCF-B565-E268-A946D54507E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4CE34EA-AFBD-419D-873E-0E349DEC863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6260" name="Footer Placeholder 12">
            <a:extLst>
              <a:ext uri="{FF2B5EF4-FFF2-40B4-BE49-F238E27FC236}">
                <a16:creationId xmlns:a16="http://schemas.microsoft.com/office/drawing/2014/main" id="{357620FD-D34C-EF59-0174-A700D548F37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6261" name="Slide Number Placeholder 11">
            <a:extLst>
              <a:ext uri="{FF2B5EF4-FFF2-40B4-BE49-F238E27FC236}">
                <a16:creationId xmlns:a16="http://schemas.microsoft.com/office/drawing/2014/main" id="{4C8C148A-E2E4-3D8E-D77E-42FFB3DFBDC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87F195F-6784-43AE-AEC7-266A91FD3464}" type="slidenum">
              <a:rPr lang="en-ZA" altLang="en-GB" sz="1400" smtClean="0">
                <a:solidFill>
                  <a:srgbClr val="FFFFFF"/>
                </a:solidFill>
                <a:latin typeface="Franklin Gothic Book" panose="020B0503020102020204" pitchFamily="34" charset="0"/>
              </a:rPr>
              <a:pPr>
                <a:spcBef>
                  <a:spcPct val="0"/>
                </a:spcBef>
                <a:buClrTx/>
                <a:buSzTx/>
                <a:buFontTx/>
                <a:buNone/>
              </a:pPr>
              <a:t>74</a:t>
            </a:fld>
            <a:endParaRPr lang="en-ZA" altLang="en-GB" sz="1400">
              <a:solidFill>
                <a:srgbClr val="FFFFFF"/>
              </a:solidFill>
              <a:latin typeface="Franklin Gothic Book" panose="020B0503020102020204" pitchFamily="34" charset="0"/>
            </a:endParaRPr>
          </a:p>
        </p:txBody>
      </p:sp>
      <p:sp>
        <p:nvSpPr>
          <p:cNvPr id="96262" name="Rectangle 2">
            <a:extLst>
              <a:ext uri="{FF2B5EF4-FFF2-40B4-BE49-F238E27FC236}">
                <a16:creationId xmlns:a16="http://schemas.microsoft.com/office/drawing/2014/main" id="{AC56FB26-234E-6A05-027B-2FFB84ED4DE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6263" name="Rectangle 2">
            <a:extLst>
              <a:ext uri="{FF2B5EF4-FFF2-40B4-BE49-F238E27FC236}">
                <a16:creationId xmlns:a16="http://schemas.microsoft.com/office/drawing/2014/main" id="{B99B905E-F7CE-0654-D330-70D4313741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6264" name="Rectangle 4">
            <a:extLst>
              <a:ext uri="{FF2B5EF4-FFF2-40B4-BE49-F238E27FC236}">
                <a16:creationId xmlns:a16="http://schemas.microsoft.com/office/drawing/2014/main" id="{999CBC66-9E71-CE62-1A39-18972E01575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89091" name="Picture 3">
            <a:extLst>
              <a:ext uri="{FF2B5EF4-FFF2-40B4-BE49-F238E27FC236}">
                <a16:creationId xmlns:a16="http://schemas.microsoft.com/office/drawing/2014/main" id="{AFD428DA-F7A0-BE71-5C56-E02B319D4573}"/>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987675" y="4076700"/>
            <a:ext cx="3071813"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6" name="Rectangle 5">
            <a:extLst>
              <a:ext uri="{FF2B5EF4-FFF2-40B4-BE49-F238E27FC236}">
                <a16:creationId xmlns:a16="http://schemas.microsoft.com/office/drawing/2014/main" id="{86E61E8F-4E6F-ABB5-613F-B3CE0F76C3A3}"/>
              </a:ext>
            </a:extLst>
          </p:cNvPr>
          <p:cNvSpPr>
            <a:spLocks noChangeArrowheads="1"/>
          </p:cNvSpPr>
          <p:nvPr/>
        </p:nvSpPr>
        <p:spPr bwMode="auto">
          <a:xfrm>
            <a:off x="0" y="190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100">
                <a:latin typeface="Arial" panose="020B0604020202020204" pitchFamily="34" charset="0"/>
                <a:ea typeface="Calibri" panose="020F0502020204030204" pitchFamily="34" charset="0"/>
                <a:cs typeface="Times New Roman" panose="02020603050405020304" pitchFamily="18" charset="0"/>
              </a:rPr>
              <a:t>  </a:t>
            </a:r>
            <a:endParaRPr lang="en-US" altLang="en-GB" sz="1800">
              <a:latin typeface="Arial" panose="020B0604020202020204" pitchFamily="34" charset="0"/>
              <a:ea typeface="Calibri" panose="020F0502020204030204" pitchFamily="34" charset="0"/>
              <a:cs typeface="Times New Roman" panose="02020603050405020304" pitchFamily="18" charset="0"/>
            </a:endParaRPr>
          </a:p>
        </p:txBody>
      </p:sp>
      <p:sp>
        <p:nvSpPr>
          <p:cNvPr id="96267" name="Rectangle 7">
            <a:extLst>
              <a:ext uri="{FF2B5EF4-FFF2-40B4-BE49-F238E27FC236}">
                <a16:creationId xmlns:a16="http://schemas.microsoft.com/office/drawing/2014/main" id="{2A506755-8A65-7A0B-CDB4-5C3B970AE8A5}"/>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2" name="Picture 6">
            <a:extLst>
              <a:ext uri="{FF2B5EF4-FFF2-40B4-BE49-F238E27FC236}">
                <a16:creationId xmlns:a16="http://schemas.microsoft.com/office/drawing/2014/main" id="{D2A270A3-79A1-70CE-7F27-2E6141BCA80A}"/>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2124075" y="2133600"/>
            <a:ext cx="5086350"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diamond(in)">
                                      <p:cBhvr>
                                        <p:cTn id="13" dur="2000"/>
                                        <p:tgtEl>
                                          <p:spTgt spid="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89091"/>
                                        </p:tgtEl>
                                        <p:attrNameLst>
                                          <p:attrName>style.visibility</p:attrName>
                                        </p:attrNameLst>
                                      </p:cBhvr>
                                      <p:to>
                                        <p:strVal val="visible"/>
                                      </p:to>
                                    </p:set>
                                    <p:animEffect transition="in" filter="diamond(in)">
                                      <p:cBhvr>
                                        <p:cTn id="24" dur="2000"/>
                                        <p:tgtEl>
                                          <p:spTgt spid="89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a:extLst>
              <a:ext uri="{FF2B5EF4-FFF2-40B4-BE49-F238E27FC236}">
                <a16:creationId xmlns:a16="http://schemas.microsoft.com/office/drawing/2014/main" id="{B42A5FA4-4238-037E-CFD4-A9374FB2D5A2}"/>
              </a:ext>
            </a:extLst>
          </p:cNvPr>
          <p:cNvSpPr>
            <a:spLocks noGrp="1"/>
          </p:cNvSpPr>
          <p:nvPr>
            <p:ph type="title"/>
          </p:nvPr>
        </p:nvSpPr>
        <p:spPr>
          <a:xfrm>
            <a:off x="457200" y="274638"/>
            <a:ext cx="8186738" cy="796925"/>
          </a:xfrm>
        </p:spPr>
        <p:txBody>
          <a:bodyPr/>
          <a:lstStyle/>
          <a:p>
            <a:pPr eaLnBrk="1" hangingPunct="1"/>
            <a:r>
              <a:rPr lang="en-ZA" altLang="en-GB" b="1"/>
              <a:t>6.2. </a:t>
            </a:r>
            <a:r>
              <a:rPr lang="en-US" altLang="en-GB" b="1"/>
              <a:t>Capacitors in Combination</a:t>
            </a:r>
            <a:endParaRPr lang="en-ZA" altLang="en-GB" b="1"/>
          </a:p>
        </p:txBody>
      </p:sp>
      <p:sp>
        <p:nvSpPr>
          <p:cNvPr id="97282" name="Content Placeholder 2">
            <a:extLst>
              <a:ext uri="{FF2B5EF4-FFF2-40B4-BE49-F238E27FC236}">
                <a16:creationId xmlns:a16="http://schemas.microsoft.com/office/drawing/2014/main" id="{A61A9109-9498-5A81-8143-37C63C89DE0E}"/>
              </a:ext>
            </a:extLst>
          </p:cNvPr>
          <p:cNvSpPr>
            <a:spLocks noGrp="1"/>
          </p:cNvSpPr>
          <p:nvPr>
            <p:ph sz="quarter" idx="1"/>
          </p:nvPr>
        </p:nvSpPr>
        <p:spPr>
          <a:xfrm>
            <a:off x="457200" y="1214438"/>
            <a:ext cx="8229600" cy="4911725"/>
          </a:xfrm>
        </p:spPr>
        <p:txBody>
          <a:bodyPr/>
          <a:lstStyle/>
          <a:p>
            <a:pPr algn="just" eaLnBrk="1" hangingPunct="1">
              <a:buFont typeface="Arial" panose="020B0604020202020204" pitchFamily="34" charset="0"/>
              <a:buNone/>
            </a:pPr>
            <a:r>
              <a:rPr lang="en-US" altLang="en-GB"/>
              <a:t>Figure below shows two capacitors, with capacitance </a:t>
            </a:r>
            <a:r>
              <a:rPr lang="en-US" altLang="en-GB" b="1" i="1"/>
              <a:t>C</a:t>
            </a:r>
            <a:r>
              <a:rPr lang="en-US" altLang="en-GB" b="1" i="1" baseline="-25000"/>
              <a:t>1</a:t>
            </a:r>
            <a:r>
              <a:rPr lang="en-US" altLang="en-GB"/>
              <a:t> and </a:t>
            </a:r>
            <a:r>
              <a:rPr lang="en-US" altLang="en-GB" b="1" i="1"/>
              <a:t>C</a:t>
            </a:r>
            <a:r>
              <a:rPr lang="en-US" altLang="en-GB" b="1" i="1" baseline="-25000"/>
              <a:t>2</a:t>
            </a:r>
            <a:r>
              <a:rPr lang="en-US" altLang="en-GB"/>
              <a:t>, connected in series. </a:t>
            </a:r>
            <a:endParaRPr lang="en-ZA" altLang="en-GB"/>
          </a:p>
        </p:txBody>
      </p:sp>
      <p:sp>
        <p:nvSpPr>
          <p:cNvPr id="97283" name="Date Placeholder 12">
            <a:extLst>
              <a:ext uri="{FF2B5EF4-FFF2-40B4-BE49-F238E27FC236}">
                <a16:creationId xmlns:a16="http://schemas.microsoft.com/office/drawing/2014/main" id="{986BC5C3-CA61-77F2-3DF4-9C6E8A40FCC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11E2BB2-F169-4DBB-8448-6D63EFA3D10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7284" name="Footer Placeholder 11">
            <a:extLst>
              <a:ext uri="{FF2B5EF4-FFF2-40B4-BE49-F238E27FC236}">
                <a16:creationId xmlns:a16="http://schemas.microsoft.com/office/drawing/2014/main" id="{D1D51FC5-C71E-00B8-00C3-C4476E3954D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7285" name="Slide Number Placeholder 10">
            <a:extLst>
              <a:ext uri="{FF2B5EF4-FFF2-40B4-BE49-F238E27FC236}">
                <a16:creationId xmlns:a16="http://schemas.microsoft.com/office/drawing/2014/main" id="{14586B5F-425C-4885-6A81-E301D01C578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3103DD9-7CC0-4779-879B-DF602E48CC2C}" type="slidenum">
              <a:rPr lang="en-ZA" altLang="en-GB" sz="1400" smtClean="0">
                <a:solidFill>
                  <a:srgbClr val="FFFFFF"/>
                </a:solidFill>
                <a:latin typeface="Franklin Gothic Book" panose="020B0503020102020204" pitchFamily="34" charset="0"/>
              </a:rPr>
              <a:pPr>
                <a:spcBef>
                  <a:spcPct val="0"/>
                </a:spcBef>
                <a:buClrTx/>
                <a:buSzTx/>
                <a:buFontTx/>
                <a:buNone/>
              </a:pPr>
              <a:t>75</a:t>
            </a:fld>
            <a:endParaRPr lang="en-ZA" altLang="en-GB" sz="1400">
              <a:solidFill>
                <a:srgbClr val="FFFFFF"/>
              </a:solidFill>
              <a:latin typeface="Franklin Gothic Book" panose="020B0503020102020204" pitchFamily="34" charset="0"/>
            </a:endParaRPr>
          </a:p>
        </p:txBody>
      </p:sp>
      <p:sp>
        <p:nvSpPr>
          <p:cNvPr id="97286" name="Rectangle 2">
            <a:extLst>
              <a:ext uri="{FF2B5EF4-FFF2-40B4-BE49-F238E27FC236}">
                <a16:creationId xmlns:a16="http://schemas.microsoft.com/office/drawing/2014/main" id="{8E66B706-F3A1-FEF3-E645-827A0EAC980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7287" name="Rectangle 2">
            <a:extLst>
              <a:ext uri="{FF2B5EF4-FFF2-40B4-BE49-F238E27FC236}">
                <a16:creationId xmlns:a16="http://schemas.microsoft.com/office/drawing/2014/main" id="{419EA6CA-65E2-C7A1-47F0-BAD1185A02B7}"/>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7288" name="Rectangle 4">
            <a:extLst>
              <a:ext uri="{FF2B5EF4-FFF2-40B4-BE49-F238E27FC236}">
                <a16:creationId xmlns:a16="http://schemas.microsoft.com/office/drawing/2014/main" id="{5C40F3D8-AAD5-A73A-9665-AE00997F749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7289" name="Rectangle 5">
            <a:extLst>
              <a:ext uri="{FF2B5EF4-FFF2-40B4-BE49-F238E27FC236}">
                <a16:creationId xmlns:a16="http://schemas.microsoft.com/office/drawing/2014/main" id="{B6935BC3-9C31-6BEB-F59E-CD2DE3AE69B8}"/>
              </a:ext>
            </a:extLst>
          </p:cNvPr>
          <p:cNvSpPr>
            <a:spLocks noChangeArrowheads="1"/>
          </p:cNvSpPr>
          <p:nvPr/>
        </p:nvSpPr>
        <p:spPr bwMode="auto">
          <a:xfrm>
            <a:off x="0" y="190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100">
                <a:latin typeface="Arial" panose="020B0604020202020204" pitchFamily="34" charset="0"/>
                <a:ea typeface="Calibri" panose="020F0502020204030204" pitchFamily="34" charset="0"/>
                <a:cs typeface="Times New Roman" panose="02020603050405020304" pitchFamily="18" charset="0"/>
              </a:rPr>
              <a:t>  </a:t>
            </a:r>
            <a:endParaRPr lang="en-US" altLang="en-GB" sz="1800">
              <a:latin typeface="Arial" panose="020B0604020202020204" pitchFamily="34" charset="0"/>
              <a:ea typeface="Calibri" panose="020F0502020204030204" pitchFamily="34" charset="0"/>
              <a:cs typeface="Times New Roman" panose="02020603050405020304" pitchFamily="18" charset="0"/>
            </a:endParaRPr>
          </a:p>
        </p:txBody>
      </p:sp>
      <p:sp>
        <p:nvSpPr>
          <p:cNvPr id="97290" name="Rectangle 7">
            <a:extLst>
              <a:ext uri="{FF2B5EF4-FFF2-40B4-BE49-F238E27FC236}">
                <a16:creationId xmlns:a16="http://schemas.microsoft.com/office/drawing/2014/main" id="{E4A5BDFC-B747-1410-D438-EC96E43B733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7291" name="Picture 10" descr="http://www.cartage.org.lb/en/themes/sciences/physics/Electromagnetism/Electrostatics/Capacitors/Capacitors/Combination/Combination/Chapter2720.gif">
            <a:extLst>
              <a:ext uri="{FF2B5EF4-FFF2-40B4-BE49-F238E27FC236}">
                <a16:creationId xmlns:a16="http://schemas.microsoft.com/office/drawing/2014/main" id="{AB0710EF-31CD-1E8A-998A-A110A12A9DC2}"/>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2714625" y="2576513"/>
            <a:ext cx="3095625" cy="3424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a:extLst>
              <a:ext uri="{FF2B5EF4-FFF2-40B4-BE49-F238E27FC236}">
                <a16:creationId xmlns:a16="http://schemas.microsoft.com/office/drawing/2014/main" id="{DAFE9BC9-5548-EB65-7E3D-0641165ADD7A}"/>
              </a:ext>
            </a:extLst>
          </p:cNvPr>
          <p:cNvSpPr>
            <a:spLocks noGrp="1"/>
          </p:cNvSpPr>
          <p:nvPr>
            <p:ph type="title"/>
          </p:nvPr>
        </p:nvSpPr>
        <p:spPr>
          <a:xfrm>
            <a:off x="468313" y="549275"/>
            <a:ext cx="8186737" cy="796925"/>
          </a:xfrm>
        </p:spPr>
        <p:txBody>
          <a:bodyPr/>
          <a:lstStyle/>
          <a:p>
            <a:pPr eaLnBrk="1" hangingPunct="1"/>
            <a:r>
              <a:rPr lang="en-ZA" altLang="en-GB" b="1"/>
              <a:t>6.2. </a:t>
            </a:r>
            <a:r>
              <a:rPr lang="en-US" altLang="en-GB" b="1"/>
              <a:t>Capacitors in Combination</a:t>
            </a:r>
            <a:endParaRPr lang="en-ZA" altLang="en-GB" b="1"/>
          </a:p>
        </p:txBody>
      </p:sp>
      <p:sp>
        <p:nvSpPr>
          <p:cNvPr id="3" name="Content Placeholder 2">
            <a:extLst>
              <a:ext uri="{FF2B5EF4-FFF2-40B4-BE49-F238E27FC236}">
                <a16:creationId xmlns:a16="http://schemas.microsoft.com/office/drawing/2014/main" id="{4EBB600A-07EE-E3A6-B966-18BBA4EF3551}"/>
              </a:ext>
            </a:extLst>
          </p:cNvPr>
          <p:cNvSpPr>
            <a:spLocks noGrp="1"/>
          </p:cNvSpPr>
          <p:nvPr>
            <p:ph sz="quarter" idx="1"/>
          </p:nvPr>
        </p:nvSpPr>
        <p:spPr>
          <a:xfrm>
            <a:off x="250825" y="2708275"/>
            <a:ext cx="8229600" cy="3006725"/>
          </a:xfrm>
        </p:spPr>
        <p:txBody>
          <a:bodyPr/>
          <a:lstStyle/>
          <a:p>
            <a:pPr algn="just" eaLnBrk="1" hangingPunct="1">
              <a:buFont typeface="Wingdings" panose="05000000000000000000" pitchFamily="2" charset="2"/>
              <a:buChar char="Ø"/>
            </a:pPr>
            <a:r>
              <a:rPr lang="en-US" altLang="en-GB"/>
              <a:t>The total voltage difference across the two capacitors is given by </a:t>
            </a:r>
          </a:p>
        </p:txBody>
      </p:sp>
      <p:sp>
        <p:nvSpPr>
          <p:cNvPr id="98307" name="Date Placeholder 15">
            <a:extLst>
              <a:ext uri="{FF2B5EF4-FFF2-40B4-BE49-F238E27FC236}">
                <a16:creationId xmlns:a16="http://schemas.microsoft.com/office/drawing/2014/main" id="{0F9EDC81-F047-E93A-A61F-BA19944F0C04}"/>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2A62F3A-1958-4AF0-9E56-8260334A400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8308" name="Footer Placeholder 14">
            <a:extLst>
              <a:ext uri="{FF2B5EF4-FFF2-40B4-BE49-F238E27FC236}">
                <a16:creationId xmlns:a16="http://schemas.microsoft.com/office/drawing/2014/main" id="{FB80A132-BF7C-13BF-3555-2658086CF43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8309" name="Slide Number Placeholder 13">
            <a:extLst>
              <a:ext uri="{FF2B5EF4-FFF2-40B4-BE49-F238E27FC236}">
                <a16:creationId xmlns:a16="http://schemas.microsoft.com/office/drawing/2014/main" id="{B94FC3F8-710E-1625-C554-D5F58A84EE8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B3AAEA6-627F-4C94-A79C-CD34F71CEBBE}" type="slidenum">
              <a:rPr lang="en-ZA" altLang="en-GB" sz="1400" smtClean="0">
                <a:solidFill>
                  <a:srgbClr val="FFFFFF"/>
                </a:solidFill>
                <a:latin typeface="Franklin Gothic Book" panose="020B0503020102020204" pitchFamily="34" charset="0"/>
              </a:rPr>
              <a:pPr>
                <a:spcBef>
                  <a:spcPct val="0"/>
                </a:spcBef>
                <a:buClrTx/>
                <a:buSzTx/>
                <a:buFontTx/>
                <a:buNone/>
              </a:pPr>
              <a:t>76</a:t>
            </a:fld>
            <a:endParaRPr lang="en-ZA" altLang="en-GB" sz="1400">
              <a:solidFill>
                <a:srgbClr val="FFFFFF"/>
              </a:solidFill>
              <a:latin typeface="Franklin Gothic Book" panose="020B0503020102020204" pitchFamily="34" charset="0"/>
            </a:endParaRPr>
          </a:p>
        </p:txBody>
      </p:sp>
      <p:sp>
        <p:nvSpPr>
          <p:cNvPr id="98310" name="Rectangle 2">
            <a:extLst>
              <a:ext uri="{FF2B5EF4-FFF2-40B4-BE49-F238E27FC236}">
                <a16:creationId xmlns:a16="http://schemas.microsoft.com/office/drawing/2014/main" id="{9139FF88-C7F5-01B3-7D21-F49219BDC22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8311" name="Rectangle 2">
            <a:extLst>
              <a:ext uri="{FF2B5EF4-FFF2-40B4-BE49-F238E27FC236}">
                <a16:creationId xmlns:a16="http://schemas.microsoft.com/office/drawing/2014/main" id="{DDC3262C-1F61-4D65-6C39-C2074ADD939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8312" name="Rectangle 4">
            <a:extLst>
              <a:ext uri="{FF2B5EF4-FFF2-40B4-BE49-F238E27FC236}">
                <a16:creationId xmlns:a16="http://schemas.microsoft.com/office/drawing/2014/main" id="{7F85CDB9-1117-BB3E-2620-9E170FDA283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8313" name="Rectangle 5">
            <a:extLst>
              <a:ext uri="{FF2B5EF4-FFF2-40B4-BE49-F238E27FC236}">
                <a16:creationId xmlns:a16="http://schemas.microsoft.com/office/drawing/2014/main" id="{B7DB3BCA-1DC4-CC7C-FF2E-F7A186372F46}"/>
              </a:ext>
            </a:extLst>
          </p:cNvPr>
          <p:cNvSpPr>
            <a:spLocks noChangeArrowheads="1"/>
          </p:cNvSpPr>
          <p:nvPr/>
        </p:nvSpPr>
        <p:spPr bwMode="auto">
          <a:xfrm>
            <a:off x="0" y="190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100">
                <a:latin typeface="Arial" panose="020B0604020202020204" pitchFamily="34" charset="0"/>
                <a:ea typeface="Calibri" panose="020F0502020204030204" pitchFamily="34" charset="0"/>
                <a:cs typeface="Times New Roman" panose="02020603050405020304" pitchFamily="18" charset="0"/>
              </a:rPr>
              <a:t>  </a:t>
            </a:r>
            <a:endParaRPr lang="en-US" altLang="en-GB" sz="1800">
              <a:latin typeface="Arial" panose="020B0604020202020204" pitchFamily="34" charset="0"/>
              <a:ea typeface="Calibri" panose="020F0502020204030204" pitchFamily="34" charset="0"/>
              <a:cs typeface="Times New Roman" panose="02020603050405020304" pitchFamily="18" charset="0"/>
            </a:endParaRPr>
          </a:p>
        </p:txBody>
      </p:sp>
      <p:sp>
        <p:nvSpPr>
          <p:cNvPr id="98314" name="Rectangle 7">
            <a:extLst>
              <a:ext uri="{FF2B5EF4-FFF2-40B4-BE49-F238E27FC236}">
                <a16:creationId xmlns:a16="http://schemas.microsoft.com/office/drawing/2014/main" id="{603AC47F-2302-7A1B-1588-96E3AF03EDC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8315" name="Rectangle 2">
            <a:extLst>
              <a:ext uri="{FF2B5EF4-FFF2-40B4-BE49-F238E27FC236}">
                <a16:creationId xmlns:a16="http://schemas.microsoft.com/office/drawing/2014/main" id="{9CBEB09D-AA0B-4E26-9ED2-9ECB1D7B6119}"/>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0113" name="Picture 1">
            <a:extLst>
              <a:ext uri="{FF2B5EF4-FFF2-40B4-BE49-F238E27FC236}">
                <a16:creationId xmlns:a16="http://schemas.microsoft.com/office/drawing/2014/main" id="{6845F0C1-6CD2-E908-DE6B-E8BB64EBFBA5}"/>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827088" y="3573463"/>
            <a:ext cx="3535362"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8317" name="Picture 11" descr="http://www.cartage.org.lb/en/themes/sciences/physics/Electromagnetism/Electrostatics/Capacitors/Capacitors/Combination/Combination/Chapter2720.gif">
            <a:extLst>
              <a:ext uri="{FF2B5EF4-FFF2-40B4-BE49-F238E27FC236}">
                <a16:creationId xmlns:a16="http://schemas.microsoft.com/office/drawing/2014/main" id="{094C222D-120A-B0AB-BBB7-B4605EE10F16}"/>
              </a:ext>
            </a:extLst>
          </p:cNvPr>
          <p:cNvPicPr>
            <a:picLocks noChangeAspect="1" noChangeArrowheads="1"/>
          </p:cNvPicPr>
          <p:nvPr/>
        </p:nvPicPr>
        <p:blipFill>
          <a:blip r:embed="rId3">
            <a:lum bright="-10000"/>
            <a:extLst>
              <a:ext uri="{28A0092B-C50C-407E-A947-70E740481C1C}">
                <a14:useLocalDpi xmlns:a14="http://schemas.microsoft.com/office/drawing/2010/main" val="0"/>
              </a:ext>
            </a:extLst>
          </a:blip>
          <a:srcRect/>
          <a:stretch>
            <a:fillRect/>
          </a:stretch>
        </p:blipFill>
        <p:spPr bwMode="auto">
          <a:xfrm>
            <a:off x="6156325" y="3789363"/>
            <a:ext cx="1714500" cy="1643062"/>
          </a:xfrm>
          <a:prstGeom prst="rect">
            <a:avLst/>
          </a:prstGeom>
          <a:noFill/>
          <a:ln>
            <a:noFill/>
          </a:ln>
          <a:effectLst>
            <a:outerShdw dist="50800" sx="999" sy="999" algn="ctr" rotWithShape="0">
              <a:srgbClr val="000000">
                <a:alpha val="0"/>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90113"/>
                                        </p:tgtEl>
                                        <p:attrNameLst>
                                          <p:attrName>style.visibility</p:attrName>
                                        </p:attrNameLst>
                                      </p:cBhvr>
                                      <p:to>
                                        <p:strVal val="visible"/>
                                      </p:to>
                                    </p:set>
                                    <p:animEffect transition="in" filter="diamond(in)">
                                      <p:cBhvr>
                                        <p:cTn id="13" dur="2000"/>
                                        <p:tgtEl>
                                          <p:spTgt spid="90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a:extLst>
              <a:ext uri="{FF2B5EF4-FFF2-40B4-BE49-F238E27FC236}">
                <a16:creationId xmlns:a16="http://schemas.microsoft.com/office/drawing/2014/main" id="{FACDE056-8F88-9FC7-ABEB-C79EC5ED5C43}"/>
              </a:ext>
            </a:extLst>
          </p:cNvPr>
          <p:cNvSpPr>
            <a:spLocks noGrp="1"/>
          </p:cNvSpPr>
          <p:nvPr>
            <p:ph type="title"/>
          </p:nvPr>
        </p:nvSpPr>
        <p:spPr>
          <a:xfrm>
            <a:off x="457200" y="274638"/>
            <a:ext cx="8186738" cy="796925"/>
          </a:xfrm>
        </p:spPr>
        <p:txBody>
          <a:bodyPr/>
          <a:lstStyle/>
          <a:p>
            <a:pPr eaLnBrk="1" hangingPunct="1"/>
            <a:r>
              <a:rPr lang="en-ZA" altLang="en-GB" b="1"/>
              <a:t>6.2. </a:t>
            </a:r>
            <a:r>
              <a:rPr lang="en-US" altLang="en-GB" b="1"/>
              <a:t>Capacitors in Combination</a:t>
            </a:r>
            <a:endParaRPr lang="en-ZA" altLang="en-GB" b="1"/>
          </a:p>
        </p:txBody>
      </p:sp>
      <p:sp>
        <p:nvSpPr>
          <p:cNvPr id="99330" name="Content Placeholder 2">
            <a:extLst>
              <a:ext uri="{FF2B5EF4-FFF2-40B4-BE49-F238E27FC236}">
                <a16:creationId xmlns:a16="http://schemas.microsoft.com/office/drawing/2014/main" id="{83980A93-3087-E35A-5CC6-04F9F5A2168C}"/>
              </a:ext>
            </a:extLst>
          </p:cNvPr>
          <p:cNvSpPr>
            <a:spLocks noGrp="1"/>
          </p:cNvSpPr>
          <p:nvPr>
            <p:ph sz="quarter" idx="1"/>
          </p:nvPr>
        </p:nvSpPr>
        <p:spPr>
          <a:xfrm>
            <a:off x="457200" y="1214438"/>
            <a:ext cx="8229600" cy="4911725"/>
          </a:xfrm>
        </p:spPr>
        <p:txBody>
          <a:bodyPr/>
          <a:lstStyle/>
          <a:p>
            <a:pPr algn="just" eaLnBrk="1" hangingPunct="1">
              <a:buFont typeface="Arial" panose="020B0604020202020204" pitchFamily="34" charset="0"/>
              <a:buNone/>
            </a:pPr>
            <a:r>
              <a:rPr lang="en-US" altLang="en-GB"/>
              <a:t>The system acts like a single capacitor </a:t>
            </a:r>
            <a:r>
              <a:rPr lang="en-US" altLang="en-GB" b="1" i="1"/>
              <a:t>C</a:t>
            </a:r>
            <a:r>
              <a:rPr lang="en-US" altLang="en-GB"/>
              <a:t> whose capacitance can be obtained from the following formula</a:t>
            </a:r>
            <a:endParaRPr lang="en-ZA" altLang="en-GB"/>
          </a:p>
        </p:txBody>
      </p:sp>
      <p:sp>
        <p:nvSpPr>
          <p:cNvPr id="99331" name="Date Placeholder 15">
            <a:extLst>
              <a:ext uri="{FF2B5EF4-FFF2-40B4-BE49-F238E27FC236}">
                <a16:creationId xmlns:a16="http://schemas.microsoft.com/office/drawing/2014/main" id="{0D748BC7-607E-1BBF-8912-651E37DF930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B429CD1-F57F-456B-8393-14475CC7129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99332" name="Footer Placeholder 14">
            <a:extLst>
              <a:ext uri="{FF2B5EF4-FFF2-40B4-BE49-F238E27FC236}">
                <a16:creationId xmlns:a16="http://schemas.microsoft.com/office/drawing/2014/main" id="{A5611630-4DA3-DCE0-CCA8-B85B5DEF9DD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99333" name="Slide Number Placeholder 13">
            <a:extLst>
              <a:ext uri="{FF2B5EF4-FFF2-40B4-BE49-F238E27FC236}">
                <a16:creationId xmlns:a16="http://schemas.microsoft.com/office/drawing/2014/main" id="{49C9A232-D615-183C-94A4-44657995ACB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AD2FF23-EA4B-4495-AD0C-3E464218328E}" type="slidenum">
              <a:rPr lang="en-ZA" altLang="en-GB" sz="1400" smtClean="0">
                <a:solidFill>
                  <a:srgbClr val="FFFFFF"/>
                </a:solidFill>
                <a:latin typeface="Franklin Gothic Book" panose="020B0503020102020204" pitchFamily="34" charset="0"/>
              </a:rPr>
              <a:pPr>
                <a:spcBef>
                  <a:spcPct val="0"/>
                </a:spcBef>
                <a:buClrTx/>
                <a:buSzTx/>
                <a:buFontTx/>
                <a:buNone/>
              </a:pPr>
              <a:t>77</a:t>
            </a:fld>
            <a:endParaRPr lang="en-ZA" altLang="en-GB" sz="1400">
              <a:solidFill>
                <a:srgbClr val="FFFFFF"/>
              </a:solidFill>
              <a:latin typeface="Franklin Gothic Book" panose="020B0503020102020204" pitchFamily="34" charset="0"/>
            </a:endParaRPr>
          </a:p>
        </p:txBody>
      </p:sp>
      <p:sp>
        <p:nvSpPr>
          <p:cNvPr id="99334" name="Rectangle 2">
            <a:extLst>
              <a:ext uri="{FF2B5EF4-FFF2-40B4-BE49-F238E27FC236}">
                <a16:creationId xmlns:a16="http://schemas.microsoft.com/office/drawing/2014/main" id="{74DEDC86-D523-C28C-4D0B-E1FF292C7C7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9335" name="Rectangle 2">
            <a:extLst>
              <a:ext uri="{FF2B5EF4-FFF2-40B4-BE49-F238E27FC236}">
                <a16:creationId xmlns:a16="http://schemas.microsoft.com/office/drawing/2014/main" id="{7D3F3F68-C38F-0712-C4CA-59F46A36F2FE}"/>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9336" name="Rectangle 4">
            <a:extLst>
              <a:ext uri="{FF2B5EF4-FFF2-40B4-BE49-F238E27FC236}">
                <a16:creationId xmlns:a16="http://schemas.microsoft.com/office/drawing/2014/main" id="{1DAEC4E7-8B3A-A6AF-441F-9E980DFAC9A8}"/>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9337" name="Rectangle 5">
            <a:extLst>
              <a:ext uri="{FF2B5EF4-FFF2-40B4-BE49-F238E27FC236}">
                <a16:creationId xmlns:a16="http://schemas.microsoft.com/office/drawing/2014/main" id="{FB994ADE-F994-3FF1-1A6D-D2AC688E841D}"/>
              </a:ext>
            </a:extLst>
          </p:cNvPr>
          <p:cNvSpPr>
            <a:spLocks noChangeArrowheads="1"/>
          </p:cNvSpPr>
          <p:nvPr/>
        </p:nvSpPr>
        <p:spPr bwMode="auto">
          <a:xfrm>
            <a:off x="0" y="19050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100">
                <a:latin typeface="Arial" panose="020B0604020202020204" pitchFamily="34" charset="0"/>
                <a:ea typeface="Calibri" panose="020F0502020204030204" pitchFamily="34" charset="0"/>
                <a:cs typeface="Times New Roman" panose="02020603050405020304" pitchFamily="18" charset="0"/>
              </a:rPr>
              <a:t>  </a:t>
            </a:r>
            <a:endParaRPr lang="en-US" altLang="en-GB" sz="1800">
              <a:latin typeface="Arial" panose="020B0604020202020204" pitchFamily="34" charset="0"/>
              <a:ea typeface="Calibri" panose="020F0502020204030204" pitchFamily="34" charset="0"/>
              <a:cs typeface="Times New Roman" panose="02020603050405020304" pitchFamily="18" charset="0"/>
            </a:endParaRPr>
          </a:p>
        </p:txBody>
      </p:sp>
      <p:sp>
        <p:nvSpPr>
          <p:cNvPr id="99338" name="Rectangle 7">
            <a:extLst>
              <a:ext uri="{FF2B5EF4-FFF2-40B4-BE49-F238E27FC236}">
                <a16:creationId xmlns:a16="http://schemas.microsoft.com/office/drawing/2014/main" id="{68725202-87D4-C268-AB9A-F2E4324AC8F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9339" name="Picture 10" descr="http://www.cartage.org.lb/en/themes/sciences/physics/Electromagnetism/Electrostatics/Capacitors/Capacitors/Combination/Combination/Chapter2720.gif">
            <a:extLst>
              <a:ext uri="{FF2B5EF4-FFF2-40B4-BE49-F238E27FC236}">
                <a16:creationId xmlns:a16="http://schemas.microsoft.com/office/drawing/2014/main" id="{ED8FC260-DECF-6B51-D3E8-5B31A2B243EB}"/>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5357813" y="2714625"/>
            <a:ext cx="3214687" cy="378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40" name="Rectangle 2">
            <a:extLst>
              <a:ext uri="{FF2B5EF4-FFF2-40B4-BE49-F238E27FC236}">
                <a16:creationId xmlns:a16="http://schemas.microsoft.com/office/drawing/2014/main" id="{5CBC3802-B045-1CB0-5032-41F346DFC204}"/>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99341" name="Rectangle 4">
            <a:extLst>
              <a:ext uri="{FF2B5EF4-FFF2-40B4-BE49-F238E27FC236}">
                <a16:creationId xmlns:a16="http://schemas.microsoft.com/office/drawing/2014/main" id="{306BB5BB-23BA-A245-1973-E6208BC8284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9342" name="Picture 3">
            <a:extLst>
              <a:ext uri="{FF2B5EF4-FFF2-40B4-BE49-F238E27FC236}">
                <a16:creationId xmlns:a16="http://schemas.microsoft.com/office/drawing/2014/main" id="{EF984028-7D75-D71D-0398-9EE574168C4B}"/>
              </a:ext>
            </a:extLst>
          </p:cNvPr>
          <p:cNvPicPr>
            <a:picLocks noChangeAspect="1" noChangeArrowheads="1"/>
          </p:cNvPicPr>
          <p:nvPr/>
        </p:nvPicPr>
        <p:blipFill>
          <a:blip r:embed="rId3">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1428750" y="3214688"/>
            <a:ext cx="27146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6459D-5249-4731-2F49-3B3874E10D16}"/>
              </a:ext>
            </a:extLst>
          </p:cNvPr>
          <p:cNvSpPr>
            <a:spLocks noGrp="1"/>
          </p:cNvSpPr>
          <p:nvPr>
            <p:ph type="title"/>
          </p:nvPr>
        </p:nvSpPr>
        <p:spPr>
          <a:xfrm>
            <a:off x="457200" y="203200"/>
            <a:ext cx="8115300" cy="725488"/>
          </a:xfrm>
        </p:spPr>
        <p:txBody>
          <a:bodyPr rtlCol="0">
            <a:normAutofit fontScale="90000"/>
          </a:bodyPr>
          <a:lstStyle/>
          <a:p>
            <a:pPr eaLnBrk="1" fontAlgn="auto" hangingPunct="1">
              <a:spcAft>
                <a:spcPts val="0"/>
              </a:spcAft>
              <a:defRPr/>
            </a:pPr>
            <a:r>
              <a:rPr lang="en-ZA" b="1" dirty="0"/>
              <a:t>6.4. </a:t>
            </a:r>
            <a:r>
              <a:rPr lang="en-US" b="1" dirty="0"/>
              <a:t>Energy in Capacitors</a:t>
            </a:r>
            <a:endParaRPr lang="en-ZA" b="1" dirty="0"/>
          </a:p>
        </p:txBody>
      </p:sp>
      <p:sp>
        <p:nvSpPr>
          <p:cNvPr id="100354" name="Content Placeholder 2">
            <a:extLst>
              <a:ext uri="{FF2B5EF4-FFF2-40B4-BE49-F238E27FC236}">
                <a16:creationId xmlns:a16="http://schemas.microsoft.com/office/drawing/2014/main" id="{1E126FDF-B397-4A22-E57E-5BEBC53A6030}"/>
              </a:ext>
            </a:extLst>
          </p:cNvPr>
          <p:cNvSpPr>
            <a:spLocks noGrp="1"/>
          </p:cNvSpPr>
          <p:nvPr>
            <p:ph sz="quarter" idx="1"/>
          </p:nvPr>
        </p:nvSpPr>
        <p:spPr>
          <a:xfrm>
            <a:off x="457200" y="1357313"/>
            <a:ext cx="8258175" cy="4768850"/>
          </a:xfrm>
        </p:spPr>
        <p:txBody>
          <a:bodyPr/>
          <a:lstStyle/>
          <a:p>
            <a:pPr algn="just" eaLnBrk="1" hangingPunct="1">
              <a:buFont typeface="Arial" panose="020B0604020202020204" pitchFamily="34" charset="0"/>
              <a:buNone/>
            </a:pPr>
            <a:r>
              <a:rPr lang="en-US" altLang="en-GB"/>
              <a:t>The electric potential energy of a capacitor containing no dielectric and with charge </a:t>
            </a:r>
            <a:r>
              <a:rPr lang="en-US" altLang="en-GB" b="1" i="1"/>
              <a:t>+/-Q</a:t>
            </a:r>
            <a:r>
              <a:rPr lang="en-US" altLang="en-GB"/>
              <a:t> on its plates is given by</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a:t>Where </a:t>
            </a:r>
            <a:r>
              <a:rPr lang="en-US" altLang="en-GB" b="1" i="1"/>
              <a:t>V</a:t>
            </a:r>
            <a:r>
              <a:rPr lang="en-US" altLang="en-GB" b="1" i="1" baseline="-25000"/>
              <a:t>1</a:t>
            </a:r>
            <a:r>
              <a:rPr lang="en-US" altLang="en-GB"/>
              <a:t> and </a:t>
            </a:r>
            <a:r>
              <a:rPr lang="en-US" altLang="en-GB" b="1" i="1"/>
              <a:t>V</a:t>
            </a:r>
            <a:r>
              <a:rPr lang="en-US" altLang="en-GB" b="1" i="1" baseline="-25000"/>
              <a:t>2</a:t>
            </a:r>
            <a:r>
              <a:rPr lang="en-US" altLang="en-GB"/>
              <a:t> are the potentials of the two plates. </a:t>
            </a:r>
            <a:endParaRPr lang="en-ZA" altLang="en-GB"/>
          </a:p>
        </p:txBody>
      </p:sp>
      <p:sp>
        <p:nvSpPr>
          <p:cNvPr id="100355" name="Date Placeholder 9">
            <a:extLst>
              <a:ext uri="{FF2B5EF4-FFF2-40B4-BE49-F238E27FC236}">
                <a16:creationId xmlns:a16="http://schemas.microsoft.com/office/drawing/2014/main" id="{23630997-07BE-32D5-FD48-630C7346153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CB425DC-BB29-43AF-9832-E459617E72A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0356" name="Footer Placeholder 8">
            <a:extLst>
              <a:ext uri="{FF2B5EF4-FFF2-40B4-BE49-F238E27FC236}">
                <a16:creationId xmlns:a16="http://schemas.microsoft.com/office/drawing/2014/main" id="{0A17E918-2046-575A-BFD0-2FCD4150D41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0357" name="Slide Number Placeholder 7">
            <a:extLst>
              <a:ext uri="{FF2B5EF4-FFF2-40B4-BE49-F238E27FC236}">
                <a16:creationId xmlns:a16="http://schemas.microsoft.com/office/drawing/2014/main" id="{24E2465C-C606-B962-6D40-04BCF6B9EF8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F526B94-FC90-4C82-907E-447E5EF4C46C}" type="slidenum">
              <a:rPr lang="en-ZA" altLang="en-GB" sz="1400" smtClean="0">
                <a:solidFill>
                  <a:srgbClr val="FFFFFF"/>
                </a:solidFill>
                <a:latin typeface="Franklin Gothic Book" panose="020B0503020102020204" pitchFamily="34" charset="0"/>
              </a:rPr>
              <a:pPr>
                <a:spcBef>
                  <a:spcPct val="0"/>
                </a:spcBef>
                <a:buClrTx/>
                <a:buSzTx/>
                <a:buFontTx/>
                <a:buNone/>
              </a:pPr>
              <a:t>78</a:t>
            </a:fld>
            <a:endParaRPr lang="en-ZA" altLang="en-GB" sz="1400">
              <a:solidFill>
                <a:srgbClr val="FFFFFF"/>
              </a:solidFill>
              <a:latin typeface="Franklin Gothic Book" panose="020B0503020102020204" pitchFamily="34" charset="0"/>
            </a:endParaRPr>
          </a:p>
        </p:txBody>
      </p:sp>
      <p:sp>
        <p:nvSpPr>
          <p:cNvPr id="100358" name="Rectangle 2">
            <a:extLst>
              <a:ext uri="{FF2B5EF4-FFF2-40B4-BE49-F238E27FC236}">
                <a16:creationId xmlns:a16="http://schemas.microsoft.com/office/drawing/2014/main" id="{1BE950DD-53F9-597C-E02A-9C51BC38050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00359" name="Rectangle 2">
            <a:extLst>
              <a:ext uri="{FF2B5EF4-FFF2-40B4-BE49-F238E27FC236}">
                <a16:creationId xmlns:a16="http://schemas.microsoft.com/office/drawing/2014/main" id="{7F740F12-108E-2BCA-3C90-B9BB613B0622}"/>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pic>
        <p:nvPicPr>
          <p:cNvPr id="100360" name="Picture 1">
            <a:extLst>
              <a:ext uri="{FF2B5EF4-FFF2-40B4-BE49-F238E27FC236}">
                <a16:creationId xmlns:a16="http://schemas.microsoft.com/office/drawing/2014/main" id="{A8200EDB-F660-D27A-B8BF-3C9DCEF83107}"/>
              </a:ext>
            </a:extLst>
          </p:cNvPr>
          <p:cNvPicPr>
            <a:picLocks noChangeAspect="1" noChangeArrowheads="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987675" y="2420938"/>
            <a:ext cx="4000500"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AEAB0-6096-414C-3E3C-05D8BF6D18EC}"/>
              </a:ext>
            </a:extLst>
          </p:cNvPr>
          <p:cNvSpPr>
            <a:spLocks noGrp="1"/>
          </p:cNvSpPr>
          <p:nvPr>
            <p:ph type="title"/>
          </p:nvPr>
        </p:nvSpPr>
        <p:spPr>
          <a:xfrm>
            <a:off x="457200" y="203200"/>
            <a:ext cx="8115300" cy="725488"/>
          </a:xfrm>
        </p:spPr>
        <p:txBody>
          <a:bodyPr rtlCol="0">
            <a:normAutofit fontScale="90000"/>
          </a:bodyPr>
          <a:lstStyle/>
          <a:p>
            <a:pPr eaLnBrk="1" fontAlgn="auto" hangingPunct="1">
              <a:spcAft>
                <a:spcPts val="0"/>
              </a:spcAft>
              <a:defRPr/>
            </a:pPr>
            <a:r>
              <a:rPr lang="en-ZA" b="1" dirty="0"/>
              <a:t>6.4. </a:t>
            </a:r>
            <a:r>
              <a:rPr lang="en-US" b="1" dirty="0"/>
              <a:t>Energy in Capacitors</a:t>
            </a:r>
            <a:endParaRPr lang="en-ZA" b="1" dirty="0"/>
          </a:p>
        </p:txBody>
      </p:sp>
      <p:sp>
        <p:nvSpPr>
          <p:cNvPr id="3" name="Content Placeholder 2">
            <a:extLst>
              <a:ext uri="{FF2B5EF4-FFF2-40B4-BE49-F238E27FC236}">
                <a16:creationId xmlns:a16="http://schemas.microsoft.com/office/drawing/2014/main" id="{D6D7AA26-9F5C-4C93-B0A3-FBB58F21423C}"/>
              </a:ext>
            </a:extLst>
          </p:cNvPr>
          <p:cNvSpPr>
            <a:spLocks noGrp="1"/>
          </p:cNvSpPr>
          <p:nvPr>
            <p:ph sz="quarter" idx="1"/>
          </p:nvPr>
        </p:nvSpPr>
        <p:spPr>
          <a:xfrm>
            <a:off x="457200" y="1357313"/>
            <a:ext cx="8258175" cy="4768850"/>
          </a:xfrm>
        </p:spPr>
        <p:txBody>
          <a:bodyPr/>
          <a:lstStyle/>
          <a:p>
            <a:pPr algn="just" eaLnBrk="1" hangingPunct="1">
              <a:buFont typeface="Arial" panose="020B0604020202020204" pitchFamily="34" charset="0"/>
              <a:buNone/>
            </a:pPr>
            <a:r>
              <a:rPr lang="en-US" altLang="en-GB"/>
              <a:t>The electric potential energy can also be expressed in terms of the capacitance C of the capacitor </a:t>
            </a:r>
          </a:p>
          <a:p>
            <a:pPr algn="just" eaLnBrk="1" hangingPunct="1"/>
            <a:endParaRPr lang="en-US" altLang="en-GB"/>
          </a:p>
          <a:p>
            <a:pPr algn="just" eaLnBrk="1" hangingPunct="1"/>
            <a:endParaRPr lang="en-US" altLang="en-GB"/>
          </a:p>
          <a:p>
            <a:pPr algn="just" eaLnBrk="1" hangingPunct="1">
              <a:buFont typeface="Arial" panose="020B0604020202020204" pitchFamily="34" charset="0"/>
              <a:buNone/>
            </a:pPr>
            <a:r>
              <a:rPr lang="en-US" altLang="en-GB"/>
              <a:t>This formula is also correct for a capacitor with a dielectric; the properties of the dielectric enter into this formula via the capacitance </a:t>
            </a:r>
            <a:r>
              <a:rPr lang="en-US" altLang="en-GB" b="1" i="1"/>
              <a:t>C</a:t>
            </a:r>
            <a:r>
              <a:rPr lang="en-US" altLang="en-GB" i="1"/>
              <a:t>.</a:t>
            </a:r>
            <a:endParaRPr lang="en-US" altLang="en-GB"/>
          </a:p>
        </p:txBody>
      </p:sp>
      <p:sp>
        <p:nvSpPr>
          <p:cNvPr id="101379" name="Date Placeholder 9">
            <a:extLst>
              <a:ext uri="{FF2B5EF4-FFF2-40B4-BE49-F238E27FC236}">
                <a16:creationId xmlns:a16="http://schemas.microsoft.com/office/drawing/2014/main" id="{E29D7FBB-B5A4-6639-14A8-6B7D7C089F4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7410869-AC12-4433-A141-386D7800B69E}"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1380" name="Footer Placeholder 8">
            <a:extLst>
              <a:ext uri="{FF2B5EF4-FFF2-40B4-BE49-F238E27FC236}">
                <a16:creationId xmlns:a16="http://schemas.microsoft.com/office/drawing/2014/main" id="{C14D27F8-23C7-E38C-2602-332340B5A85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1381" name="Slide Number Placeholder 7">
            <a:extLst>
              <a:ext uri="{FF2B5EF4-FFF2-40B4-BE49-F238E27FC236}">
                <a16:creationId xmlns:a16="http://schemas.microsoft.com/office/drawing/2014/main" id="{DC3C7269-45DE-2D65-2AD0-40D668F3A96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4BFC1A8-19FD-4563-A0D0-C8D84DA1AF64}" type="slidenum">
              <a:rPr lang="en-ZA" altLang="en-GB" sz="1400" smtClean="0">
                <a:solidFill>
                  <a:srgbClr val="FFFFFF"/>
                </a:solidFill>
                <a:latin typeface="Franklin Gothic Book" panose="020B0503020102020204" pitchFamily="34" charset="0"/>
              </a:rPr>
              <a:pPr>
                <a:spcBef>
                  <a:spcPct val="0"/>
                </a:spcBef>
                <a:buClrTx/>
                <a:buSzTx/>
                <a:buFontTx/>
                <a:buNone/>
              </a:pPr>
              <a:t>79</a:t>
            </a:fld>
            <a:endParaRPr lang="en-ZA" altLang="en-GB" sz="1400">
              <a:solidFill>
                <a:srgbClr val="FFFFFF"/>
              </a:solidFill>
              <a:latin typeface="Franklin Gothic Book" panose="020B0503020102020204" pitchFamily="34" charset="0"/>
            </a:endParaRPr>
          </a:p>
        </p:txBody>
      </p:sp>
      <p:sp>
        <p:nvSpPr>
          <p:cNvPr id="101382" name="Rectangle 2">
            <a:extLst>
              <a:ext uri="{FF2B5EF4-FFF2-40B4-BE49-F238E27FC236}">
                <a16:creationId xmlns:a16="http://schemas.microsoft.com/office/drawing/2014/main" id="{9D506B24-A562-B8D0-B6E1-D2C02C7BCA0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01383" name="Rectangle 2">
            <a:extLst>
              <a:ext uri="{FF2B5EF4-FFF2-40B4-BE49-F238E27FC236}">
                <a16:creationId xmlns:a16="http://schemas.microsoft.com/office/drawing/2014/main" id="{5347DD01-C44F-F5EE-98E3-890F7A97A43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98305" name="Picture 1">
            <a:extLst>
              <a:ext uri="{FF2B5EF4-FFF2-40B4-BE49-F238E27FC236}">
                <a16:creationId xmlns:a16="http://schemas.microsoft.com/office/drawing/2014/main" id="{F4FD668C-9CF3-69DE-7EED-26D64908D1B7}"/>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348038" y="2133600"/>
            <a:ext cx="2454275"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98305"/>
                                        </p:tgtEl>
                                        <p:attrNameLst>
                                          <p:attrName>style.visibility</p:attrName>
                                        </p:attrNameLst>
                                      </p:cBhvr>
                                      <p:to>
                                        <p:strVal val="visible"/>
                                      </p:to>
                                    </p:set>
                                    <p:animEffect transition="in" filter="diamond(in)">
                                      <p:cBhvr>
                                        <p:cTn id="13" dur="2000"/>
                                        <p:tgtEl>
                                          <p:spTgt spid="9830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 calcmode="lin" valueType="num">
                                      <p:cBhvr additive="base">
                                        <p:cTn id="18"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Title 1">
            <a:extLst>
              <a:ext uri="{FF2B5EF4-FFF2-40B4-BE49-F238E27FC236}">
                <a16:creationId xmlns:a16="http://schemas.microsoft.com/office/drawing/2014/main" id="{3C5E4A25-0F68-76CF-9B50-FF3E32FC8A58}"/>
              </a:ext>
            </a:extLst>
          </p:cNvPr>
          <p:cNvSpPr>
            <a:spLocks noGrp="1"/>
          </p:cNvSpPr>
          <p:nvPr>
            <p:ph type="title"/>
          </p:nvPr>
        </p:nvSpPr>
        <p:spPr/>
        <p:txBody>
          <a:bodyPr/>
          <a:lstStyle/>
          <a:p>
            <a:pPr eaLnBrk="1" hangingPunct="1"/>
            <a:r>
              <a:rPr lang="en-US" altLang="en-GB"/>
              <a:t>Exercise 9</a:t>
            </a:r>
          </a:p>
        </p:txBody>
      </p:sp>
      <p:sp>
        <p:nvSpPr>
          <p:cNvPr id="102402" name="Content Placeholder 2">
            <a:extLst>
              <a:ext uri="{FF2B5EF4-FFF2-40B4-BE49-F238E27FC236}">
                <a16:creationId xmlns:a16="http://schemas.microsoft.com/office/drawing/2014/main" id="{1FE2CCFF-7ACB-448A-AAA8-E0385FF3EC57}"/>
              </a:ext>
            </a:extLst>
          </p:cNvPr>
          <p:cNvSpPr>
            <a:spLocks noGrp="1"/>
          </p:cNvSpPr>
          <p:nvPr>
            <p:ph sz="quarter" idx="1"/>
          </p:nvPr>
        </p:nvSpPr>
        <p:spPr>
          <a:xfrm>
            <a:off x="914400" y="2276475"/>
            <a:ext cx="7772400" cy="1800225"/>
          </a:xfrm>
        </p:spPr>
        <p:txBody>
          <a:bodyPr/>
          <a:lstStyle/>
          <a:p>
            <a:pPr eaLnBrk="1" hangingPunct="1">
              <a:buFont typeface="Arial" panose="020B0604020202020204" pitchFamily="34" charset="0"/>
              <a:buNone/>
            </a:pPr>
            <a:r>
              <a:rPr lang="en-US" altLang="en-GB"/>
              <a:t>Find the equivalent capacitance between </a:t>
            </a:r>
            <a:r>
              <a:rPr lang="en-US" altLang="en-GB" i="1"/>
              <a:t>a and b for the </a:t>
            </a:r>
            <a:r>
              <a:rPr lang="en-US" altLang="en-GB"/>
              <a:t>combination of capacitors shown in Figure below. All capacitances are in microfarads. </a:t>
            </a:r>
          </a:p>
          <a:p>
            <a:pPr eaLnBrk="1" hangingPunct="1">
              <a:buFont typeface="Arial" panose="020B0604020202020204" pitchFamily="34" charset="0"/>
              <a:buNone/>
            </a:pPr>
            <a:endParaRPr lang="en-US" altLang="en-GB"/>
          </a:p>
        </p:txBody>
      </p:sp>
      <p:sp>
        <p:nvSpPr>
          <p:cNvPr id="102403" name="Date Placeholder 3">
            <a:extLst>
              <a:ext uri="{FF2B5EF4-FFF2-40B4-BE49-F238E27FC236}">
                <a16:creationId xmlns:a16="http://schemas.microsoft.com/office/drawing/2014/main" id="{15BA8568-290A-0D7D-E0BB-43A30AA5943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EC7B884-8507-4FF9-B337-5229D53FBFC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2404" name="Footer Placeholder 4">
            <a:extLst>
              <a:ext uri="{FF2B5EF4-FFF2-40B4-BE49-F238E27FC236}">
                <a16:creationId xmlns:a16="http://schemas.microsoft.com/office/drawing/2014/main" id="{A6C9FFD2-461E-D72E-AC95-2D9269A7A9C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2405" name="Slide Number Placeholder 5">
            <a:extLst>
              <a:ext uri="{FF2B5EF4-FFF2-40B4-BE49-F238E27FC236}">
                <a16:creationId xmlns:a16="http://schemas.microsoft.com/office/drawing/2014/main" id="{068D0455-44E2-9715-C7A8-B56EC9A1CCD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C72E905-1415-4D18-9639-8196555B80F9}" type="slidenum">
              <a:rPr lang="en-ZA" altLang="en-GB" sz="1400" smtClean="0">
                <a:solidFill>
                  <a:srgbClr val="FFFFFF"/>
                </a:solidFill>
                <a:latin typeface="Franklin Gothic Book" panose="020B0503020102020204" pitchFamily="34" charset="0"/>
              </a:rPr>
              <a:pPr>
                <a:spcBef>
                  <a:spcPct val="0"/>
                </a:spcBef>
                <a:buClrTx/>
                <a:buSzTx/>
                <a:buFontTx/>
                <a:buNone/>
              </a:pPr>
              <a:t>80</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Title 1">
            <a:extLst>
              <a:ext uri="{FF2B5EF4-FFF2-40B4-BE49-F238E27FC236}">
                <a16:creationId xmlns:a16="http://schemas.microsoft.com/office/drawing/2014/main" id="{ED70501A-D60E-8698-223E-A6A0909454ED}"/>
              </a:ext>
            </a:extLst>
          </p:cNvPr>
          <p:cNvSpPr>
            <a:spLocks noGrp="1"/>
          </p:cNvSpPr>
          <p:nvPr>
            <p:ph type="title"/>
          </p:nvPr>
        </p:nvSpPr>
        <p:spPr/>
        <p:txBody>
          <a:bodyPr/>
          <a:lstStyle/>
          <a:p>
            <a:pPr eaLnBrk="1" hangingPunct="1"/>
            <a:r>
              <a:rPr lang="en-US" altLang="en-GB"/>
              <a:t>Solution</a:t>
            </a:r>
          </a:p>
        </p:txBody>
      </p:sp>
      <p:pic>
        <p:nvPicPr>
          <p:cNvPr id="103426" name="Picture 2">
            <a:extLst>
              <a:ext uri="{FF2B5EF4-FFF2-40B4-BE49-F238E27FC236}">
                <a16:creationId xmlns:a16="http://schemas.microsoft.com/office/drawing/2014/main" id="{7ED03AA7-1714-5169-6CF5-7F8F36868699}"/>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692275" y="2060575"/>
            <a:ext cx="6119813" cy="3455988"/>
          </a:xfrm>
          <a:noFill/>
        </p:spPr>
      </p:pic>
      <p:sp>
        <p:nvSpPr>
          <p:cNvPr id="103427" name="Date Placeholder 3">
            <a:extLst>
              <a:ext uri="{FF2B5EF4-FFF2-40B4-BE49-F238E27FC236}">
                <a16:creationId xmlns:a16="http://schemas.microsoft.com/office/drawing/2014/main" id="{965A15D6-E5B1-0812-B158-CD931043DCF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1277644-95F5-4CF6-A0D8-1F4BC1CDBBAD}"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3428" name="Footer Placeholder 4">
            <a:extLst>
              <a:ext uri="{FF2B5EF4-FFF2-40B4-BE49-F238E27FC236}">
                <a16:creationId xmlns:a16="http://schemas.microsoft.com/office/drawing/2014/main" id="{230F2238-5AAB-A867-EEC1-F6A9F5D0A56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3429" name="Slide Number Placeholder 5">
            <a:extLst>
              <a:ext uri="{FF2B5EF4-FFF2-40B4-BE49-F238E27FC236}">
                <a16:creationId xmlns:a16="http://schemas.microsoft.com/office/drawing/2014/main" id="{79EC0B00-2A1D-3DBB-958C-DD88C559A40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10478AD-0A9D-49F9-9EFC-64C2F920AAEF}" type="slidenum">
              <a:rPr lang="en-ZA" altLang="en-GB" sz="1400" smtClean="0">
                <a:solidFill>
                  <a:srgbClr val="FFFFFF"/>
                </a:solidFill>
                <a:latin typeface="Franklin Gothic Book" panose="020B0503020102020204" pitchFamily="34" charset="0"/>
              </a:rPr>
              <a:pPr>
                <a:spcBef>
                  <a:spcPct val="0"/>
                </a:spcBef>
                <a:buClrTx/>
                <a:buSzTx/>
                <a:buFontTx/>
                <a:buNone/>
              </a:pPr>
              <a:t>81</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itle 1">
            <a:extLst>
              <a:ext uri="{FF2B5EF4-FFF2-40B4-BE49-F238E27FC236}">
                <a16:creationId xmlns:a16="http://schemas.microsoft.com/office/drawing/2014/main" id="{01B43190-E5EE-E707-C1CD-030F4C974969}"/>
              </a:ext>
            </a:extLst>
          </p:cNvPr>
          <p:cNvSpPr>
            <a:spLocks noGrp="1"/>
          </p:cNvSpPr>
          <p:nvPr>
            <p:ph type="title"/>
          </p:nvPr>
        </p:nvSpPr>
        <p:spPr>
          <a:xfrm>
            <a:off x="457200" y="274638"/>
            <a:ext cx="8229600" cy="706437"/>
          </a:xfrm>
        </p:spPr>
        <p:txBody>
          <a:bodyPr/>
          <a:lstStyle/>
          <a:p>
            <a:pPr eaLnBrk="1" hangingPunct="1"/>
            <a:r>
              <a:rPr lang="en-US" altLang="en-GB"/>
              <a:t>Exercise 10</a:t>
            </a:r>
          </a:p>
        </p:txBody>
      </p:sp>
      <p:pic>
        <p:nvPicPr>
          <p:cNvPr id="104450" name="Picture 2">
            <a:extLst>
              <a:ext uri="{FF2B5EF4-FFF2-40B4-BE49-F238E27FC236}">
                <a16:creationId xmlns:a16="http://schemas.microsoft.com/office/drawing/2014/main" id="{D61695A8-5711-D4F7-57A9-CEAB8932E82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1052513"/>
            <a:ext cx="8229600" cy="3419475"/>
          </a:xfrm>
          <a:noFill/>
        </p:spPr>
      </p:pic>
      <p:sp>
        <p:nvSpPr>
          <p:cNvPr id="104451" name="Date Placeholder 3">
            <a:extLst>
              <a:ext uri="{FF2B5EF4-FFF2-40B4-BE49-F238E27FC236}">
                <a16:creationId xmlns:a16="http://schemas.microsoft.com/office/drawing/2014/main" id="{1551619C-2038-9CDE-9F18-6A25B71855B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822F5EB-A6E9-4A88-92B5-269E52EFBC1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4452" name="Footer Placeholder 4">
            <a:extLst>
              <a:ext uri="{FF2B5EF4-FFF2-40B4-BE49-F238E27FC236}">
                <a16:creationId xmlns:a16="http://schemas.microsoft.com/office/drawing/2014/main" id="{2578945C-E332-BFCB-0D6B-CB590B30401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4453" name="Slide Number Placeholder 5">
            <a:extLst>
              <a:ext uri="{FF2B5EF4-FFF2-40B4-BE49-F238E27FC236}">
                <a16:creationId xmlns:a16="http://schemas.microsoft.com/office/drawing/2014/main" id="{81EA497C-28AF-2EA2-6099-8D5C144328A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87638E9-A7E2-4F53-A85A-5C3F21C0BB3F}" type="slidenum">
              <a:rPr lang="en-ZA" altLang="en-GB" sz="1400" smtClean="0">
                <a:solidFill>
                  <a:srgbClr val="FFFFFF"/>
                </a:solidFill>
                <a:latin typeface="Franklin Gothic Book" panose="020B0503020102020204" pitchFamily="34" charset="0"/>
              </a:rPr>
              <a:pPr>
                <a:spcBef>
                  <a:spcPct val="0"/>
                </a:spcBef>
                <a:buClrTx/>
                <a:buSzTx/>
                <a:buFontTx/>
                <a:buNone/>
              </a:pPr>
              <a:t>82</a:t>
            </a:fld>
            <a:endParaRPr lang="en-ZA" altLang="en-GB" sz="1400">
              <a:solidFill>
                <a:srgbClr val="FFFFFF"/>
              </a:solidFill>
              <a:latin typeface="Franklin Gothic Book" panose="020B0503020102020204" pitchFamily="34" charset="0"/>
            </a:endParaRPr>
          </a:p>
        </p:txBody>
      </p:sp>
      <p:pic>
        <p:nvPicPr>
          <p:cNvPr id="104454" name="Picture 3">
            <a:extLst>
              <a:ext uri="{FF2B5EF4-FFF2-40B4-BE49-F238E27FC236}">
                <a16:creationId xmlns:a16="http://schemas.microsoft.com/office/drawing/2014/main" id="{7531CD6D-C6DF-E968-DBA9-822AB22FB7F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4221163"/>
            <a:ext cx="3333750" cy="181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Title 1">
            <a:extLst>
              <a:ext uri="{FF2B5EF4-FFF2-40B4-BE49-F238E27FC236}">
                <a16:creationId xmlns:a16="http://schemas.microsoft.com/office/drawing/2014/main" id="{74562936-6397-2F73-2BA5-DDD0E3AF1732}"/>
              </a:ext>
            </a:extLst>
          </p:cNvPr>
          <p:cNvSpPr>
            <a:spLocks noGrp="1"/>
          </p:cNvSpPr>
          <p:nvPr>
            <p:ph type="title"/>
          </p:nvPr>
        </p:nvSpPr>
        <p:spPr>
          <a:xfrm>
            <a:off x="457200" y="274638"/>
            <a:ext cx="8115300" cy="796925"/>
          </a:xfrm>
        </p:spPr>
        <p:txBody>
          <a:bodyPr/>
          <a:lstStyle/>
          <a:p>
            <a:pPr eaLnBrk="1" hangingPunct="1"/>
            <a:r>
              <a:rPr lang="en-ZA" altLang="en-GB" b="1"/>
              <a:t>7. </a:t>
            </a:r>
            <a:r>
              <a:rPr lang="en-US" altLang="en-GB" b="1"/>
              <a:t>Electric current</a:t>
            </a:r>
            <a:endParaRPr lang="en-ZA" altLang="en-GB" b="1"/>
          </a:p>
        </p:txBody>
      </p:sp>
      <p:sp>
        <p:nvSpPr>
          <p:cNvPr id="3" name="Content Placeholder 2">
            <a:extLst>
              <a:ext uri="{FF2B5EF4-FFF2-40B4-BE49-F238E27FC236}">
                <a16:creationId xmlns:a16="http://schemas.microsoft.com/office/drawing/2014/main" id="{CE0D0BC7-1B7A-D342-5358-85DA82D141BD}"/>
              </a:ext>
            </a:extLst>
          </p:cNvPr>
          <p:cNvSpPr>
            <a:spLocks noGrp="1"/>
          </p:cNvSpPr>
          <p:nvPr>
            <p:ph sz="quarter" idx="1"/>
          </p:nvPr>
        </p:nvSpPr>
        <p:spPr>
          <a:xfrm>
            <a:off x="539750" y="1773238"/>
            <a:ext cx="8229600" cy="3654425"/>
          </a:xfrm>
        </p:spPr>
        <p:txBody>
          <a:bodyPr/>
          <a:lstStyle/>
          <a:p>
            <a:pPr algn="just" eaLnBrk="1" hangingPunct="1">
              <a:buFont typeface="Arial" panose="020B0604020202020204" pitchFamily="34" charset="0"/>
              <a:buNone/>
            </a:pPr>
            <a:r>
              <a:rPr lang="en-US" altLang="en-GB" b="1"/>
              <a:t>   The movement of electric charges is known as an electric current</a:t>
            </a:r>
            <a:r>
              <a:rPr lang="en-US" altLang="en-GB"/>
              <a:t>, the intensity of which is usually measured in </a:t>
            </a:r>
            <a:r>
              <a:rPr lang="en-US" altLang="en-GB" b="1"/>
              <a:t>amperes</a:t>
            </a:r>
            <a:r>
              <a:rPr lang="en-US" altLang="en-GB"/>
              <a:t> (</a:t>
            </a:r>
            <a:r>
              <a:rPr lang="en-US" altLang="en-GB" b="1" i="1"/>
              <a:t>A</a:t>
            </a:r>
            <a:r>
              <a:rPr lang="en-US" altLang="en-GB"/>
              <a:t>).</a:t>
            </a:r>
          </a:p>
          <a:p>
            <a:pPr algn="just" eaLnBrk="1" hangingPunct="1">
              <a:buFont typeface="Arial" panose="020B0604020202020204" pitchFamily="34" charset="0"/>
              <a:buNone/>
            </a:pPr>
            <a:r>
              <a:rPr lang="en-US" altLang="en-GB"/>
              <a:t>   Electric current can consist of any moving charged particles; most commonly these are electrons, but any charge in motion constitutes an electric current.</a:t>
            </a:r>
            <a:endParaRPr lang="en-ZA" altLang="en-GB"/>
          </a:p>
          <a:p>
            <a:pPr algn="just" eaLnBrk="1" hangingPunct="1">
              <a:buFont typeface="Arial" panose="020B0604020202020204" pitchFamily="34" charset="0"/>
              <a:buNone/>
            </a:pPr>
            <a:endParaRPr lang="en-ZA" altLang="en-GB"/>
          </a:p>
        </p:txBody>
      </p:sp>
      <p:sp>
        <p:nvSpPr>
          <p:cNvPr id="105475" name="Date Placeholder 6">
            <a:extLst>
              <a:ext uri="{FF2B5EF4-FFF2-40B4-BE49-F238E27FC236}">
                <a16:creationId xmlns:a16="http://schemas.microsoft.com/office/drawing/2014/main" id="{1B14B4ED-0653-A181-BA37-B43D91F4B3D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FB7C342-ACD9-4D8B-96DB-FC3D8C179F8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5476" name="Footer Placeholder 5">
            <a:extLst>
              <a:ext uri="{FF2B5EF4-FFF2-40B4-BE49-F238E27FC236}">
                <a16:creationId xmlns:a16="http://schemas.microsoft.com/office/drawing/2014/main" id="{FB804469-7F27-1F97-57D1-8CD8428AB94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5477" name="Slide Number Placeholder 4">
            <a:extLst>
              <a:ext uri="{FF2B5EF4-FFF2-40B4-BE49-F238E27FC236}">
                <a16:creationId xmlns:a16="http://schemas.microsoft.com/office/drawing/2014/main" id="{5855B12B-E6F2-26FF-7AE7-E876BD2B1AB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36C01F3-8050-4AC6-9C4C-8C3C54549312}" type="slidenum">
              <a:rPr lang="en-ZA" altLang="en-GB" sz="1400" smtClean="0">
                <a:solidFill>
                  <a:srgbClr val="FFFFFF"/>
                </a:solidFill>
                <a:latin typeface="Franklin Gothic Book" panose="020B0503020102020204" pitchFamily="34" charset="0"/>
              </a:rPr>
              <a:pPr>
                <a:spcBef>
                  <a:spcPct val="0"/>
                </a:spcBef>
                <a:buClrTx/>
                <a:buSzTx/>
                <a:buFontTx/>
                <a:buNone/>
              </a:pPr>
              <a:t>83</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7" name="Picture 4">
            <a:extLst>
              <a:ext uri="{FF2B5EF4-FFF2-40B4-BE49-F238E27FC236}">
                <a16:creationId xmlns:a16="http://schemas.microsoft.com/office/drawing/2014/main" id="{E688B3CC-9AEE-16BC-4113-2488EFD47F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50" y="685800"/>
            <a:ext cx="380365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498" name="Picture 5">
            <a:extLst>
              <a:ext uri="{FF2B5EF4-FFF2-40B4-BE49-F238E27FC236}">
                <a16:creationId xmlns:a16="http://schemas.microsoft.com/office/drawing/2014/main" id="{DE6FCD18-456C-0F63-3A7C-C6904E46DD42}"/>
              </a:ext>
            </a:extLst>
          </p:cNvPr>
          <p:cNvPicPr>
            <a:picLocks noChangeAspect="1" noChangeArrowheads="1"/>
          </p:cNvPicPr>
          <p:nvPr/>
        </p:nvPicPr>
        <p:blipFill>
          <a:blip r:embed="rId4">
            <a:lum bright="12000"/>
            <a:extLst>
              <a:ext uri="{28A0092B-C50C-407E-A947-70E740481C1C}">
                <a14:useLocalDpi xmlns:a14="http://schemas.microsoft.com/office/drawing/2010/main" val="0"/>
              </a:ext>
            </a:extLst>
          </a:blip>
          <a:srcRect/>
          <a:stretch>
            <a:fillRect/>
          </a:stretch>
        </p:blipFill>
        <p:spPr bwMode="auto">
          <a:xfrm>
            <a:off x="4953000" y="152400"/>
            <a:ext cx="360203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499" name="Text Box 6">
            <a:extLst>
              <a:ext uri="{FF2B5EF4-FFF2-40B4-BE49-F238E27FC236}">
                <a16:creationId xmlns:a16="http://schemas.microsoft.com/office/drawing/2014/main" id="{065FA626-3CC4-1B29-D9C0-42BBBA94F213}"/>
              </a:ext>
            </a:extLst>
          </p:cNvPr>
          <p:cNvSpPr txBox="1">
            <a:spLocks noChangeArrowheads="1"/>
          </p:cNvSpPr>
          <p:nvPr/>
        </p:nvSpPr>
        <p:spPr bwMode="auto">
          <a:xfrm>
            <a:off x="6537325" y="2667000"/>
            <a:ext cx="7318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400">
                <a:latin typeface="Calibri" panose="020F0502020204030204" pitchFamily="34" charset="0"/>
              </a:rPr>
              <a:t>Lamp 1</a:t>
            </a:r>
          </a:p>
        </p:txBody>
      </p:sp>
      <p:sp>
        <p:nvSpPr>
          <p:cNvPr id="106500" name="Text Box 7">
            <a:extLst>
              <a:ext uri="{FF2B5EF4-FFF2-40B4-BE49-F238E27FC236}">
                <a16:creationId xmlns:a16="http://schemas.microsoft.com/office/drawing/2014/main" id="{91F9964D-433B-472C-4AB4-9786CBC40E0A}"/>
              </a:ext>
            </a:extLst>
          </p:cNvPr>
          <p:cNvSpPr txBox="1">
            <a:spLocks noChangeArrowheads="1"/>
          </p:cNvSpPr>
          <p:nvPr/>
        </p:nvSpPr>
        <p:spPr bwMode="auto">
          <a:xfrm>
            <a:off x="7421563" y="2667000"/>
            <a:ext cx="731837"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400">
                <a:latin typeface="Calibri" panose="020F0502020204030204" pitchFamily="34" charset="0"/>
              </a:rPr>
              <a:t>Lamp 2</a:t>
            </a:r>
          </a:p>
        </p:txBody>
      </p:sp>
      <p:sp>
        <p:nvSpPr>
          <p:cNvPr id="106501" name="Text Box 8">
            <a:extLst>
              <a:ext uri="{FF2B5EF4-FFF2-40B4-BE49-F238E27FC236}">
                <a16:creationId xmlns:a16="http://schemas.microsoft.com/office/drawing/2014/main" id="{13860173-B831-9FE3-5E2F-088B5AEC9426}"/>
              </a:ext>
            </a:extLst>
          </p:cNvPr>
          <p:cNvSpPr txBox="1">
            <a:spLocks noChangeArrowheads="1"/>
          </p:cNvSpPr>
          <p:nvPr/>
        </p:nvSpPr>
        <p:spPr bwMode="auto">
          <a:xfrm>
            <a:off x="6000750" y="1447800"/>
            <a:ext cx="81121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400">
                <a:latin typeface="Calibri" panose="020F0502020204030204" pitchFamily="34" charset="0"/>
              </a:rPr>
              <a:t>Switch 1</a:t>
            </a:r>
          </a:p>
        </p:txBody>
      </p:sp>
      <p:sp>
        <p:nvSpPr>
          <p:cNvPr id="106502" name="Text Box 9">
            <a:extLst>
              <a:ext uri="{FF2B5EF4-FFF2-40B4-BE49-F238E27FC236}">
                <a16:creationId xmlns:a16="http://schemas.microsoft.com/office/drawing/2014/main" id="{B59383E5-7760-51FD-F68F-C7170E1C0BD2}"/>
              </a:ext>
            </a:extLst>
          </p:cNvPr>
          <p:cNvSpPr txBox="1">
            <a:spLocks noChangeArrowheads="1"/>
          </p:cNvSpPr>
          <p:nvPr/>
        </p:nvSpPr>
        <p:spPr bwMode="auto">
          <a:xfrm>
            <a:off x="7342188" y="1447800"/>
            <a:ext cx="8112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r>
              <a:rPr lang="en-US" altLang="en-GB" sz="1400">
                <a:latin typeface="Calibri" panose="020F0502020204030204" pitchFamily="34" charset="0"/>
              </a:rPr>
              <a:t>Switch 2</a:t>
            </a:r>
          </a:p>
        </p:txBody>
      </p:sp>
      <p:pic>
        <p:nvPicPr>
          <p:cNvPr id="175114" name="Picture 10">
            <a:extLst>
              <a:ext uri="{FF2B5EF4-FFF2-40B4-BE49-F238E27FC236}">
                <a16:creationId xmlns:a16="http://schemas.microsoft.com/office/drawing/2014/main" id="{04DEA3A0-4EFC-8D37-C62D-165DCA75D0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4770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15" name="Picture 11">
            <a:extLst>
              <a:ext uri="{FF2B5EF4-FFF2-40B4-BE49-F238E27FC236}">
                <a16:creationId xmlns:a16="http://schemas.microsoft.com/office/drawing/2014/main" id="{3CD247F0-7B3E-365C-E1BB-25BED5F3C4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8674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5" name="Rectangle 12">
            <a:extLst>
              <a:ext uri="{FF2B5EF4-FFF2-40B4-BE49-F238E27FC236}">
                <a16:creationId xmlns:a16="http://schemas.microsoft.com/office/drawing/2014/main" id="{CAF8FF34-1DD5-A1AD-DA2F-6BE0F5E9C9E6}"/>
              </a:ext>
            </a:extLst>
          </p:cNvPr>
          <p:cNvSpPr>
            <a:spLocks noChangeArrowheads="1"/>
          </p:cNvSpPr>
          <p:nvPr/>
        </p:nvSpPr>
        <p:spPr bwMode="auto">
          <a:xfrm>
            <a:off x="5562600" y="1066800"/>
            <a:ext cx="457200" cy="685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106506" name="Rectangle 13">
            <a:extLst>
              <a:ext uri="{FF2B5EF4-FFF2-40B4-BE49-F238E27FC236}">
                <a16:creationId xmlns:a16="http://schemas.microsoft.com/office/drawing/2014/main" id="{DBEB56B0-22F1-EE29-508E-71BDCADF5118}"/>
              </a:ext>
            </a:extLst>
          </p:cNvPr>
          <p:cNvSpPr>
            <a:spLocks noChangeArrowheads="1"/>
          </p:cNvSpPr>
          <p:nvPr/>
        </p:nvSpPr>
        <p:spPr bwMode="auto">
          <a:xfrm>
            <a:off x="3352800" y="1752600"/>
            <a:ext cx="5334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106507" name="Rectangle 14">
            <a:extLst>
              <a:ext uri="{FF2B5EF4-FFF2-40B4-BE49-F238E27FC236}">
                <a16:creationId xmlns:a16="http://schemas.microsoft.com/office/drawing/2014/main" id="{31B79A2B-CDD5-B522-B8BC-28D85DE297FA}"/>
              </a:ext>
            </a:extLst>
          </p:cNvPr>
          <p:cNvSpPr>
            <a:spLocks noChangeArrowheads="1"/>
          </p:cNvSpPr>
          <p:nvPr/>
        </p:nvSpPr>
        <p:spPr bwMode="auto">
          <a:xfrm>
            <a:off x="838200" y="4114800"/>
            <a:ext cx="533400" cy="762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106508" name="Line 15">
            <a:extLst>
              <a:ext uri="{FF2B5EF4-FFF2-40B4-BE49-F238E27FC236}">
                <a16:creationId xmlns:a16="http://schemas.microsoft.com/office/drawing/2014/main" id="{22D52A09-E0C4-37E3-0376-FB7B6BC4A222}"/>
              </a:ext>
            </a:extLst>
          </p:cNvPr>
          <p:cNvSpPr>
            <a:spLocks noChangeShapeType="1"/>
          </p:cNvSpPr>
          <p:nvPr/>
        </p:nvSpPr>
        <p:spPr bwMode="auto">
          <a:xfrm flipV="1">
            <a:off x="1371600" y="4191000"/>
            <a:ext cx="0" cy="6858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6509" name="Line 16">
            <a:extLst>
              <a:ext uri="{FF2B5EF4-FFF2-40B4-BE49-F238E27FC236}">
                <a16:creationId xmlns:a16="http://schemas.microsoft.com/office/drawing/2014/main" id="{15B5AA1D-F53D-75DE-3653-02DB8606E44E}"/>
              </a:ext>
            </a:extLst>
          </p:cNvPr>
          <p:cNvSpPr>
            <a:spLocks noChangeShapeType="1"/>
          </p:cNvSpPr>
          <p:nvPr/>
        </p:nvSpPr>
        <p:spPr bwMode="auto">
          <a:xfrm flipV="1">
            <a:off x="3886200" y="1828800"/>
            <a:ext cx="0" cy="685800"/>
          </a:xfrm>
          <a:prstGeom prst="line">
            <a:avLst/>
          </a:prstGeom>
          <a:noFill/>
          <a:ln w="762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sp>
        <p:nvSpPr>
          <p:cNvPr id="106510" name="Line 17">
            <a:extLst>
              <a:ext uri="{FF2B5EF4-FFF2-40B4-BE49-F238E27FC236}">
                <a16:creationId xmlns:a16="http://schemas.microsoft.com/office/drawing/2014/main" id="{B39729C9-772F-5D9D-676D-411EFC3E04CF}"/>
              </a:ext>
            </a:extLst>
          </p:cNvPr>
          <p:cNvSpPr>
            <a:spLocks noChangeShapeType="1"/>
          </p:cNvSpPr>
          <p:nvPr/>
        </p:nvSpPr>
        <p:spPr bwMode="auto">
          <a:xfrm flipV="1">
            <a:off x="6019800" y="1143000"/>
            <a:ext cx="0" cy="609600"/>
          </a:xfrm>
          <a:prstGeom prst="line">
            <a:avLst/>
          </a:prstGeom>
          <a:noFill/>
          <a:ln w="63500">
            <a:solidFill>
              <a:schemeClr val="tx1"/>
            </a:solidFill>
            <a:round/>
            <a:headEnd/>
            <a:tailEnd type="triangle" w="med" len="med"/>
          </a:ln>
          <a:extLst>
            <a:ext uri="{909E8E84-426E-40DD-AFC4-6F175D3DCCD1}">
              <a14:hiddenFill xmlns:a14="http://schemas.microsoft.com/office/drawing/2010/main">
                <a:noFill/>
              </a14:hiddenFill>
            </a:ext>
          </a:extLst>
        </p:spPr>
        <p:txBody>
          <a:bodyPr wrap="none"/>
          <a:lstStyle/>
          <a:p>
            <a:endParaRPr lang="en-US"/>
          </a:p>
        </p:txBody>
      </p:sp>
      <p:pic>
        <p:nvPicPr>
          <p:cNvPr id="175122" name="Picture 18">
            <a:extLst>
              <a:ext uri="{FF2B5EF4-FFF2-40B4-BE49-F238E27FC236}">
                <a16:creationId xmlns:a16="http://schemas.microsoft.com/office/drawing/2014/main" id="{8CF83C7A-B043-AC6E-BC69-1B80D9CA7B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4770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3" name="Picture 19">
            <a:extLst>
              <a:ext uri="{FF2B5EF4-FFF2-40B4-BE49-F238E27FC236}">
                <a16:creationId xmlns:a16="http://schemas.microsoft.com/office/drawing/2014/main" id="{289AE549-B187-61D8-89FA-8635DA826EC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8674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4" name="Picture 20">
            <a:extLst>
              <a:ext uri="{FF2B5EF4-FFF2-40B4-BE49-F238E27FC236}">
                <a16:creationId xmlns:a16="http://schemas.microsoft.com/office/drawing/2014/main" id="{D1DC8DDE-7553-C866-FEFB-5D47A362B7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4770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5" name="Picture 21">
            <a:extLst>
              <a:ext uri="{FF2B5EF4-FFF2-40B4-BE49-F238E27FC236}">
                <a16:creationId xmlns:a16="http://schemas.microsoft.com/office/drawing/2014/main" id="{B23AE088-A220-2EFE-276C-579FDEEDB51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8674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6" name="Picture 22">
            <a:extLst>
              <a:ext uri="{FF2B5EF4-FFF2-40B4-BE49-F238E27FC236}">
                <a16:creationId xmlns:a16="http://schemas.microsoft.com/office/drawing/2014/main" id="{BA8BB319-29CF-8EA1-F36C-83105E58FC4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4770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7" name="Picture 23">
            <a:extLst>
              <a:ext uri="{FF2B5EF4-FFF2-40B4-BE49-F238E27FC236}">
                <a16:creationId xmlns:a16="http://schemas.microsoft.com/office/drawing/2014/main" id="{5FE6B8F2-CE76-671C-2979-AC53B16A4E5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8674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8" name="Picture 24">
            <a:extLst>
              <a:ext uri="{FF2B5EF4-FFF2-40B4-BE49-F238E27FC236}">
                <a16:creationId xmlns:a16="http://schemas.microsoft.com/office/drawing/2014/main" id="{BC6873C0-1DE9-C845-134C-BE281C4B4BD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43800" y="64770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5129" name="Picture 25">
            <a:extLst>
              <a:ext uri="{FF2B5EF4-FFF2-40B4-BE49-F238E27FC236}">
                <a16:creationId xmlns:a16="http://schemas.microsoft.com/office/drawing/2014/main" id="{A453B912-89EF-7AAA-D67E-F96D40F2C94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19400" y="5867400"/>
            <a:ext cx="304800" cy="27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25">
            <a:extLst>
              <a:ext uri="{FF2B5EF4-FFF2-40B4-BE49-F238E27FC236}">
                <a16:creationId xmlns:a16="http://schemas.microsoft.com/office/drawing/2014/main" id="{01714225-23A4-D54B-256B-F4388DDCB099}"/>
              </a:ext>
            </a:extLst>
          </p:cNvPr>
          <p:cNvSpPr/>
          <p:nvPr/>
        </p:nvSpPr>
        <p:spPr>
          <a:xfrm>
            <a:off x="1643063" y="2571750"/>
            <a:ext cx="2000250" cy="1285875"/>
          </a:xfrm>
          <a:prstGeom prst="rect">
            <a:avLst/>
          </a:prstGeom>
          <a:ln>
            <a:no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US"/>
          </a:p>
        </p:txBody>
      </p:sp>
      <p:sp>
        <p:nvSpPr>
          <p:cNvPr id="27" name="Rectangle 26">
            <a:extLst>
              <a:ext uri="{FF2B5EF4-FFF2-40B4-BE49-F238E27FC236}">
                <a16:creationId xmlns:a16="http://schemas.microsoft.com/office/drawing/2014/main" id="{5C855D3B-1ED3-5C78-ABB7-63AB28454F66}"/>
              </a:ext>
            </a:extLst>
          </p:cNvPr>
          <p:cNvSpPr/>
          <p:nvPr/>
        </p:nvSpPr>
        <p:spPr>
          <a:xfrm>
            <a:off x="6286500" y="4643438"/>
            <a:ext cx="2000250" cy="1285875"/>
          </a:xfrm>
          <a:prstGeom prst="rect">
            <a:avLst/>
          </a:prstGeom>
          <a:ln>
            <a:noFill/>
          </a:ln>
        </p:spPr>
        <p:style>
          <a:lnRef idx="2">
            <a:schemeClr val="accent6"/>
          </a:lnRef>
          <a:fillRef idx="1">
            <a:schemeClr val="lt1"/>
          </a:fillRef>
          <a:effectRef idx="0">
            <a:schemeClr val="accent6"/>
          </a:effectRef>
          <a:fontRef idx="minor">
            <a:schemeClr val="dk1"/>
          </a:fontRef>
        </p:style>
        <p:txBody>
          <a:bodyPr anchor="ctr"/>
          <a:lstStyle/>
          <a:p>
            <a:pPr algn="ctr" eaLnBrk="1" fontAlgn="auto" hangingPunct="1">
              <a:spcBef>
                <a:spcPts val="0"/>
              </a:spcBef>
              <a:spcAft>
                <a:spcPts val="0"/>
              </a:spcAft>
              <a:defRPr/>
            </a:pPr>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0" presetClass="path" presetSubtype="0" repeatCount="indefinite" fill="hold" nodeType="withEffect">
                                  <p:stCondLst>
                                    <p:cond delay="0"/>
                                  </p:stCondLst>
                                  <p:childTnLst>
                                    <p:animMotion origin="layout" path="M 3.33333E-6 8.14815E-6 L 0.08333 8.14815E-6 L 0.08333 -0.93333 L -0.175 -0.93333 L -0.175 -0.52222 L -0.25 -0.51134 L -0.225 -0.48888 L -0.20834 -0.50022 L -0.24167 -0.50022 L -0.25834 -0.48888 L -0.25 -0.47777 L -0.23334 -0.47777 L -0.21667 -0.48888 L -0.23334 -0.48888 L -0.25834 -0.47777 L -0.25834 -0.45555 L -0.175 -0.45555 L -0.175 8.14815E-6 L -0.075 8.14815E-6 " pathEditMode="relative" ptsTypes="AAAAAAAAAAAAAAAAAAA">
                                      <p:cBhvr>
                                        <p:cTn id="6" dur="6000" fill="hold"/>
                                        <p:tgtEl>
                                          <p:spTgt spid="175114"/>
                                        </p:tgtEl>
                                        <p:attrNameLst>
                                          <p:attrName>ppt_x</p:attrName>
                                          <p:attrName>ppt_y</p:attrName>
                                        </p:attrNameLst>
                                      </p:cBhvr>
                                    </p:animMotion>
                                  </p:childTnLst>
                                </p:cTn>
                              </p:par>
                              <p:par>
                                <p:cTn id="7" presetID="0" presetClass="path" presetSubtype="0" repeatCount="indefinite" fill="hold" nodeType="withEffect">
                                  <p:stCondLst>
                                    <p:cond delay="0"/>
                                  </p:stCondLst>
                                  <p:childTnLst>
                                    <p:animMotion origin="layout" path="M 3.33333E-6 -1.85185E-6 L 0.11666 -0.01111 L 0.10833 -0.15556 L 0.04166 -0.15556 L 0.025 -0.17778 L 0.05833 -0.18889 L 0.03333 -0.17778 L 0.025 -0.18889 L 0.03333 -0.21111 C 0.06389 -0.20209 0.07361 -0.20232 0.06163 -0.20232 L 0.03333 -0.2 L 0.03333 -0.22222 C 0.04461 -0.2338 0.03663 -0.22662 0.05173 -0.22662 L 0.075 -0.22222 C 0.06666 -0.21852 0.05868 -0.21343 0.05 -0.21111 C 0.04774 -0.21042 0.0434 -0.21343 0.0434 -0.21343 L 0.025 -0.22222 L 0.03333 -0.23334 L 0.10833 -0.24445 L 0.10833 -0.77778 L -0.16667 -0.77778 L -0.16667 -0.64445 L -0.25 -0.63334 L -0.25 -0.61111 L -0.21667 -0.6 L -0.20834 -0.62222 L -0.24167 -0.61111 L -0.25 -0.6 L -0.23334 -0.57778 L -0.2 -0.6 L -0.225 -0.6 L -0.25 -0.57778 L -0.20834 -0.57778 L -0.2 -0.58889 L -0.225 -0.58889 L -0.25 -0.56667 L -0.225 -0.55556 L -0.16667 -0.56667 L -0.15834 -0.01111 L -0.05834 -0.01111 " pathEditMode="relative" ptsTypes="AAAAAAAAfAAfAffAAAAAAAAAAAAAAAAAAAAAAAAA">
                                      <p:cBhvr>
                                        <p:cTn id="8" dur="5000" fill="hold"/>
                                        <p:tgtEl>
                                          <p:spTgt spid="175115"/>
                                        </p:tgtEl>
                                        <p:attrNameLst>
                                          <p:attrName>ppt_x</p:attrName>
                                          <p:attrName>ppt_y</p:attrName>
                                        </p:attrNameLst>
                                      </p:cBhvr>
                                    </p:animMotion>
                                  </p:childTnLst>
                                </p:cTn>
                              </p:par>
                              <p:par>
                                <p:cTn id="9" presetID="0" presetClass="path" presetSubtype="0" repeatCount="indefinite" fill="hold" nodeType="withEffect">
                                  <p:stCondLst>
                                    <p:cond delay="2000"/>
                                  </p:stCondLst>
                                  <p:childTnLst>
                                    <p:animMotion origin="layout" path="M 3.33333E-6 8.14815E-6 L 0.08333 8.14815E-6 L 0.08333 -0.93333 L -0.175 -0.93333 L -0.175 -0.52222 L -0.25 -0.51134 L -0.225 -0.48888 L -0.20834 -0.50022 L -0.24167 -0.50022 L -0.25834 -0.48888 L -0.25 -0.47777 L -0.23334 -0.47777 L -0.21667 -0.48888 L -0.23334 -0.48888 L -0.25834 -0.47777 L -0.25834 -0.45555 L -0.175 -0.45555 L -0.175 8.14815E-6 L -0.075 8.14815E-6 " pathEditMode="relative" ptsTypes="AAAAAAAAAAAAAAAAAAA">
                                      <p:cBhvr>
                                        <p:cTn id="10" dur="6000" fill="hold"/>
                                        <p:tgtEl>
                                          <p:spTgt spid="175122"/>
                                        </p:tgtEl>
                                        <p:attrNameLst>
                                          <p:attrName>ppt_x</p:attrName>
                                          <p:attrName>ppt_y</p:attrName>
                                        </p:attrNameLst>
                                      </p:cBhvr>
                                    </p:animMotion>
                                  </p:childTnLst>
                                </p:cTn>
                              </p:par>
                              <p:par>
                                <p:cTn id="11" presetID="0" presetClass="path" presetSubtype="0" repeatCount="indefinite" fill="hold" nodeType="withEffect">
                                  <p:stCondLst>
                                    <p:cond delay="2000"/>
                                  </p:stCondLst>
                                  <p:childTnLst>
                                    <p:animMotion origin="layout" path="M 3.33333E-6 -1.85185E-6 L 0.11666 -0.01111 L 0.10833 -0.15556 L 0.04166 -0.15556 L 0.025 -0.17778 L 0.05833 -0.18889 L 0.03333 -0.17778 L 0.025 -0.18889 L 0.03333 -0.21111 C 0.06389 -0.20209 0.07361 -0.20232 0.06163 -0.20232 L 0.03333 -0.2 L 0.03333 -0.22222 C 0.04461 -0.2338 0.03663 -0.22662 0.05173 -0.22662 L 0.075 -0.22222 C 0.06666 -0.21852 0.05868 -0.21343 0.05 -0.21111 C 0.04774 -0.21042 0.0434 -0.21343 0.0434 -0.21343 L 0.025 -0.22222 L 0.03333 -0.23334 L 0.10833 -0.24445 L 0.10833 -0.77778 L -0.16667 -0.77778 L -0.16667 -0.64445 L -0.25 -0.63334 L -0.25 -0.61111 L -0.21667 -0.6 L -0.20834 -0.62222 L -0.24167 -0.61111 L -0.25 -0.6 L -0.23334 -0.57778 L -0.2 -0.6 L -0.225 -0.6 L -0.25 -0.57778 L -0.20834 -0.57778 L -0.2 -0.58889 L -0.225 -0.58889 L -0.25 -0.56667 L -0.225 -0.55556 L -0.16667 -0.56667 L -0.15834 -0.01111 L -0.05834 -0.01111 " pathEditMode="relative" ptsTypes="AAAAAAAAfAAfAffAAAAAAAAAAAAAAAAAAAAAAAAA">
                                      <p:cBhvr>
                                        <p:cTn id="12" dur="5000" fill="hold"/>
                                        <p:tgtEl>
                                          <p:spTgt spid="175123"/>
                                        </p:tgtEl>
                                        <p:attrNameLst>
                                          <p:attrName>ppt_x</p:attrName>
                                          <p:attrName>ppt_y</p:attrName>
                                        </p:attrNameLst>
                                      </p:cBhvr>
                                    </p:animMotion>
                                  </p:childTnLst>
                                </p:cTn>
                              </p:par>
                              <p:par>
                                <p:cTn id="13" presetID="0" presetClass="path" presetSubtype="0" repeatCount="indefinite" fill="hold" nodeType="withEffect">
                                  <p:stCondLst>
                                    <p:cond delay="1000"/>
                                  </p:stCondLst>
                                  <p:childTnLst>
                                    <p:animMotion origin="layout" path="M 3.33333E-6 8.14815E-6 L 0.08333 8.14815E-6 L 0.08333 -0.93333 L -0.175 -0.93333 L -0.175 -0.52222 L -0.25 -0.51134 L -0.225 -0.48888 L -0.20834 -0.50022 L -0.24167 -0.50022 L -0.25834 -0.48888 L -0.25 -0.47777 L -0.23334 -0.47777 L -0.21667 -0.48888 L -0.23334 -0.48888 L -0.25834 -0.47777 L -0.25834 -0.45555 L -0.175 -0.45555 L -0.175 8.14815E-6 L -0.075 8.14815E-6 " pathEditMode="relative" ptsTypes="AAAAAAAAAAAAAAAAAAA">
                                      <p:cBhvr>
                                        <p:cTn id="14" dur="6000" fill="hold"/>
                                        <p:tgtEl>
                                          <p:spTgt spid="175124"/>
                                        </p:tgtEl>
                                        <p:attrNameLst>
                                          <p:attrName>ppt_x</p:attrName>
                                          <p:attrName>ppt_y</p:attrName>
                                        </p:attrNameLst>
                                      </p:cBhvr>
                                    </p:animMotion>
                                  </p:childTnLst>
                                </p:cTn>
                              </p:par>
                              <p:par>
                                <p:cTn id="15" presetID="0" presetClass="path" presetSubtype="0" repeatCount="indefinite" fill="hold" nodeType="withEffect">
                                  <p:stCondLst>
                                    <p:cond delay="1000"/>
                                  </p:stCondLst>
                                  <p:childTnLst>
                                    <p:animMotion origin="layout" path="M 3.33333E-6 -1.85185E-6 L 0.11666 -0.01111 L 0.10833 -0.15556 L 0.04166 -0.15556 L 0.025 -0.17778 L 0.05833 -0.18889 L 0.03333 -0.17778 L 0.025 -0.18889 L 0.03333 -0.21111 C 0.06389 -0.20209 0.07361 -0.20232 0.06163 -0.20232 L 0.03333 -0.2 L 0.03333 -0.22222 C 0.04461 -0.2338 0.03663 -0.22662 0.05173 -0.22662 L 0.075 -0.22222 C 0.06666 -0.21852 0.05868 -0.21343 0.05 -0.21111 C 0.04774 -0.21042 0.0434 -0.21343 0.0434 -0.21343 L 0.025 -0.22222 L 0.03333 -0.23334 L 0.10833 -0.24445 L 0.10833 -0.77778 L -0.16667 -0.77778 L -0.16667 -0.64445 L -0.25 -0.63334 L -0.25 -0.61111 L -0.21667 -0.6 L -0.20834 -0.62222 L -0.24167 -0.61111 L -0.25 -0.6 L -0.23334 -0.57778 L -0.2 -0.6 L -0.225 -0.6 L -0.25 -0.57778 L -0.20834 -0.57778 L -0.2 -0.58889 L -0.225 -0.58889 L -0.25 -0.56667 L -0.225 -0.55556 L -0.16667 -0.56667 L -0.15834 -0.01111 L -0.05834 -0.01111 " pathEditMode="relative" ptsTypes="AAAAAAAAfAAfAffAAAAAAAAAAAAAAAAAAAAAAAAA">
                                      <p:cBhvr>
                                        <p:cTn id="16" dur="5000" fill="hold"/>
                                        <p:tgtEl>
                                          <p:spTgt spid="175125"/>
                                        </p:tgtEl>
                                        <p:attrNameLst>
                                          <p:attrName>ppt_x</p:attrName>
                                          <p:attrName>ppt_y</p:attrName>
                                        </p:attrNameLst>
                                      </p:cBhvr>
                                    </p:animMotion>
                                  </p:childTnLst>
                                </p:cTn>
                              </p:par>
                              <p:par>
                                <p:cTn id="17" presetID="0" presetClass="path" presetSubtype="0" repeatCount="indefinite" fill="hold" nodeType="withEffect">
                                  <p:stCondLst>
                                    <p:cond delay="3000"/>
                                  </p:stCondLst>
                                  <p:childTnLst>
                                    <p:animMotion origin="layout" path="M 3.33333E-6 8.14815E-6 L 0.08333 8.14815E-6 L 0.08333 -0.93333 L -0.175 -0.93333 L -0.175 -0.52222 L -0.25 -0.51134 L -0.225 -0.48888 L -0.20834 -0.50022 L -0.24167 -0.50022 L -0.25834 -0.48888 L -0.25 -0.47777 L -0.23334 -0.47777 L -0.21667 -0.48888 L -0.23334 -0.48888 L -0.25834 -0.47777 L -0.25834 -0.45555 L -0.175 -0.45555 L -0.175 8.14815E-6 L -0.075 8.14815E-6 " pathEditMode="relative" ptsTypes="AAAAAAAAAAAAAAAAAAA">
                                      <p:cBhvr>
                                        <p:cTn id="18" dur="6000" fill="hold"/>
                                        <p:tgtEl>
                                          <p:spTgt spid="175126"/>
                                        </p:tgtEl>
                                        <p:attrNameLst>
                                          <p:attrName>ppt_x</p:attrName>
                                          <p:attrName>ppt_y</p:attrName>
                                        </p:attrNameLst>
                                      </p:cBhvr>
                                    </p:animMotion>
                                  </p:childTnLst>
                                </p:cTn>
                              </p:par>
                              <p:par>
                                <p:cTn id="19" presetID="0" presetClass="path" presetSubtype="0" repeatCount="indefinite" fill="hold" nodeType="withEffect">
                                  <p:stCondLst>
                                    <p:cond delay="3000"/>
                                  </p:stCondLst>
                                  <p:childTnLst>
                                    <p:animMotion origin="layout" path="M 3.33333E-6 -1.85185E-6 L 0.11666 -0.01111 L 0.10833 -0.15556 L 0.04166 -0.15556 L 0.025 -0.17778 L 0.05833 -0.18889 L 0.03333 -0.17778 L 0.025 -0.18889 L 0.03333 -0.21111 C 0.06389 -0.20209 0.07361 -0.20232 0.06163 -0.20232 L 0.03333 -0.2 L 0.03333 -0.22222 C 0.04461 -0.2338 0.03663 -0.22662 0.05173 -0.22662 L 0.075 -0.22222 C 0.06666 -0.21852 0.05868 -0.21343 0.05 -0.21111 C 0.04774 -0.21042 0.0434 -0.21343 0.0434 -0.21343 L 0.025 -0.22222 L 0.03333 -0.23334 L 0.10833 -0.24445 L 0.10833 -0.77778 L -0.16667 -0.77778 L -0.16667 -0.64445 L -0.25 -0.63334 L -0.25 -0.61111 L -0.21667 -0.6 L -0.20834 -0.62222 L -0.24167 -0.61111 L -0.25 -0.6 L -0.23334 -0.57778 L -0.2 -0.6 L -0.225 -0.6 L -0.25 -0.57778 L -0.20834 -0.57778 L -0.2 -0.58889 L -0.225 -0.58889 L -0.25 -0.56667 L -0.225 -0.55556 L -0.16667 -0.56667 L -0.15834 -0.01111 L -0.05834 -0.01111 " pathEditMode="relative" ptsTypes="AAAAAAAAfAAfAffAAAAAAAAAAAAAAAAAAAAAAAAA">
                                      <p:cBhvr>
                                        <p:cTn id="20" dur="5000" fill="hold"/>
                                        <p:tgtEl>
                                          <p:spTgt spid="175127"/>
                                        </p:tgtEl>
                                        <p:attrNameLst>
                                          <p:attrName>ppt_x</p:attrName>
                                          <p:attrName>ppt_y</p:attrName>
                                        </p:attrNameLst>
                                      </p:cBhvr>
                                    </p:animMotion>
                                  </p:childTnLst>
                                </p:cTn>
                              </p:par>
                              <p:par>
                                <p:cTn id="21" presetID="0" presetClass="path" presetSubtype="0" repeatCount="indefinite" fill="hold" nodeType="withEffect">
                                  <p:stCondLst>
                                    <p:cond delay="4000"/>
                                  </p:stCondLst>
                                  <p:childTnLst>
                                    <p:animMotion origin="layout" path="M 3.33333E-6 8.14815E-6 L 0.08333 8.14815E-6 L 0.08333 -0.93333 L -0.175 -0.93333 L -0.175 -0.52222 L -0.25 -0.51134 L -0.225 -0.48888 L -0.20834 -0.50022 L -0.24167 -0.50022 L -0.25834 -0.48888 L -0.25 -0.47777 L -0.23334 -0.47777 L -0.21667 -0.48888 L -0.23334 -0.48888 L -0.25834 -0.47777 L -0.25834 -0.45555 L -0.175 -0.45555 L -0.175 8.14815E-6 L -0.075 8.14815E-6 " pathEditMode="relative" ptsTypes="AAAAAAAAAAAAAAAAAAA">
                                      <p:cBhvr>
                                        <p:cTn id="22" dur="6000" fill="hold"/>
                                        <p:tgtEl>
                                          <p:spTgt spid="175128"/>
                                        </p:tgtEl>
                                        <p:attrNameLst>
                                          <p:attrName>ppt_x</p:attrName>
                                          <p:attrName>ppt_y</p:attrName>
                                        </p:attrNameLst>
                                      </p:cBhvr>
                                    </p:animMotion>
                                  </p:childTnLst>
                                </p:cTn>
                              </p:par>
                              <p:par>
                                <p:cTn id="23" presetID="0" presetClass="path" presetSubtype="0" repeatCount="indefinite" fill="hold" nodeType="withEffect">
                                  <p:stCondLst>
                                    <p:cond delay="4000"/>
                                  </p:stCondLst>
                                  <p:childTnLst>
                                    <p:animMotion origin="layout" path="M 3.33333E-6 -1.85185E-6 L 0.11666 -0.01111 L 0.10833 -0.15556 L 0.04166 -0.15556 L 0.025 -0.17778 L 0.05833 -0.18889 L 0.03333 -0.17778 L 0.025 -0.18889 L 0.03333 -0.21111 C 0.06389 -0.20209 0.07361 -0.20232 0.06163 -0.20232 L 0.03333 -0.2 L 0.03333 -0.22222 C 0.04461 -0.2338 0.03663 -0.22662 0.05173 -0.22662 L 0.075 -0.22222 C 0.06666 -0.21852 0.05868 -0.21343 0.05 -0.21111 C 0.04774 -0.21042 0.0434 -0.21343 0.0434 -0.21343 L 0.025 -0.22222 L 0.03333 -0.23334 L 0.10833 -0.24445 L 0.10833 -0.77778 L -0.16667 -0.77778 L -0.16667 -0.64445 L -0.25 -0.63334 L -0.25 -0.61111 L -0.21667 -0.6 L -0.20834 -0.62222 L -0.24167 -0.61111 L -0.25 -0.6 L -0.23334 -0.57778 L -0.2 -0.6 L -0.225 -0.6 L -0.25 -0.57778 L -0.20834 -0.57778 L -0.2 -0.58889 L -0.225 -0.58889 L -0.25 -0.56667 L -0.225 -0.55556 L -0.16667 -0.56667 L -0.15834 -0.01111 L -0.05834 -0.01111 " pathEditMode="relative" ptsTypes="AAAAAAAAfAAfAffAAAAAAAAAAAAAAAAAAAAAAAAA">
                                      <p:cBhvr>
                                        <p:cTn id="24" dur="5000" fill="hold"/>
                                        <p:tgtEl>
                                          <p:spTgt spid="1751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Title 1">
            <a:extLst>
              <a:ext uri="{FF2B5EF4-FFF2-40B4-BE49-F238E27FC236}">
                <a16:creationId xmlns:a16="http://schemas.microsoft.com/office/drawing/2014/main" id="{5C99E984-D3DC-87E0-033C-65638F3EC857}"/>
              </a:ext>
            </a:extLst>
          </p:cNvPr>
          <p:cNvSpPr>
            <a:spLocks noGrp="1"/>
          </p:cNvSpPr>
          <p:nvPr>
            <p:ph type="title"/>
          </p:nvPr>
        </p:nvSpPr>
        <p:spPr>
          <a:xfrm>
            <a:off x="457200" y="274638"/>
            <a:ext cx="8115300" cy="796925"/>
          </a:xfrm>
        </p:spPr>
        <p:txBody>
          <a:bodyPr/>
          <a:lstStyle/>
          <a:p>
            <a:pPr eaLnBrk="1" hangingPunct="1"/>
            <a:r>
              <a:rPr lang="en-ZA" altLang="en-GB" b="1"/>
              <a:t>7. </a:t>
            </a:r>
            <a:r>
              <a:rPr lang="en-US" altLang="en-GB" b="1"/>
              <a:t>Electric current</a:t>
            </a:r>
            <a:endParaRPr lang="en-ZA" altLang="en-GB" b="1"/>
          </a:p>
        </p:txBody>
      </p:sp>
      <p:sp>
        <p:nvSpPr>
          <p:cNvPr id="3" name="Content Placeholder 2">
            <a:extLst>
              <a:ext uri="{FF2B5EF4-FFF2-40B4-BE49-F238E27FC236}">
                <a16:creationId xmlns:a16="http://schemas.microsoft.com/office/drawing/2014/main" id="{F0F93594-C083-B72F-C039-2916F77E2723}"/>
              </a:ext>
            </a:extLst>
          </p:cNvPr>
          <p:cNvSpPr>
            <a:spLocks noGrp="1"/>
          </p:cNvSpPr>
          <p:nvPr>
            <p:ph sz="quarter" idx="1"/>
          </p:nvPr>
        </p:nvSpPr>
        <p:spPr>
          <a:xfrm>
            <a:off x="684213" y="1989138"/>
            <a:ext cx="8229600" cy="3654425"/>
          </a:xfrm>
        </p:spPr>
        <p:txBody>
          <a:bodyPr/>
          <a:lstStyle/>
          <a:p>
            <a:pPr algn="just" eaLnBrk="1" hangingPunct="1">
              <a:buFont typeface="Arial" panose="020B0604020202020204" pitchFamily="34" charset="0"/>
              <a:buNone/>
            </a:pPr>
            <a:r>
              <a:rPr lang="en-US" altLang="en-GB"/>
              <a:t>   By historical convention, a positive electric current is defined as having the same direction of flow as any positive charge it contains, or to flow from the most positive part of a circuit to the most negative part.</a:t>
            </a:r>
          </a:p>
          <a:p>
            <a:pPr algn="just" eaLnBrk="1" hangingPunct="1">
              <a:buFont typeface="Arial" panose="020B0604020202020204" pitchFamily="34" charset="0"/>
              <a:buNone/>
            </a:pPr>
            <a:r>
              <a:rPr lang="en-US" altLang="en-GB"/>
              <a:t>   Electric current defined in this manner is called “</a:t>
            </a:r>
            <a:r>
              <a:rPr lang="en-US" altLang="en-GB" i="1"/>
              <a:t>conventional electric current</a:t>
            </a:r>
            <a:r>
              <a:rPr lang="en-US" altLang="en-GB"/>
              <a:t>.” </a:t>
            </a:r>
            <a:endParaRPr lang="en-ZA" altLang="en-GB"/>
          </a:p>
        </p:txBody>
      </p:sp>
      <p:sp>
        <p:nvSpPr>
          <p:cNvPr id="108547" name="Date Placeholder 6">
            <a:extLst>
              <a:ext uri="{FF2B5EF4-FFF2-40B4-BE49-F238E27FC236}">
                <a16:creationId xmlns:a16="http://schemas.microsoft.com/office/drawing/2014/main" id="{F7747E0D-FDA5-CCB4-B601-0DD1AC1CD96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542D7F7-74DC-4026-9086-0EFC48A735F3}"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8548" name="Footer Placeholder 5">
            <a:extLst>
              <a:ext uri="{FF2B5EF4-FFF2-40B4-BE49-F238E27FC236}">
                <a16:creationId xmlns:a16="http://schemas.microsoft.com/office/drawing/2014/main" id="{3D7C4346-8471-AA83-40F0-E4C4E5FCFF1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8549" name="Slide Number Placeholder 4">
            <a:extLst>
              <a:ext uri="{FF2B5EF4-FFF2-40B4-BE49-F238E27FC236}">
                <a16:creationId xmlns:a16="http://schemas.microsoft.com/office/drawing/2014/main" id="{CF8DFC1E-28AC-506F-C3D6-5D8D6E9D491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A63B579-4FFD-4A63-AE61-19E2BDC3F065}" type="slidenum">
              <a:rPr lang="en-ZA" altLang="en-GB" sz="1400" smtClean="0">
                <a:solidFill>
                  <a:srgbClr val="FFFFFF"/>
                </a:solidFill>
                <a:latin typeface="Franklin Gothic Book" panose="020B0503020102020204" pitchFamily="34" charset="0"/>
              </a:rPr>
              <a:pPr>
                <a:spcBef>
                  <a:spcPct val="0"/>
                </a:spcBef>
                <a:buClrTx/>
                <a:buSzTx/>
                <a:buFontTx/>
                <a:buNone/>
              </a:pPr>
              <a:t>85</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Title 1">
            <a:extLst>
              <a:ext uri="{FF2B5EF4-FFF2-40B4-BE49-F238E27FC236}">
                <a16:creationId xmlns:a16="http://schemas.microsoft.com/office/drawing/2014/main" id="{12E908D6-BFC6-C762-BFAA-08DF230BE521}"/>
              </a:ext>
            </a:extLst>
          </p:cNvPr>
          <p:cNvSpPr>
            <a:spLocks noGrp="1"/>
          </p:cNvSpPr>
          <p:nvPr>
            <p:ph type="title"/>
          </p:nvPr>
        </p:nvSpPr>
        <p:spPr>
          <a:xfrm>
            <a:off x="457200" y="274638"/>
            <a:ext cx="8115300" cy="796925"/>
          </a:xfrm>
        </p:spPr>
        <p:txBody>
          <a:bodyPr/>
          <a:lstStyle/>
          <a:p>
            <a:pPr eaLnBrk="1" hangingPunct="1"/>
            <a:r>
              <a:rPr lang="en-ZA" altLang="en-GB" b="1"/>
              <a:t>7. </a:t>
            </a:r>
            <a:r>
              <a:rPr lang="en-US" altLang="en-GB" b="1"/>
              <a:t>Electric current</a:t>
            </a:r>
            <a:endParaRPr lang="en-ZA" altLang="en-GB" b="1"/>
          </a:p>
        </p:txBody>
      </p:sp>
      <p:sp>
        <p:nvSpPr>
          <p:cNvPr id="3" name="Content Placeholder 2">
            <a:extLst>
              <a:ext uri="{FF2B5EF4-FFF2-40B4-BE49-F238E27FC236}">
                <a16:creationId xmlns:a16="http://schemas.microsoft.com/office/drawing/2014/main" id="{3CE367E3-B897-4A8B-0117-714DF59B860A}"/>
              </a:ext>
            </a:extLst>
          </p:cNvPr>
          <p:cNvSpPr>
            <a:spLocks noGrp="1"/>
          </p:cNvSpPr>
          <p:nvPr>
            <p:ph sz="quarter" idx="1"/>
          </p:nvPr>
        </p:nvSpPr>
        <p:spPr>
          <a:xfrm>
            <a:off x="539750" y="1628775"/>
            <a:ext cx="8258175" cy="3870325"/>
          </a:xfrm>
        </p:spPr>
        <p:txBody>
          <a:bodyPr/>
          <a:lstStyle/>
          <a:p>
            <a:pPr algn="just" eaLnBrk="1" hangingPunct="1">
              <a:buFont typeface="Arial" panose="020B0604020202020204" pitchFamily="34" charset="0"/>
              <a:buNone/>
            </a:pPr>
            <a:r>
              <a:rPr lang="en-US" altLang="en-GB"/>
              <a:t>   However, depending on the conditions, an electric current can consist of a flow of charged particles in either direction or even in both directions at once.</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r>
              <a:rPr lang="en-US" altLang="en-GB" b="1"/>
              <a:t>The positive-to-negative convention is widely used to simplify this situation.</a:t>
            </a:r>
            <a:endParaRPr lang="en-ZA" altLang="en-GB" b="1"/>
          </a:p>
        </p:txBody>
      </p:sp>
      <p:sp>
        <p:nvSpPr>
          <p:cNvPr id="109571" name="Date Placeholder 6">
            <a:extLst>
              <a:ext uri="{FF2B5EF4-FFF2-40B4-BE49-F238E27FC236}">
                <a16:creationId xmlns:a16="http://schemas.microsoft.com/office/drawing/2014/main" id="{DD6513CF-391E-2CB8-22DC-7011710AB2C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23CF1DE-BFB3-42D6-B218-87981A4125C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09572" name="Footer Placeholder 5">
            <a:extLst>
              <a:ext uri="{FF2B5EF4-FFF2-40B4-BE49-F238E27FC236}">
                <a16:creationId xmlns:a16="http://schemas.microsoft.com/office/drawing/2014/main" id="{507C2544-AA4B-F59A-0845-2C74195D154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09573" name="Slide Number Placeholder 4">
            <a:extLst>
              <a:ext uri="{FF2B5EF4-FFF2-40B4-BE49-F238E27FC236}">
                <a16:creationId xmlns:a16="http://schemas.microsoft.com/office/drawing/2014/main" id="{6F656AD6-CC69-3544-D35C-5A5E2D60249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FBC999B-5A26-435C-A0DA-FDD632962006}" type="slidenum">
              <a:rPr lang="en-ZA" altLang="en-GB" sz="1400" smtClean="0">
                <a:solidFill>
                  <a:srgbClr val="FFFFFF"/>
                </a:solidFill>
                <a:latin typeface="Franklin Gothic Book" panose="020B0503020102020204" pitchFamily="34" charset="0"/>
              </a:rPr>
              <a:pPr>
                <a:spcBef>
                  <a:spcPct val="0"/>
                </a:spcBef>
                <a:buClrTx/>
                <a:buSzTx/>
                <a:buFontTx/>
                <a:buNone/>
              </a:pPr>
              <a:t>86</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Title 1">
            <a:extLst>
              <a:ext uri="{FF2B5EF4-FFF2-40B4-BE49-F238E27FC236}">
                <a16:creationId xmlns:a16="http://schemas.microsoft.com/office/drawing/2014/main" id="{7C173673-D701-A4D8-604B-EFD34B314A75}"/>
              </a:ext>
            </a:extLst>
          </p:cNvPr>
          <p:cNvSpPr>
            <a:spLocks noGrp="1"/>
          </p:cNvSpPr>
          <p:nvPr>
            <p:ph type="title"/>
          </p:nvPr>
        </p:nvSpPr>
        <p:spPr>
          <a:xfrm>
            <a:off x="468313" y="188913"/>
            <a:ext cx="8229600" cy="647700"/>
          </a:xfrm>
        </p:spPr>
        <p:txBody>
          <a:bodyPr/>
          <a:lstStyle/>
          <a:p>
            <a:pPr eaLnBrk="1" hangingPunct="1"/>
            <a:r>
              <a:rPr lang="en-ZA" altLang="en-GB" b="1"/>
              <a:t>7. </a:t>
            </a:r>
            <a:r>
              <a:rPr lang="en-US" altLang="en-GB" b="1"/>
              <a:t>Electric current</a:t>
            </a:r>
            <a:endParaRPr lang="en-US" altLang="en-GB"/>
          </a:p>
        </p:txBody>
      </p:sp>
      <p:pic>
        <p:nvPicPr>
          <p:cNvPr id="110594" name="Picture 2">
            <a:extLst>
              <a:ext uri="{FF2B5EF4-FFF2-40B4-BE49-F238E27FC236}">
                <a16:creationId xmlns:a16="http://schemas.microsoft.com/office/drawing/2014/main" id="{8A56C1CC-910E-B062-2898-51F844FF1C7A}"/>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1001713"/>
            <a:ext cx="9144000" cy="5522912"/>
          </a:xfrm>
          <a:noFill/>
        </p:spPr>
      </p:pic>
      <p:sp>
        <p:nvSpPr>
          <p:cNvPr id="110595" name="Date Placeholder 3">
            <a:extLst>
              <a:ext uri="{FF2B5EF4-FFF2-40B4-BE49-F238E27FC236}">
                <a16:creationId xmlns:a16="http://schemas.microsoft.com/office/drawing/2014/main" id="{E372AB51-ECA9-3571-D80D-4974A2340FA1}"/>
              </a:ext>
            </a:extLst>
          </p:cNvPr>
          <p:cNvSpPr>
            <a:spLocks noGrp="1"/>
          </p:cNvSpPr>
          <p:nvPr>
            <p:ph type="dt" sz="quarter" idx="10"/>
          </p:nvPr>
        </p:nvSpPr>
        <p:spPr bwMode="auto">
          <a:xfrm>
            <a:off x="457200" y="6524625"/>
            <a:ext cx="2133600"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D117552-A606-42D5-B546-FC69A6B2E0E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0596" name="Footer Placeholder 4">
            <a:extLst>
              <a:ext uri="{FF2B5EF4-FFF2-40B4-BE49-F238E27FC236}">
                <a16:creationId xmlns:a16="http://schemas.microsoft.com/office/drawing/2014/main" id="{22515C57-FC6A-C455-A6D7-FD3652F46BE2}"/>
              </a:ext>
            </a:extLst>
          </p:cNvPr>
          <p:cNvSpPr>
            <a:spLocks noGrp="1"/>
          </p:cNvSpPr>
          <p:nvPr>
            <p:ph type="ftr" sz="quarter" idx="11"/>
          </p:nvPr>
        </p:nvSpPr>
        <p:spPr bwMode="auto">
          <a:xfrm>
            <a:off x="3124200" y="6524625"/>
            <a:ext cx="2895600" cy="19685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0597" name="Slide Number Placeholder 5">
            <a:extLst>
              <a:ext uri="{FF2B5EF4-FFF2-40B4-BE49-F238E27FC236}">
                <a16:creationId xmlns:a16="http://schemas.microsoft.com/office/drawing/2014/main" id="{5CF94B95-146C-5832-144C-3F85FC6FDF6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2F3521D-DA26-4C3F-B90E-42A7AD15F607}" type="slidenum">
              <a:rPr lang="en-ZA" altLang="en-GB" sz="1400" smtClean="0">
                <a:solidFill>
                  <a:srgbClr val="FFFFFF"/>
                </a:solidFill>
                <a:latin typeface="Franklin Gothic Book" panose="020B0503020102020204" pitchFamily="34" charset="0"/>
              </a:rPr>
              <a:pPr>
                <a:spcBef>
                  <a:spcPct val="0"/>
                </a:spcBef>
                <a:buClrTx/>
                <a:buSzTx/>
                <a:buFontTx/>
                <a:buNone/>
              </a:pPr>
              <a:t>87</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82552-3DF2-DAAE-5BCD-6920FA3E0B40}"/>
              </a:ext>
            </a:extLst>
          </p:cNvPr>
          <p:cNvSpPr>
            <a:spLocks noGrp="1"/>
          </p:cNvSpPr>
          <p:nvPr>
            <p:ph type="title"/>
          </p:nvPr>
        </p:nvSpPr>
        <p:spPr>
          <a:xfrm>
            <a:off x="457200" y="274638"/>
            <a:ext cx="8186738" cy="654050"/>
          </a:xfrm>
        </p:spPr>
        <p:txBody>
          <a:bodyPr rtlCol="0">
            <a:normAutofit fontScale="90000"/>
          </a:bodyPr>
          <a:lstStyle/>
          <a:p>
            <a:pPr eaLnBrk="1" fontAlgn="auto" hangingPunct="1">
              <a:spcAft>
                <a:spcPts val="0"/>
              </a:spcAft>
              <a:defRPr/>
            </a:pPr>
            <a:r>
              <a:rPr lang="en-ZA" b="1" dirty="0"/>
              <a:t>7.1. </a:t>
            </a:r>
            <a:r>
              <a:rPr lang="en-US" b="1" dirty="0"/>
              <a:t>Electrical resistance</a:t>
            </a:r>
            <a:endParaRPr lang="en-ZA" b="1" dirty="0"/>
          </a:p>
        </p:txBody>
      </p:sp>
      <p:sp>
        <p:nvSpPr>
          <p:cNvPr id="3" name="Content Placeholder 2">
            <a:extLst>
              <a:ext uri="{FF2B5EF4-FFF2-40B4-BE49-F238E27FC236}">
                <a16:creationId xmlns:a16="http://schemas.microsoft.com/office/drawing/2014/main" id="{6B4A345F-387B-9A5B-0FC3-81C5CD4C37E6}"/>
              </a:ext>
            </a:extLst>
          </p:cNvPr>
          <p:cNvSpPr>
            <a:spLocks noGrp="1"/>
          </p:cNvSpPr>
          <p:nvPr>
            <p:ph sz="quarter" idx="1"/>
          </p:nvPr>
        </p:nvSpPr>
        <p:spPr>
          <a:xfrm>
            <a:off x="323850" y="2060575"/>
            <a:ext cx="8229600" cy="2574925"/>
          </a:xfrm>
        </p:spPr>
        <p:txBody>
          <a:bodyPr/>
          <a:lstStyle/>
          <a:p>
            <a:pPr algn="just" eaLnBrk="1" hangingPunct="1">
              <a:buFont typeface="Arial" panose="020B0604020202020204" pitchFamily="34" charset="0"/>
              <a:buNone/>
            </a:pPr>
            <a:r>
              <a:rPr lang="en-US" altLang="en-GB"/>
              <a:t>Voltage can be thought of as the pressure pushing charges along a conductor, while “</a:t>
            </a:r>
            <a:r>
              <a:rPr lang="en-US" altLang="en-GB" b="1" i="1"/>
              <a:t>the electrical resistance of a conductor is a measure of how difficult it is to push the charges along</a:t>
            </a:r>
            <a:r>
              <a:rPr lang="en-US" altLang="en-GB" i="1"/>
              <a:t>”</a:t>
            </a:r>
            <a:r>
              <a:rPr lang="en-US" altLang="en-GB"/>
              <a:t>. </a:t>
            </a:r>
          </a:p>
          <a:p>
            <a:pPr algn="just" eaLnBrk="1" hangingPunct="1">
              <a:buFont typeface="Arial" panose="020B0604020202020204" pitchFamily="34" charset="0"/>
              <a:buNone/>
            </a:pPr>
            <a:r>
              <a:rPr lang="en-US" altLang="en-GB"/>
              <a:t>Using the water flow analogy, electrical resistance is similar to friction. </a:t>
            </a:r>
            <a:endParaRPr lang="en-ZA" altLang="en-GB"/>
          </a:p>
        </p:txBody>
      </p:sp>
      <p:sp>
        <p:nvSpPr>
          <p:cNvPr id="111619" name="Date Placeholder 6">
            <a:extLst>
              <a:ext uri="{FF2B5EF4-FFF2-40B4-BE49-F238E27FC236}">
                <a16:creationId xmlns:a16="http://schemas.microsoft.com/office/drawing/2014/main" id="{2927F9D2-81DC-3EFE-00A9-B4B6D488A4B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E7751C4-821A-4E2C-9CF0-F566BA991DE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1620" name="Footer Placeholder 5">
            <a:extLst>
              <a:ext uri="{FF2B5EF4-FFF2-40B4-BE49-F238E27FC236}">
                <a16:creationId xmlns:a16="http://schemas.microsoft.com/office/drawing/2014/main" id="{D0A62183-28E3-4225-9878-E1C2CC65AE3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1621" name="Slide Number Placeholder 4">
            <a:extLst>
              <a:ext uri="{FF2B5EF4-FFF2-40B4-BE49-F238E27FC236}">
                <a16:creationId xmlns:a16="http://schemas.microsoft.com/office/drawing/2014/main" id="{B4F8A339-1CDD-E057-03F1-26BCD589516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6AA1168-242D-45B6-9CA4-B5A5889DE319}" type="slidenum">
              <a:rPr lang="en-ZA" altLang="en-GB" sz="1400" smtClean="0">
                <a:solidFill>
                  <a:srgbClr val="FFFFFF"/>
                </a:solidFill>
                <a:latin typeface="Franklin Gothic Book" panose="020B0503020102020204" pitchFamily="34" charset="0"/>
              </a:rPr>
              <a:pPr>
                <a:spcBef>
                  <a:spcPct val="0"/>
                </a:spcBef>
                <a:buClrTx/>
                <a:buSzTx/>
                <a:buFontTx/>
                <a:buNone/>
              </a:pPr>
              <a:t>88</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Title 1">
            <a:extLst>
              <a:ext uri="{FF2B5EF4-FFF2-40B4-BE49-F238E27FC236}">
                <a16:creationId xmlns:a16="http://schemas.microsoft.com/office/drawing/2014/main" id="{5EE57DA9-9890-0E3B-8C3C-E20A8E8DB3D8}"/>
              </a:ext>
            </a:extLst>
          </p:cNvPr>
          <p:cNvSpPr>
            <a:spLocks noGrp="1"/>
          </p:cNvSpPr>
          <p:nvPr>
            <p:ph type="title"/>
          </p:nvPr>
        </p:nvSpPr>
        <p:spPr/>
        <p:txBody>
          <a:bodyPr/>
          <a:lstStyle/>
          <a:p>
            <a:pPr eaLnBrk="1" hangingPunct="1"/>
            <a:r>
              <a:rPr lang="en-ZA" altLang="en-GB" b="1"/>
              <a:t>7.1. </a:t>
            </a:r>
            <a:r>
              <a:rPr lang="en-US" altLang="en-GB" b="1"/>
              <a:t>Electrical resistance</a:t>
            </a:r>
            <a:endParaRPr lang="en-US" altLang="en-GB"/>
          </a:p>
        </p:txBody>
      </p:sp>
      <p:sp>
        <p:nvSpPr>
          <p:cNvPr id="112642" name="Content Placeholder 2">
            <a:extLst>
              <a:ext uri="{FF2B5EF4-FFF2-40B4-BE49-F238E27FC236}">
                <a16:creationId xmlns:a16="http://schemas.microsoft.com/office/drawing/2014/main" id="{7C91F5E1-0B26-283D-545F-A6C65F0662E6}"/>
              </a:ext>
            </a:extLst>
          </p:cNvPr>
          <p:cNvSpPr>
            <a:spLocks noGrp="1"/>
          </p:cNvSpPr>
          <p:nvPr>
            <p:ph sz="quarter" idx="1"/>
          </p:nvPr>
        </p:nvSpPr>
        <p:spPr>
          <a:xfrm>
            <a:off x="457200" y="1600200"/>
            <a:ext cx="3394075" cy="5068888"/>
          </a:xfrm>
        </p:spPr>
        <p:txBody>
          <a:bodyPr/>
          <a:lstStyle/>
          <a:p>
            <a:pPr algn="just" eaLnBrk="1" hangingPunct="1">
              <a:buFont typeface="Arial" panose="020B0604020202020204" pitchFamily="34" charset="0"/>
              <a:buNone/>
            </a:pPr>
            <a:r>
              <a:rPr lang="en-US" altLang="en-GB"/>
              <a:t>    The resistance, </a:t>
            </a:r>
            <a:r>
              <a:rPr lang="en-US" altLang="en-GB" b="1" i="1"/>
              <a:t>R</a:t>
            </a:r>
            <a:r>
              <a:rPr lang="en-US" altLang="en-GB"/>
              <a:t>, of a material depends on its length (</a:t>
            </a:r>
            <a:r>
              <a:rPr lang="en-US" altLang="en-GB" b="1" i="1"/>
              <a:t>L</a:t>
            </a:r>
            <a:r>
              <a:rPr lang="en-US" altLang="en-GB" i="1"/>
              <a:t>)</a:t>
            </a:r>
            <a:r>
              <a:rPr lang="en-US" altLang="en-GB"/>
              <a:t>, cross-sectional area (</a:t>
            </a:r>
            <a:r>
              <a:rPr lang="en-US" altLang="en-GB" b="1" i="1"/>
              <a:t>A</a:t>
            </a:r>
            <a:r>
              <a:rPr lang="en-US" altLang="en-GB" i="1"/>
              <a:t>)</a:t>
            </a:r>
            <a:r>
              <a:rPr lang="en-US" altLang="en-GB"/>
              <a:t>, and the resistivity (</a:t>
            </a:r>
            <a:r>
              <a:rPr lang="el-GR" altLang="en-GB"/>
              <a:t>ρ</a:t>
            </a:r>
            <a:r>
              <a:rPr lang="en-US" altLang="en-GB"/>
              <a:t>), a number that depends on the material: </a:t>
            </a:r>
            <a:endParaRPr lang="en-ZA" altLang="en-GB"/>
          </a:p>
          <a:p>
            <a:pPr eaLnBrk="1" hangingPunct="1">
              <a:buFont typeface="Arial" panose="020B0604020202020204" pitchFamily="34" charset="0"/>
              <a:buNone/>
            </a:pPr>
            <a:endParaRPr lang="en-US" altLang="en-GB"/>
          </a:p>
        </p:txBody>
      </p:sp>
      <p:pic>
        <p:nvPicPr>
          <p:cNvPr id="112643" name="Picture 3">
            <a:extLst>
              <a:ext uri="{FF2B5EF4-FFF2-40B4-BE49-F238E27FC236}">
                <a16:creationId xmlns:a16="http://schemas.microsoft.com/office/drawing/2014/main" id="{10B45887-D736-D70B-CA64-CB2E31AAE93E}"/>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500563" y="2420938"/>
            <a:ext cx="4038600" cy="1935162"/>
          </a:xfrm>
          <a:noFill/>
        </p:spPr>
      </p:pic>
      <p:sp>
        <p:nvSpPr>
          <p:cNvPr id="112644" name="Date Placeholder 4">
            <a:extLst>
              <a:ext uri="{FF2B5EF4-FFF2-40B4-BE49-F238E27FC236}">
                <a16:creationId xmlns:a16="http://schemas.microsoft.com/office/drawing/2014/main" id="{8A8A33E8-23A8-898C-40C6-93603984326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2C00AC0-A4BA-4157-A076-B6B20C07BB62}"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2645" name="Footer Placeholder 5">
            <a:extLst>
              <a:ext uri="{FF2B5EF4-FFF2-40B4-BE49-F238E27FC236}">
                <a16:creationId xmlns:a16="http://schemas.microsoft.com/office/drawing/2014/main" id="{35611303-7187-A6AF-805B-59D3404935B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2646" name="Slide Number Placeholder 6">
            <a:extLst>
              <a:ext uri="{FF2B5EF4-FFF2-40B4-BE49-F238E27FC236}">
                <a16:creationId xmlns:a16="http://schemas.microsoft.com/office/drawing/2014/main" id="{9F6ACF9E-2143-5558-F72A-29FAEF2C69C3}"/>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7EEDE3B-F269-491C-BC4F-E1CD92F03B72}" type="slidenum">
              <a:rPr lang="en-ZA" altLang="en-GB" sz="1400" smtClean="0">
                <a:solidFill>
                  <a:srgbClr val="FFFFFF"/>
                </a:solidFill>
                <a:latin typeface="Franklin Gothic Book" panose="020B0503020102020204" pitchFamily="34" charset="0"/>
              </a:rPr>
              <a:pPr>
                <a:spcBef>
                  <a:spcPct val="0"/>
                </a:spcBef>
                <a:buClrTx/>
                <a:buSzTx/>
                <a:buFontTx/>
                <a:buNone/>
              </a:pPr>
              <a:t>89</a:t>
            </a:fld>
            <a:endParaRPr lang="en-ZA" altLang="en-GB" sz="1400">
              <a:solidFill>
                <a:srgbClr val="FFFFFF"/>
              </a:solidFill>
              <a:latin typeface="Franklin Gothic Book" panose="020B0503020102020204" pitchFamily="34" charset="0"/>
            </a:endParaRPr>
          </a:p>
        </p:txBody>
      </p:sp>
      <p:pic>
        <p:nvPicPr>
          <p:cNvPr id="112647" name="Picture 4">
            <a:extLst>
              <a:ext uri="{FF2B5EF4-FFF2-40B4-BE49-F238E27FC236}">
                <a16:creationId xmlns:a16="http://schemas.microsoft.com/office/drawing/2014/main" id="{005C6AF7-0B7E-F1E4-88E9-ADCD6A0440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3575" y="5013325"/>
            <a:ext cx="302895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Title 1">
            <a:extLst>
              <a:ext uri="{FF2B5EF4-FFF2-40B4-BE49-F238E27FC236}">
                <a16:creationId xmlns:a16="http://schemas.microsoft.com/office/drawing/2014/main" id="{3C890A56-FEC8-A1F8-02FC-F5A39E1AED80}"/>
              </a:ext>
            </a:extLst>
          </p:cNvPr>
          <p:cNvSpPr>
            <a:spLocks noGrp="1"/>
          </p:cNvSpPr>
          <p:nvPr>
            <p:ph type="title"/>
          </p:nvPr>
        </p:nvSpPr>
        <p:spPr>
          <a:xfrm>
            <a:off x="457200" y="274638"/>
            <a:ext cx="8229600" cy="706437"/>
          </a:xfrm>
        </p:spPr>
        <p:txBody>
          <a:bodyPr/>
          <a:lstStyle/>
          <a:p>
            <a:pPr eaLnBrk="1" hangingPunct="1"/>
            <a:r>
              <a:rPr lang="en-ZA" altLang="en-GB" b="1"/>
              <a:t>7.1. </a:t>
            </a:r>
            <a:r>
              <a:rPr lang="en-US" altLang="en-GB" b="1"/>
              <a:t>Electrical resistance</a:t>
            </a:r>
            <a:endParaRPr lang="en-US" altLang="en-GB"/>
          </a:p>
        </p:txBody>
      </p:sp>
      <p:sp>
        <p:nvSpPr>
          <p:cNvPr id="113666" name="Content Placeholder 2">
            <a:extLst>
              <a:ext uri="{FF2B5EF4-FFF2-40B4-BE49-F238E27FC236}">
                <a16:creationId xmlns:a16="http://schemas.microsoft.com/office/drawing/2014/main" id="{1F23BD58-86BF-CE6F-0506-6C74C4212269}"/>
              </a:ext>
            </a:extLst>
          </p:cNvPr>
          <p:cNvSpPr>
            <a:spLocks noGrp="1"/>
          </p:cNvSpPr>
          <p:nvPr>
            <p:ph sz="quarter" idx="1"/>
          </p:nvPr>
        </p:nvSpPr>
        <p:spPr>
          <a:xfrm>
            <a:off x="457200" y="1600200"/>
            <a:ext cx="3609975" cy="2044700"/>
          </a:xfrm>
        </p:spPr>
        <p:txBody>
          <a:bodyPr/>
          <a:lstStyle/>
          <a:p>
            <a:pPr algn="just" eaLnBrk="1" hangingPunct="1">
              <a:buFont typeface="Arial" panose="020B0604020202020204" pitchFamily="34" charset="0"/>
              <a:buNone/>
            </a:pPr>
            <a:r>
              <a:rPr lang="en-US" altLang="en-GB" sz="2400"/>
              <a:t>    </a:t>
            </a:r>
            <a:r>
              <a:rPr lang="en-US" altLang="en-GB" sz="2400" b="1">
                <a:solidFill>
                  <a:srgbClr val="7030A0"/>
                </a:solidFill>
              </a:rPr>
              <a:t>Resistance also depends on temperature, usually increasing as the temperature increases the resistance. </a:t>
            </a:r>
          </a:p>
        </p:txBody>
      </p:sp>
      <p:sp>
        <p:nvSpPr>
          <p:cNvPr id="113667" name="Date Placeholder 4">
            <a:extLst>
              <a:ext uri="{FF2B5EF4-FFF2-40B4-BE49-F238E27FC236}">
                <a16:creationId xmlns:a16="http://schemas.microsoft.com/office/drawing/2014/main" id="{93425675-99E2-6658-4F09-A58900501E7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F87291E-21E2-4362-928B-A9068A1F481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3668" name="Footer Placeholder 5">
            <a:extLst>
              <a:ext uri="{FF2B5EF4-FFF2-40B4-BE49-F238E27FC236}">
                <a16:creationId xmlns:a16="http://schemas.microsoft.com/office/drawing/2014/main" id="{B8E214A9-30EE-44CD-99D1-11036BBC7E7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3669" name="Slide Number Placeholder 6">
            <a:extLst>
              <a:ext uri="{FF2B5EF4-FFF2-40B4-BE49-F238E27FC236}">
                <a16:creationId xmlns:a16="http://schemas.microsoft.com/office/drawing/2014/main" id="{42E9D601-33F5-950F-5699-022196DB01FB}"/>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7E1417E-002F-4C9A-B792-6904A4A17D6A}" type="slidenum">
              <a:rPr lang="en-ZA" altLang="en-GB" sz="1400" smtClean="0">
                <a:solidFill>
                  <a:srgbClr val="FFFFFF"/>
                </a:solidFill>
                <a:latin typeface="Franklin Gothic Book" panose="020B0503020102020204" pitchFamily="34" charset="0"/>
              </a:rPr>
              <a:pPr>
                <a:spcBef>
                  <a:spcPct val="0"/>
                </a:spcBef>
                <a:buClrTx/>
                <a:buSzTx/>
                <a:buFontTx/>
                <a:buNone/>
              </a:pPr>
              <a:t>90</a:t>
            </a:fld>
            <a:endParaRPr lang="en-ZA" altLang="en-GB" sz="1400">
              <a:solidFill>
                <a:srgbClr val="FFFFFF"/>
              </a:solidFill>
              <a:latin typeface="Franklin Gothic Book" panose="020B0503020102020204" pitchFamily="34" charset="0"/>
            </a:endParaRPr>
          </a:p>
        </p:txBody>
      </p:sp>
      <p:pic>
        <p:nvPicPr>
          <p:cNvPr id="113670" name="Picture 3">
            <a:extLst>
              <a:ext uri="{FF2B5EF4-FFF2-40B4-BE49-F238E27FC236}">
                <a16:creationId xmlns:a16="http://schemas.microsoft.com/office/drawing/2014/main" id="{EA276DD8-546C-59EB-D247-B7B2B04706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350" y="3860800"/>
            <a:ext cx="6429375"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3671" name="Picture 4">
            <a:extLst>
              <a:ext uri="{FF2B5EF4-FFF2-40B4-BE49-F238E27FC236}">
                <a16:creationId xmlns:a16="http://schemas.microsoft.com/office/drawing/2014/main" id="{EB36BADD-E44B-4372-915A-172E58A3C6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4684" y="1319765"/>
            <a:ext cx="4799012"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Title 1">
            <a:extLst>
              <a:ext uri="{FF2B5EF4-FFF2-40B4-BE49-F238E27FC236}">
                <a16:creationId xmlns:a16="http://schemas.microsoft.com/office/drawing/2014/main" id="{2CFBFEB0-188E-AC07-A1C2-5E387F7FC06B}"/>
              </a:ext>
            </a:extLst>
          </p:cNvPr>
          <p:cNvSpPr>
            <a:spLocks noGrp="1"/>
          </p:cNvSpPr>
          <p:nvPr>
            <p:ph type="title"/>
          </p:nvPr>
        </p:nvSpPr>
        <p:spPr>
          <a:xfrm>
            <a:off x="457200" y="71438"/>
            <a:ext cx="8186738" cy="1000125"/>
          </a:xfrm>
        </p:spPr>
        <p:txBody>
          <a:bodyPr/>
          <a:lstStyle/>
          <a:p>
            <a:pPr eaLnBrk="1" hangingPunct="1"/>
            <a:r>
              <a:rPr lang="en-ZA" altLang="en-GB" b="1"/>
              <a:t>7.1. </a:t>
            </a:r>
            <a:r>
              <a:rPr lang="en-US" altLang="en-GB" b="1"/>
              <a:t>Electrical resistance</a:t>
            </a:r>
            <a:endParaRPr lang="en-ZA" altLang="en-GB" b="1"/>
          </a:p>
        </p:txBody>
      </p:sp>
      <p:sp>
        <p:nvSpPr>
          <p:cNvPr id="3" name="Content Placeholder 2">
            <a:extLst>
              <a:ext uri="{FF2B5EF4-FFF2-40B4-BE49-F238E27FC236}">
                <a16:creationId xmlns:a16="http://schemas.microsoft.com/office/drawing/2014/main" id="{7F36174A-B0AD-808D-2AD8-CC9067D9354E}"/>
              </a:ext>
            </a:extLst>
          </p:cNvPr>
          <p:cNvSpPr>
            <a:spLocks noGrp="1"/>
          </p:cNvSpPr>
          <p:nvPr>
            <p:ph sz="quarter" idx="1"/>
          </p:nvPr>
        </p:nvSpPr>
        <p:spPr>
          <a:xfrm>
            <a:off x="827088" y="2781300"/>
            <a:ext cx="7527925" cy="2016125"/>
          </a:xfrm>
        </p:spPr>
        <p:txBody>
          <a:bodyPr/>
          <a:lstStyle/>
          <a:p>
            <a:pPr algn="just" eaLnBrk="1" hangingPunct="1">
              <a:buFont typeface="Arial" panose="020B0604020202020204" pitchFamily="34" charset="0"/>
              <a:buNone/>
            </a:pPr>
            <a:r>
              <a:rPr lang="en-US" altLang="en-GB"/>
              <a:t>   At low temperatures some materials, known as superconductors, have no resistance at all.</a:t>
            </a:r>
          </a:p>
          <a:p>
            <a:pPr algn="just" eaLnBrk="1" hangingPunct="1">
              <a:buFont typeface="Arial" panose="020B0604020202020204" pitchFamily="34" charset="0"/>
              <a:buNone/>
            </a:pPr>
            <a:r>
              <a:rPr lang="en-US" altLang="en-GB"/>
              <a:t>    Resistance in wires produces a loss of energy (usually in the form of heat), so materials with no resistance produce no energy loss when currents pass through them.</a:t>
            </a:r>
            <a:endParaRPr lang="en-ZA" altLang="en-GB"/>
          </a:p>
        </p:txBody>
      </p:sp>
      <p:sp>
        <p:nvSpPr>
          <p:cNvPr id="114691" name="Date Placeholder 9">
            <a:extLst>
              <a:ext uri="{FF2B5EF4-FFF2-40B4-BE49-F238E27FC236}">
                <a16:creationId xmlns:a16="http://schemas.microsoft.com/office/drawing/2014/main" id="{FFEE9C10-1EA2-3A39-9E4D-9DD51DD5201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031AE0B-3E3D-4085-A5FE-F1F312CAF9CE}"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4692" name="Footer Placeholder 8">
            <a:extLst>
              <a:ext uri="{FF2B5EF4-FFF2-40B4-BE49-F238E27FC236}">
                <a16:creationId xmlns:a16="http://schemas.microsoft.com/office/drawing/2014/main" id="{3096606D-9C08-3EA9-9228-329918DE16C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4693" name="Slide Number Placeholder 7">
            <a:extLst>
              <a:ext uri="{FF2B5EF4-FFF2-40B4-BE49-F238E27FC236}">
                <a16:creationId xmlns:a16="http://schemas.microsoft.com/office/drawing/2014/main" id="{3879AA00-64D2-898B-61CE-80D74737FFD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AD266C4-5FA9-4672-A4CD-912DD2109DF0}" type="slidenum">
              <a:rPr lang="en-ZA" altLang="en-GB" sz="1400" smtClean="0">
                <a:solidFill>
                  <a:srgbClr val="FFFFFF"/>
                </a:solidFill>
                <a:latin typeface="Franklin Gothic Book" panose="020B0503020102020204" pitchFamily="34" charset="0"/>
              </a:rPr>
              <a:pPr>
                <a:spcBef>
                  <a:spcPct val="0"/>
                </a:spcBef>
                <a:buClrTx/>
                <a:buSzTx/>
                <a:buFontTx/>
                <a:buNone/>
              </a:pPr>
              <a:t>91</a:t>
            </a:fld>
            <a:endParaRPr lang="en-ZA" altLang="en-GB" sz="1400">
              <a:solidFill>
                <a:srgbClr val="FFFFFF"/>
              </a:solidFill>
              <a:latin typeface="Franklin Gothic Book" panose="020B0503020102020204" pitchFamily="34" charset="0"/>
            </a:endParaRPr>
          </a:p>
        </p:txBody>
      </p:sp>
      <p:sp>
        <p:nvSpPr>
          <p:cNvPr id="114694" name="Rectangle 2">
            <a:extLst>
              <a:ext uri="{FF2B5EF4-FFF2-40B4-BE49-F238E27FC236}">
                <a16:creationId xmlns:a16="http://schemas.microsoft.com/office/drawing/2014/main" id="{E3374A83-A0D1-8696-32C3-02D969A2C50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14695" name="Rectangle 4">
            <a:extLst>
              <a:ext uri="{FF2B5EF4-FFF2-40B4-BE49-F238E27FC236}">
                <a16:creationId xmlns:a16="http://schemas.microsoft.com/office/drawing/2014/main" id="{517B60BC-BCF7-F2A4-7461-1A6B257E6A2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14696" name="Rectangle 2">
            <a:extLst>
              <a:ext uri="{FF2B5EF4-FFF2-40B4-BE49-F238E27FC236}">
                <a16:creationId xmlns:a16="http://schemas.microsoft.com/office/drawing/2014/main" id="{05FC6199-6AF8-3680-D98A-6D7E35FEA556}"/>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amond(in)">
                                      <p:cBhvr>
                                        <p:cTn id="7" dur="2000"/>
                                        <p:tgtEl>
                                          <p:spTgt spid="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amond(in)">
                                      <p:cBhvr>
                                        <p:cTn id="12"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Title 1">
            <a:extLst>
              <a:ext uri="{FF2B5EF4-FFF2-40B4-BE49-F238E27FC236}">
                <a16:creationId xmlns:a16="http://schemas.microsoft.com/office/drawing/2014/main" id="{752676DE-27AF-3FE7-60BE-08AF783E410D}"/>
              </a:ext>
            </a:extLst>
          </p:cNvPr>
          <p:cNvSpPr>
            <a:spLocks noGrp="1"/>
          </p:cNvSpPr>
          <p:nvPr>
            <p:ph type="title"/>
          </p:nvPr>
        </p:nvSpPr>
        <p:spPr>
          <a:xfrm>
            <a:off x="457200" y="71438"/>
            <a:ext cx="8186738" cy="857250"/>
          </a:xfrm>
        </p:spPr>
        <p:txBody>
          <a:bodyPr/>
          <a:lstStyle/>
          <a:p>
            <a:pPr eaLnBrk="1" hangingPunct="1"/>
            <a:r>
              <a:rPr lang="en-US" altLang="en-GB" b="1"/>
              <a:t>7.2. Ohm's Law</a:t>
            </a:r>
            <a:endParaRPr lang="en-ZA" altLang="en-GB" b="1"/>
          </a:p>
        </p:txBody>
      </p:sp>
      <p:sp>
        <p:nvSpPr>
          <p:cNvPr id="3" name="Content Placeholder 2">
            <a:extLst>
              <a:ext uri="{FF2B5EF4-FFF2-40B4-BE49-F238E27FC236}">
                <a16:creationId xmlns:a16="http://schemas.microsoft.com/office/drawing/2014/main" id="{E6B0B2FA-27F5-1B45-47C5-11FCCF60A73E}"/>
              </a:ext>
            </a:extLst>
          </p:cNvPr>
          <p:cNvSpPr>
            <a:spLocks noGrp="1"/>
          </p:cNvSpPr>
          <p:nvPr>
            <p:ph sz="quarter" idx="1"/>
          </p:nvPr>
        </p:nvSpPr>
        <p:spPr>
          <a:xfrm>
            <a:off x="323850" y="2349500"/>
            <a:ext cx="8258175" cy="2789238"/>
          </a:xfrm>
        </p:spPr>
        <p:txBody>
          <a:bodyPr/>
          <a:lstStyle/>
          <a:p>
            <a:pPr algn="just" eaLnBrk="1" hangingPunct="1">
              <a:buFont typeface="Arial" panose="020B0604020202020204" pitchFamily="34" charset="0"/>
              <a:buNone/>
            </a:pPr>
            <a:r>
              <a:rPr lang="en-US" altLang="en-GB"/>
              <a:t>   For a current to exist in a conductor, there must be a potential difference between its ends, just as a difference in height between source and outlet is necessary for a river current to exist.</a:t>
            </a:r>
          </a:p>
          <a:p>
            <a:pPr algn="just" eaLnBrk="1" hangingPunct="1">
              <a:buFont typeface="Arial" panose="020B0604020202020204" pitchFamily="34" charset="0"/>
              <a:buNone/>
            </a:pPr>
            <a:r>
              <a:rPr lang="en-US" altLang="en-GB"/>
              <a:t>   In the case of a metallic conductor, the current is proportional to the applied potential difference: </a:t>
            </a:r>
            <a:r>
              <a:rPr lang="en-US" altLang="en-GB" i="1"/>
              <a:t>Doubling </a:t>
            </a:r>
            <a:r>
              <a:rPr lang="en-US" altLang="en-GB" b="1" i="1"/>
              <a:t>V</a:t>
            </a:r>
            <a:r>
              <a:rPr lang="en-US" altLang="en-GB" i="1"/>
              <a:t> causes </a:t>
            </a:r>
            <a:r>
              <a:rPr lang="en-US" altLang="en-GB" b="1" i="1"/>
              <a:t>I</a:t>
            </a:r>
            <a:r>
              <a:rPr lang="en-US" altLang="en-GB" i="1"/>
              <a:t> to double, tripling </a:t>
            </a:r>
            <a:r>
              <a:rPr lang="en-US" altLang="en-GB" b="1" i="1"/>
              <a:t>V</a:t>
            </a:r>
            <a:r>
              <a:rPr lang="en-US" altLang="en-GB" i="1"/>
              <a:t> causes </a:t>
            </a:r>
            <a:r>
              <a:rPr lang="en-US" altLang="en-GB" b="1" i="1"/>
              <a:t>I</a:t>
            </a:r>
            <a:r>
              <a:rPr lang="en-US" altLang="en-GB" i="1"/>
              <a:t> to triple, and so forth</a:t>
            </a:r>
            <a:r>
              <a:rPr lang="en-US" altLang="en-GB"/>
              <a:t>. </a:t>
            </a:r>
            <a:endParaRPr lang="en-ZA" altLang="en-GB"/>
          </a:p>
        </p:txBody>
      </p:sp>
      <p:sp>
        <p:nvSpPr>
          <p:cNvPr id="115715" name="Date Placeholder 9">
            <a:extLst>
              <a:ext uri="{FF2B5EF4-FFF2-40B4-BE49-F238E27FC236}">
                <a16:creationId xmlns:a16="http://schemas.microsoft.com/office/drawing/2014/main" id="{700BA24D-8EFE-896A-DC3F-68FD7836979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FAA816E-BF09-42A1-850F-D0438E4AA50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5716" name="Footer Placeholder 8">
            <a:extLst>
              <a:ext uri="{FF2B5EF4-FFF2-40B4-BE49-F238E27FC236}">
                <a16:creationId xmlns:a16="http://schemas.microsoft.com/office/drawing/2014/main" id="{9A5C6060-E9F4-DA3C-0FE0-BB10ABD2DF7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5717" name="Slide Number Placeholder 7">
            <a:extLst>
              <a:ext uri="{FF2B5EF4-FFF2-40B4-BE49-F238E27FC236}">
                <a16:creationId xmlns:a16="http://schemas.microsoft.com/office/drawing/2014/main" id="{9326C6E4-EDF2-6A9B-C4C7-DB5FC1FDE715}"/>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409447A-1885-47C6-8305-E95A19F3F613}" type="slidenum">
              <a:rPr lang="en-ZA" altLang="en-GB" sz="1400" smtClean="0">
                <a:solidFill>
                  <a:srgbClr val="FFFFFF"/>
                </a:solidFill>
                <a:latin typeface="Franklin Gothic Book" panose="020B0503020102020204" pitchFamily="34" charset="0"/>
              </a:rPr>
              <a:pPr>
                <a:spcBef>
                  <a:spcPct val="0"/>
                </a:spcBef>
                <a:buClrTx/>
                <a:buSzTx/>
                <a:buFontTx/>
                <a:buNone/>
              </a:pPr>
              <a:t>92</a:t>
            </a:fld>
            <a:endParaRPr lang="en-ZA" altLang="en-GB" sz="1400">
              <a:solidFill>
                <a:srgbClr val="FFFFFF"/>
              </a:solidFill>
              <a:latin typeface="Franklin Gothic Book" panose="020B0503020102020204" pitchFamily="34" charset="0"/>
            </a:endParaRPr>
          </a:p>
        </p:txBody>
      </p:sp>
      <p:sp>
        <p:nvSpPr>
          <p:cNvPr id="115718" name="Rectangle 2">
            <a:extLst>
              <a:ext uri="{FF2B5EF4-FFF2-40B4-BE49-F238E27FC236}">
                <a16:creationId xmlns:a16="http://schemas.microsoft.com/office/drawing/2014/main" id="{A59AD007-DB15-37DC-766A-74AB587A240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15719" name="Rectangle 4">
            <a:extLst>
              <a:ext uri="{FF2B5EF4-FFF2-40B4-BE49-F238E27FC236}">
                <a16:creationId xmlns:a16="http://schemas.microsoft.com/office/drawing/2014/main" id="{04BA035D-990C-20AD-9F96-DFA796A58DCD}"/>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15720" name="Rectangle 2">
            <a:extLst>
              <a:ext uri="{FF2B5EF4-FFF2-40B4-BE49-F238E27FC236}">
                <a16:creationId xmlns:a16="http://schemas.microsoft.com/office/drawing/2014/main" id="{0FA4D879-E419-C6A0-F391-E90CEFBB3FC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Oval 3">
            <a:extLst>
              <a:ext uri="{FF2B5EF4-FFF2-40B4-BE49-F238E27FC236}">
                <a16:creationId xmlns:a16="http://schemas.microsoft.com/office/drawing/2014/main" id="{9517AFF4-34E1-D950-3913-6CB3EC1C8DDB}"/>
              </a:ext>
            </a:extLst>
          </p:cNvPr>
          <p:cNvSpPr>
            <a:spLocks noChangeArrowheads="1"/>
          </p:cNvSpPr>
          <p:nvPr/>
        </p:nvSpPr>
        <p:spPr bwMode="auto">
          <a:xfrm>
            <a:off x="609600" y="1066800"/>
            <a:ext cx="5181600" cy="5181600"/>
          </a:xfrm>
          <a:prstGeom prst="ellipse">
            <a:avLst/>
          </a:prstGeom>
          <a:noFill/>
          <a:ln w="571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
        <p:nvSpPr>
          <p:cNvPr id="116738" name="Line 4">
            <a:extLst>
              <a:ext uri="{FF2B5EF4-FFF2-40B4-BE49-F238E27FC236}">
                <a16:creationId xmlns:a16="http://schemas.microsoft.com/office/drawing/2014/main" id="{3D1DBC09-CDE9-3563-3634-4A3B8D8C0686}"/>
              </a:ext>
            </a:extLst>
          </p:cNvPr>
          <p:cNvSpPr>
            <a:spLocks noChangeShapeType="1"/>
          </p:cNvSpPr>
          <p:nvPr/>
        </p:nvSpPr>
        <p:spPr bwMode="auto">
          <a:xfrm>
            <a:off x="609600" y="3657600"/>
            <a:ext cx="5181600" cy="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39" name="Line 5">
            <a:extLst>
              <a:ext uri="{FF2B5EF4-FFF2-40B4-BE49-F238E27FC236}">
                <a16:creationId xmlns:a16="http://schemas.microsoft.com/office/drawing/2014/main" id="{A1B28569-3C72-C4DC-ABA3-1263007C02A3}"/>
              </a:ext>
            </a:extLst>
          </p:cNvPr>
          <p:cNvSpPr>
            <a:spLocks noChangeShapeType="1"/>
          </p:cNvSpPr>
          <p:nvPr/>
        </p:nvSpPr>
        <p:spPr bwMode="auto">
          <a:xfrm>
            <a:off x="3200400" y="3657600"/>
            <a:ext cx="0" cy="2590800"/>
          </a:xfrm>
          <a:prstGeom prst="line">
            <a:avLst/>
          </a:prstGeom>
          <a:noFill/>
          <a:ln w="571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40" name="Rectangle 6">
            <a:extLst>
              <a:ext uri="{FF2B5EF4-FFF2-40B4-BE49-F238E27FC236}">
                <a16:creationId xmlns:a16="http://schemas.microsoft.com/office/drawing/2014/main" id="{BD94F3EB-BA71-8CD4-BE4A-4A36C89A3C44}"/>
              </a:ext>
            </a:extLst>
          </p:cNvPr>
          <p:cNvSpPr>
            <a:spLocks noChangeArrowheads="1"/>
          </p:cNvSpPr>
          <p:nvPr/>
        </p:nvSpPr>
        <p:spPr bwMode="auto">
          <a:xfrm>
            <a:off x="2743200" y="1752600"/>
            <a:ext cx="1066800" cy="15557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9600" b="1">
                <a:solidFill>
                  <a:srgbClr val="FFFF00"/>
                </a:solidFill>
                <a:latin typeface="Bookman Old Style" panose="02050604050505020204" pitchFamily="18" charset="0"/>
              </a:rPr>
              <a:t>V</a:t>
            </a:r>
          </a:p>
        </p:txBody>
      </p:sp>
      <p:sp>
        <p:nvSpPr>
          <p:cNvPr id="116741" name="Rectangle 7">
            <a:extLst>
              <a:ext uri="{FF2B5EF4-FFF2-40B4-BE49-F238E27FC236}">
                <a16:creationId xmlns:a16="http://schemas.microsoft.com/office/drawing/2014/main" id="{6B2E853F-8E2A-D8C9-3B01-4B64F1671610}"/>
              </a:ext>
            </a:extLst>
          </p:cNvPr>
          <p:cNvSpPr>
            <a:spLocks noChangeArrowheads="1"/>
          </p:cNvSpPr>
          <p:nvPr/>
        </p:nvSpPr>
        <p:spPr bwMode="auto">
          <a:xfrm>
            <a:off x="1524000" y="3810000"/>
            <a:ext cx="1066800" cy="15557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lgn="ctr" eaLnBrk="1" hangingPunct="1">
              <a:spcBef>
                <a:spcPct val="20000"/>
              </a:spcBef>
              <a:buClrTx/>
              <a:buSzTx/>
              <a:buFontTx/>
              <a:buNone/>
            </a:pPr>
            <a:r>
              <a:rPr lang="en-US" altLang="en-GB" sz="9600" b="1">
                <a:solidFill>
                  <a:srgbClr val="FFFF00"/>
                </a:solidFill>
                <a:latin typeface="Bookman Old Style" panose="02050604050505020204" pitchFamily="18" charset="0"/>
              </a:rPr>
              <a:t>I</a:t>
            </a:r>
          </a:p>
        </p:txBody>
      </p:sp>
      <p:sp>
        <p:nvSpPr>
          <p:cNvPr id="116742" name="Rectangle 8">
            <a:extLst>
              <a:ext uri="{FF2B5EF4-FFF2-40B4-BE49-F238E27FC236}">
                <a16:creationId xmlns:a16="http://schemas.microsoft.com/office/drawing/2014/main" id="{AFBA19D5-79E1-C9FA-2DB7-A0B4F6C40D85}"/>
              </a:ext>
            </a:extLst>
          </p:cNvPr>
          <p:cNvSpPr>
            <a:spLocks noChangeArrowheads="1"/>
          </p:cNvSpPr>
          <p:nvPr/>
        </p:nvSpPr>
        <p:spPr bwMode="auto">
          <a:xfrm>
            <a:off x="3657600" y="3810000"/>
            <a:ext cx="1143000" cy="1555750"/>
          </a:xfrm>
          <a:prstGeom prst="rect">
            <a:avLst/>
          </a:prstGeom>
          <a:solidFill>
            <a:srgbClr val="FF0000"/>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9600" b="1">
                <a:solidFill>
                  <a:srgbClr val="FFFF00"/>
                </a:solidFill>
                <a:latin typeface="Bookman Old Style" panose="02050604050505020204" pitchFamily="18" charset="0"/>
              </a:rPr>
              <a:t>R</a:t>
            </a:r>
          </a:p>
        </p:txBody>
      </p:sp>
      <p:sp>
        <p:nvSpPr>
          <p:cNvPr id="116743" name="Rectangle 9">
            <a:extLst>
              <a:ext uri="{FF2B5EF4-FFF2-40B4-BE49-F238E27FC236}">
                <a16:creationId xmlns:a16="http://schemas.microsoft.com/office/drawing/2014/main" id="{56235D88-1DD4-08E9-DE81-D909A94B17BF}"/>
              </a:ext>
            </a:extLst>
          </p:cNvPr>
          <p:cNvSpPr>
            <a:spLocks noChangeArrowheads="1"/>
          </p:cNvSpPr>
          <p:nvPr/>
        </p:nvSpPr>
        <p:spPr bwMode="auto">
          <a:xfrm>
            <a:off x="6705600" y="4038600"/>
            <a:ext cx="1219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3200" b="1">
                <a:latin typeface="Times New Roman" panose="02020603050405020304" pitchFamily="18" charset="0"/>
              </a:rPr>
              <a:t>V=IR</a:t>
            </a:r>
          </a:p>
        </p:txBody>
      </p:sp>
      <p:sp>
        <p:nvSpPr>
          <p:cNvPr id="116744" name="Rectangle 10">
            <a:extLst>
              <a:ext uri="{FF2B5EF4-FFF2-40B4-BE49-F238E27FC236}">
                <a16:creationId xmlns:a16="http://schemas.microsoft.com/office/drawing/2014/main" id="{8C93E682-D38D-8544-D137-B0E7EF02F403}"/>
              </a:ext>
            </a:extLst>
          </p:cNvPr>
          <p:cNvSpPr>
            <a:spLocks noChangeArrowheads="1"/>
          </p:cNvSpPr>
          <p:nvPr/>
        </p:nvSpPr>
        <p:spPr bwMode="auto">
          <a:xfrm>
            <a:off x="6096000" y="1219200"/>
            <a:ext cx="2895600" cy="2357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3200" b="1">
                <a:latin typeface="Times New Roman" panose="02020603050405020304" pitchFamily="18" charset="0"/>
              </a:rPr>
              <a:t>Given:</a:t>
            </a:r>
          </a:p>
          <a:p>
            <a:pPr eaLnBrk="1" hangingPunct="1">
              <a:spcBef>
                <a:spcPct val="20000"/>
              </a:spcBef>
              <a:buClrTx/>
              <a:buSzTx/>
              <a:buFontTx/>
              <a:buNone/>
            </a:pPr>
            <a:r>
              <a:rPr lang="en-US" altLang="en-GB" sz="3200" b="1">
                <a:latin typeface="Times New Roman" panose="02020603050405020304" pitchFamily="18" charset="0"/>
              </a:rPr>
              <a:t>V = Voltage</a:t>
            </a:r>
          </a:p>
          <a:p>
            <a:pPr eaLnBrk="1" hangingPunct="1">
              <a:spcBef>
                <a:spcPct val="20000"/>
              </a:spcBef>
              <a:buClrTx/>
              <a:buSzTx/>
              <a:buFontTx/>
              <a:buNone/>
            </a:pPr>
            <a:r>
              <a:rPr lang="en-US" altLang="en-GB" sz="3200" b="1">
                <a:latin typeface="Times New Roman" panose="02020603050405020304" pitchFamily="18" charset="0"/>
              </a:rPr>
              <a:t>I = Current</a:t>
            </a:r>
          </a:p>
          <a:p>
            <a:pPr eaLnBrk="1" hangingPunct="1">
              <a:spcBef>
                <a:spcPct val="20000"/>
              </a:spcBef>
              <a:buClrTx/>
              <a:buSzTx/>
              <a:buFontTx/>
              <a:buNone/>
            </a:pPr>
            <a:r>
              <a:rPr lang="en-US" altLang="en-GB" sz="3200" b="1">
                <a:latin typeface="Times New Roman" panose="02020603050405020304" pitchFamily="18" charset="0"/>
              </a:rPr>
              <a:t>R = Resistance</a:t>
            </a:r>
          </a:p>
        </p:txBody>
      </p:sp>
      <p:sp>
        <p:nvSpPr>
          <p:cNvPr id="116745" name="Rectangle 11">
            <a:extLst>
              <a:ext uri="{FF2B5EF4-FFF2-40B4-BE49-F238E27FC236}">
                <a16:creationId xmlns:a16="http://schemas.microsoft.com/office/drawing/2014/main" id="{60AD2277-87DA-F003-FCF4-7091BE309EDA}"/>
              </a:ext>
            </a:extLst>
          </p:cNvPr>
          <p:cNvSpPr>
            <a:spLocks noChangeArrowheads="1"/>
          </p:cNvSpPr>
          <p:nvPr/>
        </p:nvSpPr>
        <p:spPr bwMode="auto">
          <a:xfrm>
            <a:off x="6705600" y="46482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3200" b="1">
                <a:latin typeface="Times New Roman" panose="02020603050405020304" pitchFamily="18" charset="0"/>
              </a:rPr>
              <a:t>I = V/R</a:t>
            </a:r>
          </a:p>
        </p:txBody>
      </p:sp>
      <p:sp>
        <p:nvSpPr>
          <p:cNvPr id="116746" name="Rectangle 12">
            <a:extLst>
              <a:ext uri="{FF2B5EF4-FFF2-40B4-BE49-F238E27FC236}">
                <a16:creationId xmlns:a16="http://schemas.microsoft.com/office/drawing/2014/main" id="{AE48283D-A52D-6CBC-F066-ABC0F65E095D}"/>
              </a:ext>
            </a:extLst>
          </p:cNvPr>
          <p:cNvSpPr>
            <a:spLocks noChangeArrowheads="1"/>
          </p:cNvSpPr>
          <p:nvPr/>
        </p:nvSpPr>
        <p:spPr bwMode="auto">
          <a:xfrm>
            <a:off x="6705600" y="5257800"/>
            <a:ext cx="15240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20000"/>
              </a:spcBef>
              <a:buClrTx/>
              <a:buSzTx/>
              <a:buFontTx/>
              <a:buNone/>
            </a:pPr>
            <a:r>
              <a:rPr lang="en-US" altLang="en-GB" sz="3200" b="1">
                <a:latin typeface="Times New Roman" panose="02020603050405020304" pitchFamily="18" charset="0"/>
              </a:rPr>
              <a:t>R = V/I</a:t>
            </a:r>
          </a:p>
        </p:txBody>
      </p:sp>
      <p:sp>
        <p:nvSpPr>
          <p:cNvPr id="18" name="Title 1">
            <a:extLst>
              <a:ext uri="{FF2B5EF4-FFF2-40B4-BE49-F238E27FC236}">
                <a16:creationId xmlns:a16="http://schemas.microsoft.com/office/drawing/2014/main" id="{5CCCC8D9-753C-1186-6ADF-265A0F7052B7}"/>
              </a:ext>
            </a:extLst>
          </p:cNvPr>
          <p:cNvSpPr txBox="1">
            <a:spLocks/>
          </p:cNvSpPr>
          <p:nvPr/>
        </p:nvSpPr>
        <p:spPr>
          <a:xfrm>
            <a:off x="457200" y="71438"/>
            <a:ext cx="8186738" cy="857250"/>
          </a:xfrm>
          <a:prstGeom prst="rect">
            <a:avLst/>
          </a:prstGeom>
        </p:spPr>
        <p:txBody>
          <a:bodyPr anchor="ctr">
            <a:normAutofit/>
          </a:bodyPr>
          <a:lstStyle/>
          <a:p>
            <a:pPr algn="ctr" eaLnBrk="1" fontAlgn="auto" hangingPunct="1">
              <a:spcAft>
                <a:spcPts val="0"/>
              </a:spcAft>
              <a:defRPr/>
            </a:pPr>
            <a:r>
              <a:rPr lang="en-US" sz="4400" b="1">
                <a:latin typeface="+mj-lt"/>
                <a:ea typeface="+mj-ea"/>
                <a:cs typeface="+mj-cs"/>
              </a:rPr>
              <a:t>7.2. Ohm's Law</a:t>
            </a:r>
            <a:endParaRPr lang="en-ZA" sz="4400" b="1" dirty="0">
              <a:latin typeface="+mj-lt"/>
              <a:ea typeface="+mj-ea"/>
              <a:cs typeface="+mj-cs"/>
            </a:endParaRPr>
          </a:p>
        </p:txBody>
      </p:sp>
    </p:spTree>
  </p:cSld>
  <p:clrMapOvr>
    <a:masterClrMapping/>
  </p:clrMapOvr>
  <p:transition spd="med">
    <p:fad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Title 1">
            <a:extLst>
              <a:ext uri="{FF2B5EF4-FFF2-40B4-BE49-F238E27FC236}">
                <a16:creationId xmlns:a16="http://schemas.microsoft.com/office/drawing/2014/main" id="{D34A4964-D9A5-96B6-8B8F-70C31772DA76}"/>
              </a:ext>
            </a:extLst>
          </p:cNvPr>
          <p:cNvSpPr>
            <a:spLocks noGrp="1"/>
          </p:cNvSpPr>
          <p:nvPr>
            <p:ph type="title"/>
          </p:nvPr>
        </p:nvSpPr>
        <p:spPr>
          <a:xfrm>
            <a:off x="500063" y="214313"/>
            <a:ext cx="8248650" cy="1054100"/>
          </a:xfrm>
        </p:spPr>
        <p:txBody>
          <a:bodyPr/>
          <a:lstStyle/>
          <a:p>
            <a:pPr marL="342900" indent="-342900" eaLnBrk="1" hangingPunct="1"/>
            <a:r>
              <a:rPr lang="en-ZA" altLang="en-GB" sz="3200" b="1">
                <a:solidFill>
                  <a:srgbClr val="000000"/>
                </a:solidFill>
              </a:rPr>
              <a:t>7.4. </a:t>
            </a:r>
            <a:r>
              <a:rPr lang="en-US" altLang="en-GB" sz="3200" b="1">
                <a:solidFill>
                  <a:srgbClr val="000000"/>
                </a:solidFill>
              </a:rPr>
              <a:t>Electromotive force and internal resistance</a:t>
            </a:r>
            <a:endParaRPr lang="en-ZA" altLang="en-GB" sz="3200" b="1">
              <a:solidFill>
                <a:srgbClr val="000000"/>
              </a:solidFill>
            </a:endParaRPr>
          </a:p>
        </p:txBody>
      </p:sp>
      <p:sp>
        <p:nvSpPr>
          <p:cNvPr id="3" name="Content Placeholder 2">
            <a:extLst>
              <a:ext uri="{FF2B5EF4-FFF2-40B4-BE49-F238E27FC236}">
                <a16:creationId xmlns:a16="http://schemas.microsoft.com/office/drawing/2014/main" id="{38D43FD0-987D-9032-5AE6-1A3EE751DCF0}"/>
              </a:ext>
            </a:extLst>
          </p:cNvPr>
          <p:cNvSpPr>
            <a:spLocks noGrp="1"/>
          </p:cNvSpPr>
          <p:nvPr>
            <p:ph sz="quarter" idx="1"/>
          </p:nvPr>
        </p:nvSpPr>
        <p:spPr>
          <a:xfrm>
            <a:off x="468313" y="1557338"/>
            <a:ext cx="8329612" cy="4440237"/>
          </a:xfrm>
        </p:spPr>
        <p:txBody>
          <a:bodyPr/>
          <a:lstStyle/>
          <a:p>
            <a:pPr algn="just" eaLnBrk="1" hangingPunct="1">
              <a:buFont typeface="Arial" panose="020B0604020202020204" pitchFamily="34" charset="0"/>
              <a:buNone/>
            </a:pPr>
            <a:r>
              <a:rPr lang="en-US" altLang="en-GB" sz="2800"/>
              <a:t>   Let us consider a battery as a source of energy for circuits. Because the potential difference at the battery terminals is constant in a particular circuit, the current in the circuit is constant in magnitude and direction and is called </a:t>
            </a:r>
            <a:r>
              <a:rPr lang="en-US" altLang="en-GB" sz="2800" b="1"/>
              <a:t>direct current. </a:t>
            </a:r>
            <a:r>
              <a:rPr lang="en-US" altLang="en-GB" sz="2800"/>
              <a:t>A battery is called either a </a:t>
            </a:r>
            <a:r>
              <a:rPr lang="en-US" altLang="en-GB" sz="2800" i="1"/>
              <a:t>source of electromotive force </a:t>
            </a:r>
            <a:r>
              <a:rPr lang="en-US" altLang="en-GB" sz="2800"/>
              <a:t>or, more commonly, a </a:t>
            </a:r>
            <a:r>
              <a:rPr lang="en-US" altLang="en-GB" sz="2800" i="1"/>
              <a:t>source of emf. </a:t>
            </a:r>
            <a:r>
              <a:rPr lang="en-US" altLang="en-GB" sz="2800"/>
              <a:t>(The phrase </a:t>
            </a:r>
            <a:r>
              <a:rPr lang="en-US" altLang="en-GB" sz="2800" i="1"/>
              <a:t>electromotive force </a:t>
            </a:r>
            <a:r>
              <a:rPr lang="en-US" altLang="en-GB" sz="2800"/>
              <a:t>is an unfortunate historical term, describing not a force, but rather a potential difference in</a:t>
            </a:r>
            <a:r>
              <a:rPr lang="en-ZA" altLang="en-GB" sz="2800"/>
              <a:t> </a:t>
            </a:r>
            <a:r>
              <a:rPr lang="en-US" altLang="en-GB" sz="2800"/>
              <a:t>volts.) </a:t>
            </a:r>
            <a:endParaRPr lang="en-ZA" altLang="en-GB" sz="2800"/>
          </a:p>
        </p:txBody>
      </p:sp>
      <p:sp>
        <p:nvSpPr>
          <p:cNvPr id="118787" name="Date Placeholder 6">
            <a:extLst>
              <a:ext uri="{FF2B5EF4-FFF2-40B4-BE49-F238E27FC236}">
                <a16:creationId xmlns:a16="http://schemas.microsoft.com/office/drawing/2014/main" id="{AC732965-3A81-E5C4-0965-D3E3940D951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3AC75EB-C07C-4A21-8570-6AF534A3C08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8788" name="Footer Placeholder 5">
            <a:extLst>
              <a:ext uri="{FF2B5EF4-FFF2-40B4-BE49-F238E27FC236}">
                <a16:creationId xmlns:a16="http://schemas.microsoft.com/office/drawing/2014/main" id="{61DFD2B2-5F33-D343-1E33-13F78D2E331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8789" name="Slide Number Placeholder 4">
            <a:extLst>
              <a:ext uri="{FF2B5EF4-FFF2-40B4-BE49-F238E27FC236}">
                <a16:creationId xmlns:a16="http://schemas.microsoft.com/office/drawing/2014/main" id="{143ECEDC-C67E-9266-3AFB-88E3D7C6CD5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BE46870-D6C8-49FB-A5C9-1F2255FF1C97}" type="slidenum">
              <a:rPr lang="en-ZA" altLang="en-GB" sz="1400" smtClean="0">
                <a:solidFill>
                  <a:srgbClr val="FFFFFF"/>
                </a:solidFill>
                <a:latin typeface="Franklin Gothic Book" panose="020B0503020102020204" pitchFamily="34" charset="0"/>
              </a:rPr>
              <a:pPr>
                <a:spcBef>
                  <a:spcPct val="0"/>
                </a:spcBef>
                <a:buClrTx/>
                <a:buSzTx/>
                <a:buFontTx/>
                <a:buNone/>
              </a:pPr>
              <a:t>94</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Title 1">
            <a:extLst>
              <a:ext uri="{FF2B5EF4-FFF2-40B4-BE49-F238E27FC236}">
                <a16:creationId xmlns:a16="http://schemas.microsoft.com/office/drawing/2014/main" id="{D1CD64D2-3C01-8E03-6D45-E01746AF46C4}"/>
              </a:ext>
            </a:extLst>
          </p:cNvPr>
          <p:cNvSpPr>
            <a:spLocks noGrp="1"/>
          </p:cNvSpPr>
          <p:nvPr>
            <p:ph type="title"/>
          </p:nvPr>
        </p:nvSpPr>
        <p:spPr>
          <a:xfrm>
            <a:off x="457200" y="274638"/>
            <a:ext cx="8229600" cy="706437"/>
          </a:xfrm>
        </p:spPr>
        <p:txBody>
          <a:bodyPr/>
          <a:lstStyle/>
          <a:p>
            <a:pPr eaLnBrk="1" hangingPunct="1"/>
            <a:r>
              <a:rPr lang="en-ZA" altLang="en-GB" sz="2800" b="1">
                <a:solidFill>
                  <a:srgbClr val="000000"/>
                </a:solidFill>
              </a:rPr>
              <a:t>7.4. </a:t>
            </a:r>
            <a:r>
              <a:rPr lang="en-US" altLang="en-GB" sz="2800" b="1">
                <a:solidFill>
                  <a:srgbClr val="000000"/>
                </a:solidFill>
              </a:rPr>
              <a:t>Electromotive force and internal resistance</a:t>
            </a:r>
            <a:endParaRPr lang="en-US" altLang="en-GB" sz="2800"/>
          </a:p>
        </p:txBody>
      </p:sp>
      <p:sp>
        <p:nvSpPr>
          <p:cNvPr id="119810" name="Content Placeholder 2">
            <a:extLst>
              <a:ext uri="{FF2B5EF4-FFF2-40B4-BE49-F238E27FC236}">
                <a16:creationId xmlns:a16="http://schemas.microsoft.com/office/drawing/2014/main" id="{351D17A2-C00C-8528-6B13-534A1910F907}"/>
              </a:ext>
            </a:extLst>
          </p:cNvPr>
          <p:cNvSpPr>
            <a:spLocks noGrp="1"/>
          </p:cNvSpPr>
          <p:nvPr>
            <p:ph sz="quarter" idx="1"/>
          </p:nvPr>
        </p:nvSpPr>
        <p:spPr>
          <a:xfrm>
            <a:off x="0" y="1341438"/>
            <a:ext cx="8712200" cy="4824412"/>
          </a:xfrm>
        </p:spPr>
        <p:txBody>
          <a:bodyPr/>
          <a:lstStyle/>
          <a:p>
            <a:pPr algn="just" eaLnBrk="1" hangingPunct="1">
              <a:buFont typeface="Arial" panose="020B0604020202020204" pitchFamily="34" charset="0"/>
              <a:buNone/>
            </a:pPr>
            <a:r>
              <a:rPr lang="en-US" altLang="en-GB"/>
              <a:t>  </a:t>
            </a:r>
            <a:r>
              <a:rPr lang="en-US" altLang="en-GB" sz="2800"/>
              <a:t> The </a:t>
            </a:r>
            <a:r>
              <a:rPr lang="en-US" altLang="en-GB" sz="2800" b="1"/>
              <a:t>emf  </a:t>
            </a:r>
            <a:r>
              <a:rPr lang="en-US" altLang="en-GB" sz="2800"/>
              <a:t> </a:t>
            </a:r>
            <a:r>
              <a:rPr lang="el-GR" altLang="en-GB" sz="2800"/>
              <a:t>ε</a:t>
            </a:r>
            <a:r>
              <a:rPr lang="en-US" altLang="en-GB" sz="2800"/>
              <a:t>  of a battery is </a:t>
            </a:r>
            <a:r>
              <a:rPr lang="en-US" altLang="en-GB" sz="2800" u="sng"/>
              <a:t>the maximum possible voltage the battery can provide between its terminals </a:t>
            </a:r>
            <a:r>
              <a:rPr lang="en-US" altLang="en-GB" sz="2800" i="1"/>
              <a:t>(i.e. the </a:t>
            </a:r>
            <a:r>
              <a:rPr lang="en-US" altLang="en-GB" sz="2800" b="1" i="1"/>
              <a:t>emf</a:t>
            </a:r>
            <a:r>
              <a:rPr lang="en-US" altLang="en-GB" sz="2800" i="1"/>
              <a:t> is equal to the potential difference across the terminals of the source </a:t>
            </a:r>
            <a:r>
              <a:rPr lang="en-US" altLang="en-GB" sz="2800" i="1" u="sng"/>
              <a:t>when no current flows</a:t>
            </a:r>
            <a:r>
              <a:rPr lang="en-US" altLang="en-GB" sz="2800" i="1"/>
              <a:t>.)</a:t>
            </a:r>
            <a:r>
              <a:rPr lang="en-US" altLang="en-GB" sz="2800" b="1"/>
              <a:t> </a:t>
            </a:r>
            <a:r>
              <a:rPr lang="en-US" altLang="en-GB" sz="2800"/>
              <a:t>You can think of a source of emf as a “charge pump.”</a:t>
            </a:r>
          </a:p>
          <a:p>
            <a:pPr algn="just" eaLnBrk="1" hangingPunct="1">
              <a:buFont typeface="Arial" panose="020B0604020202020204" pitchFamily="34" charset="0"/>
              <a:buNone/>
            </a:pPr>
            <a:r>
              <a:rPr lang="en-US" altLang="en-GB" sz="2800"/>
              <a:t>    When an electric potential difference exists between two points, the source moves charges “uphill” from the lower potential to the higher. We shall generally assume the connecting wires in a circuit have no resistance. The positive terminal of a battery is at a higher potential than the negative terminal.</a:t>
            </a:r>
          </a:p>
          <a:p>
            <a:pPr algn="just" eaLnBrk="1" hangingPunct="1">
              <a:buFont typeface="Arial" panose="020B0604020202020204" pitchFamily="34" charset="0"/>
              <a:buNone/>
            </a:pPr>
            <a:endParaRPr lang="en-US" altLang="en-GB"/>
          </a:p>
        </p:txBody>
      </p:sp>
      <p:sp>
        <p:nvSpPr>
          <p:cNvPr id="119811" name="Date Placeholder 3">
            <a:extLst>
              <a:ext uri="{FF2B5EF4-FFF2-40B4-BE49-F238E27FC236}">
                <a16:creationId xmlns:a16="http://schemas.microsoft.com/office/drawing/2014/main" id="{130E9772-AECD-BB07-0BEB-FE79A09EC45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AD57700-892D-4F4F-B792-AF6B4B934AD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19812" name="Footer Placeholder 4">
            <a:extLst>
              <a:ext uri="{FF2B5EF4-FFF2-40B4-BE49-F238E27FC236}">
                <a16:creationId xmlns:a16="http://schemas.microsoft.com/office/drawing/2014/main" id="{BB004302-F708-A878-9054-8055ECBC663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19813" name="Slide Number Placeholder 5">
            <a:extLst>
              <a:ext uri="{FF2B5EF4-FFF2-40B4-BE49-F238E27FC236}">
                <a16:creationId xmlns:a16="http://schemas.microsoft.com/office/drawing/2014/main" id="{E4BD375D-E848-9E97-94F5-BBCE1A239846}"/>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103BA48-3211-4B9E-8F73-D0AD8B57E3FE}" type="slidenum">
              <a:rPr lang="en-ZA" altLang="en-GB" sz="1400" smtClean="0">
                <a:solidFill>
                  <a:srgbClr val="FFFFFF"/>
                </a:solidFill>
                <a:latin typeface="Franklin Gothic Book" panose="020B0503020102020204" pitchFamily="34" charset="0"/>
              </a:rPr>
              <a:pPr>
                <a:spcBef>
                  <a:spcPct val="0"/>
                </a:spcBef>
                <a:buClrTx/>
                <a:buSzTx/>
                <a:buFontTx/>
                <a:buNone/>
              </a:pPr>
              <a:t>95</a:t>
            </a:fld>
            <a:endParaRPr lang="en-ZA" altLang="en-GB" sz="1400">
              <a:solidFill>
                <a:srgbClr val="FFFFFF"/>
              </a:solidFill>
              <a:latin typeface="Franklin Gothic Book" panose="020B0503020102020204" pitchFamily="34" charset="0"/>
            </a:endParaRPr>
          </a:p>
        </p:txBody>
      </p:sp>
      <p:sp>
        <p:nvSpPr>
          <p:cNvPr id="119814" name="Rectangle 2">
            <a:extLst>
              <a:ext uri="{FF2B5EF4-FFF2-40B4-BE49-F238E27FC236}">
                <a16:creationId xmlns:a16="http://schemas.microsoft.com/office/drawing/2014/main" id="{0BBC2D54-5E53-2559-F406-0D6D376FB23B}"/>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GB" altLang="en-GB" sz="1800">
              <a:latin typeface="Calibri" panose="020F0502020204030204" pitchFamily="34" charset="0"/>
            </a:endParaRPr>
          </a:p>
        </p:txBody>
      </p:sp>
    </p:spTree>
  </p:cSld>
  <p:clrMapOvr>
    <a:masterClrMapping/>
  </p:clrMapOvr>
  <p:transition spd="med">
    <p:fad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Title 1">
            <a:extLst>
              <a:ext uri="{FF2B5EF4-FFF2-40B4-BE49-F238E27FC236}">
                <a16:creationId xmlns:a16="http://schemas.microsoft.com/office/drawing/2014/main" id="{D6D04D19-1B5F-5383-A4D6-EB46D6A3F0A6}"/>
              </a:ext>
            </a:extLst>
          </p:cNvPr>
          <p:cNvSpPr>
            <a:spLocks noGrp="1"/>
          </p:cNvSpPr>
          <p:nvPr>
            <p:ph type="title"/>
          </p:nvPr>
        </p:nvSpPr>
        <p:spPr>
          <a:xfrm>
            <a:off x="468313" y="260350"/>
            <a:ext cx="8229600" cy="504825"/>
          </a:xfrm>
        </p:spPr>
        <p:txBody>
          <a:bodyPr/>
          <a:lstStyle/>
          <a:p>
            <a:pPr algn="ctr" eaLnBrk="1" hangingPunct="1"/>
            <a:r>
              <a:rPr lang="en-ZA" altLang="en-GB" sz="2400">
                <a:solidFill>
                  <a:srgbClr val="000000"/>
                </a:solidFill>
              </a:rPr>
              <a:t>7.4. </a:t>
            </a:r>
            <a:r>
              <a:rPr lang="en-US" altLang="en-GB" sz="2400" b="1">
                <a:solidFill>
                  <a:srgbClr val="000000"/>
                </a:solidFill>
              </a:rPr>
              <a:t>Electromotive force and internal resistance</a:t>
            </a:r>
            <a:endParaRPr lang="en-US" altLang="en-GB" sz="2400"/>
          </a:p>
        </p:txBody>
      </p:sp>
      <p:sp>
        <p:nvSpPr>
          <p:cNvPr id="120834" name="Content Placeholder 2">
            <a:extLst>
              <a:ext uri="{FF2B5EF4-FFF2-40B4-BE49-F238E27FC236}">
                <a16:creationId xmlns:a16="http://schemas.microsoft.com/office/drawing/2014/main" id="{8973EE09-F39F-74F5-A24E-5D84B38F786F}"/>
              </a:ext>
            </a:extLst>
          </p:cNvPr>
          <p:cNvSpPr>
            <a:spLocks noGrp="1"/>
          </p:cNvSpPr>
          <p:nvPr>
            <p:ph sz="quarter" idx="1"/>
          </p:nvPr>
        </p:nvSpPr>
        <p:spPr>
          <a:xfrm>
            <a:off x="323850" y="1600200"/>
            <a:ext cx="3527425" cy="4525963"/>
          </a:xfrm>
        </p:spPr>
        <p:txBody>
          <a:bodyPr/>
          <a:lstStyle/>
          <a:p>
            <a:pPr algn="just" eaLnBrk="1" hangingPunct="1">
              <a:buFont typeface="Arial" panose="020B0604020202020204" pitchFamily="34" charset="0"/>
              <a:buNone/>
            </a:pPr>
            <a:r>
              <a:rPr lang="en-US" altLang="en-GB"/>
              <a:t>   The emf, internal resistance, terminal voltage and current drawn can be linked by the following equation: </a:t>
            </a:r>
          </a:p>
        </p:txBody>
      </p:sp>
      <p:pic>
        <p:nvPicPr>
          <p:cNvPr id="120835" name="Picture 4">
            <a:extLst>
              <a:ext uri="{FF2B5EF4-FFF2-40B4-BE49-F238E27FC236}">
                <a16:creationId xmlns:a16="http://schemas.microsoft.com/office/drawing/2014/main" id="{A19475A4-1514-D35C-35CD-F04D046E827C}"/>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4500563" y="1773238"/>
            <a:ext cx="3925887" cy="2808287"/>
          </a:xfrm>
          <a:noFill/>
        </p:spPr>
      </p:pic>
      <p:sp>
        <p:nvSpPr>
          <p:cNvPr id="120836" name="Date Placeholder 4">
            <a:extLst>
              <a:ext uri="{FF2B5EF4-FFF2-40B4-BE49-F238E27FC236}">
                <a16:creationId xmlns:a16="http://schemas.microsoft.com/office/drawing/2014/main" id="{A8B023F5-AF7D-C5F4-AC30-CD46EB6B5CB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D382A4B-AEE3-4665-982B-380B98F9332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0837" name="Footer Placeholder 5">
            <a:extLst>
              <a:ext uri="{FF2B5EF4-FFF2-40B4-BE49-F238E27FC236}">
                <a16:creationId xmlns:a16="http://schemas.microsoft.com/office/drawing/2014/main" id="{FF87C81B-2B41-D900-7455-B1A54EE95E9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0838" name="Slide Number Placeholder 6">
            <a:extLst>
              <a:ext uri="{FF2B5EF4-FFF2-40B4-BE49-F238E27FC236}">
                <a16:creationId xmlns:a16="http://schemas.microsoft.com/office/drawing/2014/main" id="{04CB476B-5CD3-C323-9A04-6948C5554181}"/>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896995E-F6A8-43DE-A86E-A3F498248D3F}" type="slidenum">
              <a:rPr lang="en-ZA" altLang="en-GB" sz="1400" smtClean="0">
                <a:solidFill>
                  <a:srgbClr val="FFFFFF"/>
                </a:solidFill>
                <a:latin typeface="Franklin Gothic Book" panose="020B0503020102020204" pitchFamily="34" charset="0"/>
              </a:rPr>
              <a:pPr>
                <a:spcBef>
                  <a:spcPct val="0"/>
                </a:spcBef>
                <a:buClrTx/>
                <a:buSzTx/>
                <a:buFontTx/>
                <a:buNone/>
              </a:pPr>
              <a:t>96</a:t>
            </a:fld>
            <a:endParaRPr lang="en-ZA" altLang="en-GB" sz="1400">
              <a:solidFill>
                <a:srgbClr val="FFFFFF"/>
              </a:solidFill>
              <a:latin typeface="Franklin Gothic Book" panose="020B0503020102020204" pitchFamily="34" charset="0"/>
            </a:endParaRPr>
          </a:p>
        </p:txBody>
      </p:sp>
      <p:pic>
        <p:nvPicPr>
          <p:cNvPr id="120839" name="Picture 3">
            <a:extLst>
              <a:ext uri="{FF2B5EF4-FFF2-40B4-BE49-F238E27FC236}">
                <a16:creationId xmlns:a16="http://schemas.microsoft.com/office/drawing/2014/main" id="{DEDB66DB-74BB-6778-A74F-679948A80B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4221163"/>
            <a:ext cx="4467225" cy="169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Title 1">
            <a:extLst>
              <a:ext uri="{FF2B5EF4-FFF2-40B4-BE49-F238E27FC236}">
                <a16:creationId xmlns:a16="http://schemas.microsoft.com/office/drawing/2014/main" id="{D76EFA78-6D52-AD99-5B8B-40E6E0AF92BF}"/>
              </a:ext>
            </a:extLst>
          </p:cNvPr>
          <p:cNvSpPr>
            <a:spLocks noGrp="1"/>
          </p:cNvSpPr>
          <p:nvPr>
            <p:ph type="title"/>
          </p:nvPr>
        </p:nvSpPr>
        <p:spPr>
          <a:xfrm>
            <a:off x="457200" y="274638"/>
            <a:ext cx="8229600" cy="706437"/>
          </a:xfrm>
        </p:spPr>
        <p:txBody>
          <a:bodyPr/>
          <a:lstStyle/>
          <a:p>
            <a:pPr eaLnBrk="1" hangingPunct="1"/>
            <a:r>
              <a:rPr lang="en-ZA" altLang="en-GB" sz="2800">
                <a:solidFill>
                  <a:srgbClr val="000000"/>
                </a:solidFill>
              </a:rPr>
              <a:t>7.4. </a:t>
            </a:r>
            <a:r>
              <a:rPr lang="en-US" altLang="en-GB" sz="2800" b="1">
                <a:solidFill>
                  <a:srgbClr val="000000"/>
                </a:solidFill>
              </a:rPr>
              <a:t>Electromotive force and internal resistance</a:t>
            </a:r>
            <a:endParaRPr lang="en-US" altLang="en-GB" sz="2800"/>
          </a:p>
        </p:txBody>
      </p:sp>
      <p:sp>
        <p:nvSpPr>
          <p:cNvPr id="121858" name="Content Placeholder 2">
            <a:extLst>
              <a:ext uri="{FF2B5EF4-FFF2-40B4-BE49-F238E27FC236}">
                <a16:creationId xmlns:a16="http://schemas.microsoft.com/office/drawing/2014/main" id="{FC839A3B-6CB1-E460-DE0C-CA9433F3BFB8}"/>
              </a:ext>
            </a:extLst>
          </p:cNvPr>
          <p:cNvSpPr>
            <a:spLocks noGrp="1"/>
          </p:cNvSpPr>
          <p:nvPr>
            <p:ph sz="quarter" idx="1"/>
          </p:nvPr>
        </p:nvSpPr>
        <p:spPr>
          <a:xfrm>
            <a:off x="914400" y="1447800"/>
            <a:ext cx="3749675" cy="4572000"/>
          </a:xfrm>
        </p:spPr>
        <p:txBody>
          <a:bodyPr/>
          <a:lstStyle/>
          <a:p>
            <a:pPr algn="just" eaLnBrk="1" hangingPunct="1">
              <a:buFont typeface="Arial" panose="020B0604020202020204" pitchFamily="34" charset="0"/>
              <a:buNone/>
            </a:pPr>
            <a:r>
              <a:rPr lang="en-US" altLang="en-GB"/>
              <a:t>    When a battery or generator of emf </a:t>
            </a:r>
            <a:r>
              <a:rPr lang="el-GR" altLang="en-GB" b="1" i="1"/>
              <a:t>ε</a:t>
            </a:r>
            <a:r>
              <a:rPr lang="en-US" altLang="en-GB" b="1"/>
              <a:t> </a:t>
            </a:r>
            <a:r>
              <a:rPr lang="en-US" altLang="en-GB"/>
              <a:t>is connected to an external resistance </a:t>
            </a:r>
            <a:r>
              <a:rPr lang="en-US" altLang="en-GB" b="1" i="1"/>
              <a:t>R</a:t>
            </a:r>
            <a:r>
              <a:rPr lang="en-US" altLang="en-GB"/>
              <a:t>, the total resistance in the circuit is </a:t>
            </a:r>
            <a:r>
              <a:rPr lang="en-US" altLang="en-GB" b="1" i="1"/>
              <a:t>R + r</a:t>
            </a:r>
            <a:r>
              <a:rPr lang="en-US" altLang="en-GB"/>
              <a:t>, and the current that flows is </a:t>
            </a:r>
            <a:endParaRPr lang="en-ZA" altLang="en-GB"/>
          </a:p>
          <a:p>
            <a:pPr eaLnBrk="1" hangingPunct="1">
              <a:buFont typeface="Arial" panose="020B0604020202020204" pitchFamily="34" charset="0"/>
              <a:buNone/>
            </a:pPr>
            <a:endParaRPr lang="en-US" altLang="en-GB"/>
          </a:p>
        </p:txBody>
      </p:sp>
      <p:pic>
        <p:nvPicPr>
          <p:cNvPr id="121859" name="Picture 2">
            <a:extLst>
              <a:ext uri="{FF2B5EF4-FFF2-40B4-BE49-F238E27FC236}">
                <a16:creationId xmlns:a16="http://schemas.microsoft.com/office/drawing/2014/main" id="{4B8878BA-B6DB-3050-DE8B-24C02CD11192}"/>
              </a:ext>
            </a:extLst>
          </p:cNvPr>
          <p:cNvPicPr>
            <a:picLocks noGrp="1" noChangeAspect="1" noChangeArrowheads="1"/>
          </p:cNvPicPr>
          <p:nvPr>
            <p:ph sz="quarter" idx="2"/>
          </p:nvPr>
        </p:nvPicPr>
        <p:blipFill>
          <a:blip r:embed="rId2">
            <a:extLst>
              <a:ext uri="{28A0092B-C50C-407E-A947-70E740481C1C}">
                <a14:useLocalDpi xmlns:a14="http://schemas.microsoft.com/office/drawing/2010/main" val="0"/>
              </a:ext>
            </a:extLst>
          </a:blip>
          <a:srcRect/>
          <a:stretch>
            <a:fillRect/>
          </a:stretch>
        </p:blipFill>
        <p:spPr>
          <a:xfrm>
            <a:off x="5003800" y="2205038"/>
            <a:ext cx="3805238" cy="2492375"/>
          </a:xfrm>
          <a:noFill/>
        </p:spPr>
      </p:pic>
      <p:sp>
        <p:nvSpPr>
          <p:cNvPr id="121860" name="Date Placeholder 4">
            <a:extLst>
              <a:ext uri="{FF2B5EF4-FFF2-40B4-BE49-F238E27FC236}">
                <a16:creationId xmlns:a16="http://schemas.microsoft.com/office/drawing/2014/main" id="{96EAA09D-EFC6-DD22-5F4D-6F3692BC54C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5C8A4B1-CFDE-4A84-A19A-CCA2282964F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1861" name="Footer Placeholder 5">
            <a:extLst>
              <a:ext uri="{FF2B5EF4-FFF2-40B4-BE49-F238E27FC236}">
                <a16:creationId xmlns:a16="http://schemas.microsoft.com/office/drawing/2014/main" id="{ADF20EC3-6308-A977-4EAD-AE0ACBEE1F1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1862" name="Slide Number Placeholder 6">
            <a:extLst>
              <a:ext uri="{FF2B5EF4-FFF2-40B4-BE49-F238E27FC236}">
                <a16:creationId xmlns:a16="http://schemas.microsoft.com/office/drawing/2014/main" id="{45713912-C8D7-A215-609C-B04EF5810D7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06A98BD-26E3-46CE-9F1E-CEC12E7CFE72}" type="slidenum">
              <a:rPr lang="en-ZA" altLang="en-GB" sz="1400" smtClean="0">
                <a:solidFill>
                  <a:srgbClr val="FFFFFF"/>
                </a:solidFill>
                <a:latin typeface="Franklin Gothic Book" panose="020B0503020102020204" pitchFamily="34" charset="0"/>
              </a:rPr>
              <a:pPr>
                <a:spcBef>
                  <a:spcPct val="0"/>
                </a:spcBef>
                <a:buClrTx/>
                <a:buSzTx/>
                <a:buFontTx/>
                <a:buNone/>
              </a:pPr>
              <a:t>97</a:t>
            </a:fld>
            <a:endParaRPr lang="en-ZA" altLang="en-GB" sz="1400">
              <a:solidFill>
                <a:srgbClr val="FFFFFF"/>
              </a:solidFill>
              <a:latin typeface="Franklin Gothic Book" panose="020B0503020102020204" pitchFamily="34" charset="0"/>
            </a:endParaRPr>
          </a:p>
        </p:txBody>
      </p:sp>
      <p:pic>
        <p:nvPicPr>
          <p:cNvPr id="121863" name="Picture 3">
            <a:extLst>
              <a:ext uri="{FF2B5EF4-FFF2-40B4-BE49-F238E27FC236}">
                <a16:creationId xmlns:a16="http://schemas.microsoft.com/office/drawing/2014/main" id="{2620E037-D1F9-0609-EB77-E6C26891B5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03350" y="4868863"/>
            <a:ext cx="2009775"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Title 1">
            <a:extLst>
              <a:ext uri="{FF2B5EF4-FFF2-40B4-BE49-F238E27FC236}">
                <a16:creationId xmlns:a16="http://schemas.microsoft.com/office/drawing/2014/main" id="{4D863773-4952-BF55-282A-3C994CB68236}"/>
              </a:ext>
            </a:extLst>
          </p:cNvPr>
          <p:cNvSpPr>
            <a:spLocks noGrp="1"/>
          </p:cNvSpPr>
          <p:nvPr>
            <p:ph type="title"/>
          </p:nvPr>
        </p:nvSpPr>
        <p:spPr>
          <a:xfrm>
            <a:off x="457200" y="274638"/>
            <a:ext cx="8229600" cy="706437"/>
          </a:xfrm>
        </p:spPr>
        <p:txBody>
          <a:bodyPr/>
          <a:lstStyle/>
          <a:p>
            <a:pPr eaLnBrk="1" hangingPunct="1"/>
            <a:r>
              <a:rPr lang="en-US" altLang="en-GB"/>
              <a:t>example</a:t>
            </a:r>
          </a:p>
        </p:txBody>
      </p:sp>
      <p:pic>
        <p:nvPicPr>
          <p:cNvPr id="122882" name="Picture 2">
            <a:extLst>
              <a:ext uri="{FF2B5EF4-FFF2-40B4-BE49-F238E27FC236}">
                <a16:creationId xmlns:a16="http://schemas.microsoft.com/office/drawing/2014/main" id="{7508241B-F8A5-3ED0-CF0E-5D783C49CEC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403350" y="1052513"/>
            <a:ext cx="6337300" cy="5113337"/>
          </a:xfrm>
          <a:noFill/>
        </p:spPr>
      </p:pic>
      <p:sp>
        <p:nvSpPr>
          <p:cNvPr id="122883" name="Date Placeholder 3">
            <a:extLst>
              <a:ext uri="{FF2B5EF4-FFF2-40B4-BE49-F238E27FC236}">
                <a16:creationId xmlns:a16="http://schemas.microsoft.com/office/drawing/2014/main" id="{986D4993-CC0A-77D5-6C6C-0A179923E75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24E07DC-CFAB-4811-9462-089048D4855F}"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2884" name="Footer Placeholder 4">
            <a:extLst>
              <a:ext uri="{FF2B5EF4-FFF2-40B4-BE49-F238E27FC236}">
                <a16:creationId xmlns:a16="http://schemas.microsoft.com/office/drawing/2014/main" id="{E0CFC3A8-B406-6032-B7CD-846627EABE3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2885" name="Slide Number Placeholder 5">
            <a:extLst>
              <a:ext uri="{FF2B5EF4-FFF2-40B4-BE49-F238E27FC236}">
                <a16:creationId xmlns:a16="http://schemas.microsoft.com/office/drawing/2014/main" id="{5819B49A-35E6-EB2F-03EC-D6A53412CD6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64878BB-7DA2-441A-B72F-F92357DCBBEA}" type="slidenum">
              <a:rPr lang="en-ZA" altLang="en-GB" sz="1400" smtClean="0">
                <a:solidFill>
                  <a:srgbClr val="FFFFFF"/>
                </a:solidFill>
                <a:latin typeface="Franklin Gothic Book" panose="020B0503020102020204" pitchFamily="34" charset="0"/>
              </a:rPr>
              <a:pPr>
                <a:spcBef>
                  <a:spcPct val="0"/>
                </a:spcBef>
                <a:buClrTx/>
                <a:buSzTx/>
                <a:buFontTx/>
                <a:buNone/>
              </a:pPr>
              <a:t>98</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5" name="Title 1">
            <a:extLst>
              <a:ext uri="{FF2B5EF4-FFF2-40B4-BE49-F238E27FC236}">
                <a16:creationId xmlns:a16="http://schemas.microsoft.com/office/drawing/2014/main" id="{4A47BBC8-7639-45D8-9E3A-A44542A1D5EC}"/>
              </a:ext>
            </a:extLst>
          </p:cNvPr>
          <p:cNvSpPr>
            <a:spLocks noGrp="1"/>
          </p:cNvSpPr>
          <p:nvPr>
            <p:ph type="title"/>
          </p:nvPr>
        </p:nvSpPr>
        <p:spPr>
          <a:xfrm>
            <a:off x="457200" y="274638"/>
            <a:ext cx="8115300" cy="796925"/>
          </a:xfrm>
        </p:spPr>
        <p:txBody>
          <a:bodyPr/>
          <a:lstStyle/>
          <a:p>
            <a:pPr eaLnBrk="1" hangingPunct="1"/>
            <a:r>
              <a:rPr lang="en-US" altLang="en-GB" b="1"/>
              <a:t>7.5. Series and parallel circuits</a:t>
            </a:r>
            <a:endParaRPr lang="en-ZA" altLang="en-GB" b="1"/>
          </a:p>
        </p:txBody>
      </p:sp>
      <p:sp>
        <p:nvSpPr>
          <p:cNvPr id="3" name="Content Placeholder 2">
            <a:extLst>
              <a:ext uri="{FF2B5EF4-FFF2-40B4-BE49-F238E27FC236}">
                <a16:creationId xmlns:a16="http://schemas.microsoft.com/office/drawing/2014/main" id="{49C34677-CCF7-D9D1-6DE5-8C930D68849C}"/>
              </a:ext>
            </a:extLst>
          </p:cNvPr>
          <p:cNvSpPr>
            <a:spLocks noGrp="1"/>
          </p:cNvSpPr>
          <p:nvPr>
            <p:ph sz="quarter" idx="1"/>
          </p:nvPr>
        </p:nvSpPr>
        <p:spPr>
          <a:xfrm>
            <a:off x="457200" y="1285875"/>
            <a:ext cx="8229600" cy="4840288"/>
          </a:xfrm>
        </p:spPr>
        <p:txBody>
          <a:bodyPr/>
          <a:lstStyle/>
          <a:p>
            <a:pPr marL="342900" lvl="2" indent="-342900" eaLnBrk="1" hangingPunct="1">
              <a:buFont typeface="Arial" panose="020B0604020202020204" pitchFamily="34" charset="0"/>
              <a:buNone/>
            </a:pPr>
            <a:r>
              <a:rPr lang="en-ZA" altLang="en-GB" sz="3200" b="1"/>
              <a:t>a) </a:t>
            </a:r>
            <a:r>
              <a:rPr lang="en-US" altLang="en-GB" sz="3200" b="1"/>
              <a:t>Series circuits</a:t>
            </a:r>
            <a:endParaRPr lang="en-ZA" altLang="en-GB" sz="3200" b="1"/>
          </a:p>
          <a:p>
            <a:pPr eaLnBrk="1" hangingPunct="1">
              <a:buFont typeface="Arial" panose="020B0604020202020204" pitchFamily="34" charset="0"/>
              <a:buNone/>
            </a:pPr>
            <a:r>
              <a:rPr lang="en-US" altLang="en-GB"/>
              <a:t> 	A series circuit is a circuit in which resistors are arranged in a chain, so the current has only one path to take. </a:t>
            </a:r>
          </a:p>
          <a:p>
            <a:pPr eaLnBrk="1" hangingPunct="1">
              <a:buFont typeface="Arial" panose="020B0604020202020204" pitchFamily="34" charset="0"/>
              <a:buNone/>
            </a:pPr>
            <a:r>
              <a:rPr lang="en-US" altLang="en-GB"/>
              <a:t>	The current is the same through each resistor. The total resistance of the circuit is found by simply adding up the resistance values of the individual resistors. </a:t>
            </a:r>
            <a:r>
              <a:rPr lang="en-US" altLang="en-GB" b="1" i="1"/>
              <a:t>R = R</a:t>
            </a:r>
            <a:r>
              <a:rPr lang="en-US" altLang="en-GB" b="1" i="1" baseline="-25000"/>
              <a:t>1</a:t>
            </a:r>
            <a:r>
              <a:rPr lang="en-US" altLang="en-GB" b="1" i="1"/>
              <a:t> + R</a:t>
            </a:r>
            <a:r>
              <a:rPr lang="en-US" altLang="en-GB" b="1" i="1" baseline="-25000"/>
              <a:t>2</a:t>
            </a:r>
            <a:r>
              <a:rPr lang="en-US" altLang="en-GB" b="1" i="1"/>
              <a:t> + R</a:t>
            </a:r>
            <a:r>
              <a:rPr lang="en-US" altLang="en-GB" b="1" i="1" baseline="-25000"/>
              <a:t>3</a:t>
            </a:r>
            <a:r>
              <a:rPr lang="en-US" altLang="en-GB" b="1" i="1"/>
              <a:t> +...</a:t>
            </a:r>
            <a:r>
              <a:rPr lang="en-US" altLang="en-GB"/>
              <a:t> </a:t>
            </a:r>
            <a:endParaRPr lang="en-ZA" altLang="en-GB"/>
          </a:p>
          <a:p>
            <a:pPr eaLnBrk="1" hangingPunct="1">
              <a:buFont typeface="Arial" panose="020B0604020202020204" pitchFamily="34" charset="0"/>
              <a:buNone/>
            </a:pPr>
            <a:endParaRPr lang="en-ZA" altLang="en-GB"/>
          </a:p>
        </p:txBody>
      </p:sp>
      <p:sp>
        <p:nvSpPr>
          <p:cNvPr id="123907" name="Date Placeholder 7">
            <a:extLst>
              <a:ext uri="{FF2B5EF4-FFF2-40B4-BE49-F238E27FC236}">
                <a16:creationId xmlns:a16="http://schemas.microsoft.com/office/drawing/2014/main" id="{010ABA34-880E-E666-0984-958FFEC2466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73642E7-E7E3-43E9-A2DC-F0E1685DB36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3908" name="Footer Placeholder 6">
            <a:extLst>
              <a:ext uri="{FF2B5EF4-FFF2-40B4-BE49-F238E27FC236}">
                <a16:creationId xmlns:a16="http://schemas.microsoft.com/office/drawing/2014/main" id="{D5C81F67-B9ED-BF35-725F-8BA04EFE9B9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3909" name="Slide Number Placeholder 5">
            <a:extLst>
              <a:ext uri="{FF2B5EF4-FFF2-40B4-BE49-F238E27FC236}">
                <a16:creationId xmlns:a16="http://schemas.microsoft.com/office/drawing/2014/main" id="{9D7AC25E-B0BC-DBCC-AFC8-C9A7C265FAF3}"/>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7E11C25-A4A9-4CAD-95F4-965696B3E023}" type="slidenum">
              <a:rPr lang="en-ZA" altLang="en-GB" sz="1400" smtClean="0">
                <a:solidFill>
                  <a:srgbClr val="FFFFFF"/>
                </a:solidFill>
                <a:latin typeface="Franklin Gothic Book" panose="020B0503020102020204" pitchFamily="34" charset="0"/>
              </a:rPr>
              <a:pPr>
                <a:spcBef>
                  <a:spcPct val="0"/>
                </a:spcBef>
                <a:buClrTx/>
                <a:buSzTx/>
                <a:buFontTx/>
                <a:buNone/>
              </a:pPr>
              <a:t>99</a:t>
            </a:fld>
            <a:endParaRPr lang="en-ZA" altLang="en-GB" sz="1400">
              <a:solidFill>
                <a:srgbClr val="FFFFFF"/>
              </a:solidFill>
              <a:latin typeface="Franklin Gothic Book" panose="020B0503020102020204" pitchFamily="34" charset="0"/>
            </a:endParaRPr>
          </a:p>
        </p:txBody>
      </p:sp>
      <p:pic>
        <p:nvPicPr>
          <p:cNvPr id="123910" name="Picture 3" descr="http://www.cartage.org.lb/en/themes/sciences/physics/Electromagnetism/Electrostatics/ElectricCircuits/SeriesParallelCircuits/Seriescircuits/Rseries.gif">
            <a:extLst>
              <a:ext uri="{FF2B5EF4-FFF2-40B4-BE49-F238E27FC236}">
                <a16:creationId xmlns:a16="http://schemas.microsoft.com/office/drawing/2014/main" id="{9245E54B-3261-FAFC-1239-80FA677F2A3E}"/>
              </a:ext>
            </a:extLst>
          </p:cNvPr>
          <p:cNvPicPr>
            <a:picLocks noChangeAspect="1" noChangeArrowheads="1"/>
          </p:cNvPicPr>
          <p:nvPr/>
        </p:nvPicPr>
        <p:blipFill>
          <a:blip r:embed="rId2">
            <a:lum bright="-10000"/>
            <a:extLst>
              <a:ext uri="{28A0092B-C50C-407E-A947-70E740481C1C}">
                <a14:useLocalDpi xmlns:a14="http://schemas.microsoft.com/office/drawing/2010/main" val="0"/>
              </a:ext>
            </a:extLst>
          </a:blip>
          <a:srcRect/>
          <a:stretch>
            <a:fillRect/>
          </a:stretch>
        </p:blipFill>
        <p:spPr bwMode="auto">
          <a:xfrm>
            <a:off x="1857375" y="5500688"/>
            <a:ext cx="3929063" cy="128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Title 1">
            <a:extLst>
              <a:ext uri="{FF2B5EF4-FFF2-40B4-BE49-F238E27FC236}">
                <a16:creationId xmlns:a16="http://schemas.microsoft.com/office/drawing/2014/main" id="{561BE413-53D1-F3A0-E5DF-1A7ADCE01F1A}"/>
              </a:ext>
            </a:extLst>
          </p:cNvPr>
          <p:cNvSpPr>
            <a:spLocks noGrp="1"/>
          </p:cNvSpPr>
          <p:nvPr>
            <p:ph type="title"/>
          </p:nvPr>
        </p:nvSpPr>
        <p:spPr>
          <a:xfrm>
            <a:off x="457200" y="274638"/>
            <a:ext cx="8115300" cy="796925"/>
          </a:xfrm>
        </p:spPr>
        <p:txBody>
          <a:bodyPr/>
          <a:lstStyle/>
          <a:p>
            <a:pPr eaLnBrk="1" hangingPunct="1"/>
            <a:r>
              <a:rPr lang="en-US" altLang="en-GB" b="1"/>
              <a:t>7.5. Series and parallel circuits</a:t>
            </a:r>
            <a:endParaRPr lang="en-ZA" altLang="en-GB" b="1"/>
          </a:p>
        </p:txBody>
      </p:sp>
      <p:sp>
        <p:nvSpPr>
          <p:cNvPr id="3" name="Content Placeholder 2">
            <a:extLst>
              <a:ext uri="{FF2B5EF4-FFF2-40B4-BE49-F238E27FC236}">
                <a16:creationId xmlns:a16="http://schemas.microsoft.com/office/drawing/2014/main" id="{6E4D7829-ECEC-62C2-3C9F-DB51FDB47B51}"/>
              </a:ext>
            </a:extLst>
          </p:cNvPr>
          <p:cNvSpPr>
            <a:spLocks noGrp="1"/>
          </p:cNvSpPr>
          <p:nvPr>
            <p:ph sz="quarter" idx="1"/>
          </p:nvPr>
        </p:nvSpPr>
        <p:spPr>
          <a:xfrm>
            <a:off x="457200" y="1285875"/>
            <a:ext cx="8229600" cy="4840288"/>
          </a:xfrm>
        </p:spPr>
        <p:txBody>
          <a:bodyPr/>
          <a:lstStyle/>
          <a:p>
            <a:pPr marL="342900" lvl="2" indent="-342900" eaLnBrk="1" hangingPunct="1">
              <a:buFont typeface="Arial" panose="020B0604020202020204" pitchFamily="34" charset="0"/>
              <a:buNone/>
            </a:pPr>
            <a:r>
              <a:rPr lang="en-ZA" altLang="en-GB" sz="3200" b="1"/>
              <a:t>b) </a:t>
            </a:r>
            <a:r>
              <a:rPr lang="en-US" altLang="en-GB" sz="3200" b="1"/>
              <a:t>Parallel circuits</a:t>
            </a:r>
            <a:endParaRPr lang="en-ZA" altLang="en-GB" sz="3200" b="1"/>
          </a:p>
          <a:p>
            <a:pPr algn="just" eaLnBrk="1" hangingPunct="1">
              <a:buFont typeface="Arial" panose="020B0604020202020204" pitchFamily="34" charset="0"/>
              <a:buNone/>
            </a:pPr>
            <a:r>
              <a:rPr lang="en-US" altLang="en-GB"/>
              <a:t>	A parallel circuit is a circuit in which the resistors are arranged with their heads connected together, and their tails connected together. </a:t>
            </a:r>
          </a:p>
        </p:txBody>
      </p:sp>
      <p:sp>
        <p:nvSpPr>
          <p:cNvPr id="124931" name="Date Placeholder 8">
            <a:extLst>
              <a:ext uri="{FF2B5EF4-FFF2-40B4-BE49-F238E27FC236}">
                <a16:creationId xmlns:a16="http://schemas.microsoft.com/office/drawing/2014/main" id="{B5303718-83D4-46B7-4951-042D1AE60D0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A6A930E-CF28-4774-BD8E-BE73282EC65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2:15:13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4932" name="Footer Placeholder 7">
            <a:extLst>
              <a:ext uri="{FF2B5EF4-FFF2-40B4-BE49-F238E27FC236}">
                <a16:creationId xmlns:a16="http://schemas.microsoft.com/office/drawing/2014/main" id="{E302BEB4-B8E8-18CC-770E-8E7CAEDD896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4933" name="Slide Number Placeholder 6">
            <a:extLst>
              <a:ext uri="{FF2B5EF4-FFF2-40B4-BE49-F238E27FC236}">
                <a16:creationId xmlns:a16="http://schemas.microsoft.com/office/drawing/2014/main" id="{369085E8-D5E1-327A-B931-26C1B93A171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3890367-59A5-4BE6-9026-9F8144585C4F}" type="slidenum">
              <a:rPr lang="en-ZA" altLang="en-GB" sz="1400" smtClean="0">
                <a:solidFill>
                  <a:srgbClr val="FFFFFF"/>
                </a:solidFill>
                <a:latin typeface="Franklin Gothic Book" panose="020B0503020102020204" pitchFamily="34" charset="0"/>
              </a:rPr>
              <a:pPr>
                <a:spcBef>
                  <a:spcPct val="0"/>
                </a:spcBef>
                <a:buClrTx/>
                <a:buSzTx/>
                <a:buFontTx/>
                <a:buNone/>
              </a:pPr>
              <a:t>100</a:t>
            </a:fld>
            <a:endParaRPr lang="en-ZA" altLang="en-GB" sz="1400">
              <a:solidFill>
                <a:srgbClr val="FFFFFF"/>
              </a:solidFill>
              <a:latin typeface="Franklin Gothic Book" panose="020B0503020102020204" pitchFamily="34" charset="0"/>
            </a:endParaRPr>
          </a:p>
        </p:txBody>
      </p:sp>
      <p:pic>
        <p:nvPicPr>
          <p:cNvPr id="5" name="Picture 4" descr="http://www.cartage.org.lb/en/themes/sciences/physics/Electromagnetism/Electrostatics/ElectricCircuits/SeriesParallelCircuits/Parallelcircuits/Rparallel.gif">
            <a:extLst>
              <a:ext uri="{FF2B5EF4-FFF2-40B4-BE49-F238E27FC236}">
                <a16:creationId xmlns:a16="http://schemas.microsoft.com/office/drawing/2014/main" id="{15137999-DC99-895C-7DC9-86EB91557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0375" y="3643313"/>
            <a:ext cx="4214813" cy="278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8" presetClass="entr" presetSubtype="16"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amond(in)">
                                      <p:cBhvr>
                                        <p:cTn id="19"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itle 1">
            <a:extLst>
              <a:ext uri="{FF2B5EF4-FFF2-40B4-BE49-F238E27FC236}">
                <a16:creationId xmlns:a16="http://schemas.microsoft.com/office/drawing/2014/main" id="{3DCEAB77-187A-4528-4465-6545E83BA76E}"/>
              </a:ext>
            </a:extLst>
          </p:cNvPr>
          <p:cNvSpPr>
            <a:spLocks noGrp="1"/>
          </p:cNvSpPr>
          <p:nvPr>
            <p:ph type="title"/>
          </p:nvPr>
        </p:nvSpPr>
        <p:spPr>
          <a:xfrm>
            <a:off x="457200" y="274638"/>
            <a:ext cx="8115300" cy="796925"/>
          </a:xfrm>
        </p:spPr>
        <p:txBody>
          <a:bodyPr/>
          <a:lstStyle/>
          <a:p>
            <a:pPr eaLnBrk="1" hangingPunct="1"/>
            <a:r>
              <a:rPr lang="en-US" altLang="en-GB" b="1"/>
              <a:t>7.4. Series and parallel circuits</a:t>
            </a:r>
            <a:endParaRPr lang="en-ZA" altLang="en-GB" b="1"/>
          </a:p>
        </p:txBody>
      </p:sp>
      <p:sp>
        <p:nvSpPr>
          <p:cNvPr id="3" name="Content Placeholder 2">
            <a:extLst>
              <a:ext uri="{FF2B5EF4-FFF2-40B4-BE49-F238E27FC236}">
                <a16:creationId xmlns:a16="http://schemas.microsoft.com/office/drawing/2014/main" id="{05B504A6-EF10-E646-F06F-9BCBA3738183}"/>
              </a:ext>
            </a:extLst>
          </p:cNvPr>
          <p:cNvSpPr>
            <a:spLocks noGrp="1"/>
          </p:cNvSpPr>
          <p:nvPr>
            <p:ph sz="quarter" idx="1"/>
          </p:nvPr>
        </p:nvSpPr>
        <p:spPr>
          <a:xfrm>
            <a:off x="457200" y="1285875"/>
            <a:ext cx="8229600" cy="4840288"/>
          </a:xfrm>
        </p:spPr>
        <p:txBody>
          <a:bodyPr/>
          <a:lstStyle/>
          <a:p>
            <a:pPr algn="just" eaLnBrk="1" hangingPunct="1">
              <a:buFont typeface="Arial" panose="020B0604020202020204" pitchFamily="34" charset="0"/>
              <a:buNone/>
            </a:pPr>
            <a:r>
              <a:rPr lang="en-US" altLang="en-GB"/>
              <a:t>	The current in a parallel circuit breaks up, with some flowing along each parallel branch and re-combining when the branches meet again.</a:t>
            </a:r>
          </a:p>
          <a:p>
            <a:pPr algn="just" eaLnBrk="1" hangingPunct="1">
              <a:buFont typeface="Arial" panose="020B0604020202020204" pitchFamily="34" charset="0"/>
              <a:buNone/>
            </a:pPr>
            <a:r>
              <a:rPr lang="en-US" altLang="en-GB"/>
              <a:t>   The voltage across each resistor in parallel is the same. </a:t>
            </a:r>
            <a:endParaRPr lang="en-ZA" altLang="en-GB"/>
          </a:p>
          <a:p>
            <a:pPr algn="just" eaLnBrk="1" hangingPunct="1">
              <a:buFont typeface="Arial" panose="020B0604020202020204" pitchFamily="34" charset="0"/>
              <a:buNone/>
            </a:pPr>
            <a:endParaRPr lang="en-US" altLang="en-GB"/>
          </a:p>
        </p:txBody>
      </p:sp>
      <p:sp>
        <p:nvSpPr>
          <p:cNvPr id="125955" name="Date Placeholder 7">
            <a:extLst>
              <a:ext uri="{FF2B5EF4-FFF2-40B4-BE49-F238E27FC236}">
                <a16:creationId xmlns:a16="http://schemas.microsoft.com/office/drawing/2014/main" id="{5A4A661D-DAEE-167D-75DA-517349FD42B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0AA639C-55B0-450B-B665-260ACB4AD65F}"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5956" name="Footer Placeholder 6">
            <a:extLst>
              <a:ext uri="{FF2B5EF4-FFF2-40B4-BE49-F238E27FC236}">
                <a16:creationId xmlns:a16="http://schemas.microsoft.com/office/drawing/2014/main" id="{6155BF91-500B-6C33-5545-239A7BEBAAE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5957" name="Slide Number Placeholder 5">
            <a:extLst>
              <a:ext uri="{FF2B5EF4-FFF2-40B4-BE49-F238E27FC236}">
                <a16:creationId xmlns:a16="http://schemas.microsoft.com/office/drawing/2014/main" id="{53FB1DE1-1B64-8880-D017-D46CB8121CB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A4D9320-ABA2-4460-B225-95F713302396}" type="slidenum">
              <a:rPr lang="en-ZA" altLang="en-GB" sz="1400" smtClean="0">
                <a:solidFill>
                  <a:srgbClr val="FFFFFF"/>
                </a:solidFill>
                <a:latin typeface="Franklin Gothic Book" panose="020B0503020102020204" pitchFamily="34" charset="0"/>
              </a:rPr>
              <a:pPr>
                <a:spcBef>
                  <a:spcPct val="0"/>
                </a:spcBef>
                <a:buClrTx/>
                <a:buSzTx/>
                <a:buFontTx/>
                <a:buNone/>
              </a:pPr>
              <a:t>101</a:t>
            </a:fld>
            <a:endParaRPr lang="en-ZA" altLang="en-GB" sz="1400">
              <a:solidFill>
                <a:srgbClr val="FFFFFF"/>
              </a:solidFill>
              <a:latin typeface="Franklin Gothic Book" panose="020B0503020102020204" pitchFamily="34" charset="0"/>
            </a:endParaRPr>
          </a:p>
        </p:txBody>
      </p:sp>
      <p:pic>
        <p:nvPicPr>
          <p:cNvPr id="125958" name="Picture 4" descr="http://www.cartage.org.lb/en/themes/sciences/physics/Electromagnetism/Electrostatics/ElectricCircuits/SeriesParallelCircuits/Parallelcircuits/Rparallel.gif">
            <a:extLst>
              <a:ext uri="{FF2B5EF4-FFF2-40B4-BE49-F238E27FC236}">
                <a16:creationId xmlns:a16="http://schemas.microsoft.com/office/drawing/2014/main" id="{1597805A-36C7-33DF-87F8-A667F5D15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43375" y="3500438"/>
            <a:ext cx="4214813"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Title 1">
            <a:extLst>
              <a:ext uri="{FF2B5EF4-FFF2-40B4-BE49-F238E27FC236}">
                <a16:creationId xmlns:a16="http://schemas.microsoft.com/office/drawing/2014/main" id="{BEDA2E9D-1A2D-B91C-2492-39441FC1230C}"/>
              </a:ext>
            </a:extLst>
          </p:cNvPr>
          <p:cNvSpPr>
            <a:spLocks noGrp="1"/>
          </p:cNvSpPr>
          <p:nvPr>
            <p:ph type="title"/>
          </p:nvPr>
        </p:nvSpPr>
        <p:spPr>
          <a:xfrm>
            <a:off x="457200" y="274638"/>
            <a:ext cx="8115300" cy="796925"/>
          </a:xfrm>
        </p:spPr>
        <p:txBody>
          <a:bodyPr/>
          <a:lstStyle/>
          <a:p>
            <a:pPr eaLnBrk="1" hangingPunct="1"/>
            <a:r>
              <a:rPr lang="en-US" altLang="en-GB" b="1"/>
              <a:t>7.4. Series and parallel circuits</a:t>
            </a:r>
            <a:endParaRPr lang="en-ZA" altLang="en-GB" b="1"/>
          </a:p>
        </p:txBody>
      </p:sp>
      <p:sp>
        <p:nvSpPr>
          <p:cNvPr id="3" name="Content Placeholder 2">
            <a:extLst>
              <a:ext uri="{FF2B5EF4-FFF2-40B4-BE49-F238E27FC236}">
                <a16:creationId xmlns:a16="http://schemas.microsoft.com/office/drawing/2014/main" id="{473FCB11-F195-669B-9B10-1F74FB59E6FC}"/>
              </a:ext>
            </a:extLst>
          </p:cNvPr>
          <p:cNvSpPr>
            <a:spLocks noGrp="1"/>
          </p:cNvSpPr>
          <p:nvPr>
            <p:ph sz="quarter" idx="1"/>
          </p:nvPr>
        </p:nvSpPr>
        <p:spPr>
          <a:xfrm>
            <a:off x="457200" y="1285875"/>
            <a:ext cx="8229600" cy="4840288"/>
          </a:xfrm>
        </p:spPr>
        <p:txBody>
          <a:bodyPr/>
          <a:lstStyle/>
          <a:p>
            <a:pPr eaLnBrk="1" hangingPunct="1">
              <a:buFont typeface="Arial" panose="020B0604020202020204" pitchFamily="34" charset="0"/>
              <a:buNone/>
            </a:pPr>
            <a:r>
              <a:rPr lang="en-US" altLang="en-GB"/>
              <a:t>The total resistance of a set of resistors in parallel is found by adding up the reciprocals of the resistance values, and then taking the reciprocal of the total: </a:t>
            </a:r>
            <a:endParaRPr lang="en-ZA" altLang="en-GB"/>
          </a:p>
          <a:p>
            <a:pPr algn="just" eaLnBrk="1" hangingPunct="1">
              <a:buFont typeface="Arial" panose="020B0604020202020204" pitchFamily="34" charset="0"/>
              <a:buNone/>
            </a:pPr>
            <a:endParaRPr lang="en-US" altLang="en-GB"/>
          </a:p>
        </p:txBody>
      </p:sp>
      <p:sp>
        <p:nvSpPr>
          <p:cNvPr id="126979" name="Date Placeholder 9">
            <a:extLst>
              <a:ext uri="{FF2B5EF4-FFF2-40B4-BE49-F238E27FC236}">
                <a16:creationId xmlns:a16="http://schemas.microsoft.com/office/drawing/2014/main" id="{42AB982A-8B09-27F1-0DDF-747F7D9A7F65}"/>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04AABD9-4867-4A30-A842-B8DEE811F40C}"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6980" name="Footer Placeholder 8">
            <a:extLst>
              <a:ext uri="{FF2B5EF4-FFF2-40B4-BE49-F238E27FC236}">
                <a16:creationId xmlns:a16="http://schemas.microsoft.com/office/drawing/2014/main" id="{77B9306E-484A-E8A9-7EB5-1EB650DFC4F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6981" name="Slide Number Placeholder 7">
            <a:extLst>
              <a:ext uri="{FF2B5EF4-FFF2-40B4-BE49-F238E27FC236}">
                <a16:creationId xmlns:a16="http://schemas.microsoft.com/office/drawing/2014/main" id="{B3747B32-5B7D-2C7A-C39F-D9709B1B41F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7FF1A58-604E-4CA1-8427-C65A2884858B}" type="slidenum">
              <a:rPr lang="en-ZA" altLang="en-GB" sz="1400" smtClean="0">
                <a:solidFill>
                  <a:srgbClr val="FFFFFF"/>
                </a:solidFill>
                <a:latin typeface="Franklin Gothic Book" panose="020B0503020102020204" pitchFamily="34" charset="0"/>
              </a:rPr>
              <a:pPr>
                <a:spcBef>
                  <a:spcPct val="0"/>
                </a:spcBef>
                <a:buClrTx/>
                <a:buSzTx/>
                <a:buFontTx/>
                <a:buNone/>
              </a:pPr>
              <a:t>102</a:t>
            </a:fld>
            <a:endParaRPr lang="en-ZA" altLang="en-GB" sz="1400">
              <a:solidFill>
                <a:srgbClr val="FFFFFF"/>
              </a:solidFill>
              <a:latin typeface="Franklin Gothic Book" panose="020B0503020102020204" pitchFamily="34" charset="0"/>
            </a:endParaRPr>
          </a:p>
        </p:txBody>
      </p:sp>
      <p:pic>
        <p:nvPicPr>
          <p:cNvPr id="126982" name="Picture 4" descr="http://www.cartage.org.lb/en/themes/sciences/physics/Electromagnetism/Electrostatics/ElectricCircuits/SeriesParallelCircuits/Parallelcircuits/Rparallel.gif">
            <a:extLst>
              <a:ext uri="{FF2B5EF4-FFF2-40B4-BE49-F238E27FC236}">
                <a16:creationId xmlns:a16="http://schemas.microsoft.com/office/drawing/2014/main" id="{017AE991-F8B4-02A0-E7E8-A1E577B32D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0" y="3643313"/>
            <a:ext cx="3786188" cy="235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3" name="Rectangle 2">
            <a:extLst>
              <a:ext uri="{FF2B5EF4-FFF2-40B4-BE49-F238E27FC236}">
                <a16:creationId xmlns:a16="http://schemas.microsoft.com/office/drawing/2014/main" id="{BCE797DE-00F1-DCDF-B0AC-692B4FAF17A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19809" name="Picture 1">
            <a:extLst>
              <a:ext uri="{FF2B5EF4-FFF2-40B4-BE49-F238E27FC236}">
                <a16:creationId xmlns:a16="http://schemas.microsoft.com/office/drawing/2014/main" id="{4CD9EFD6-0FCE-ADE1-0C05-81A184CC339E}"/>
              </a:ext>
            </a:extLst>
          </p:cNvPr>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619250" y="2852738"/>
            <a:ext cx="3022600" cy="785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19809"/>
                                        </p:tgtEl>
                                        <p:attrNameLst>
                                          <p:attrName>style.visibility</p:attrName>
                                        </p:attrNameLst>
                                      </p:cBhvr>
                                      <p:to>
                                        <p:strVal val="visible"/>
                                      </p:to>
                                    </p:set>
                                    <p:animEffect transition="in" filter="diamond(in)">
                                      <p:cBhvr>
                                        <p:cTn id="13" dur="2000"/>
                                        <p:tgtEl>
                                          <p:spTgt spid="1198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1" name="Date Placeholder 1">
            <a:extLst>
              <a:ext uri="{FF2B5EF4-FFF2-40B4-BE49-F238E27FC236}">
                <a16:creationId xmlns:a16="http://schemas.microsoft.com/office/drawing/2014/main" id="{D4CB1136-99E7-4375-BC8D-859E5242C8B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558A1D7-B7D4-4ECB-971F-2E03F5EA06AE}"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8002" name="Footer Placeholder 2">
            <a:extLst>
              <a:ext uri="{FF2B5EF4-FFF2-40B4-BE49-F238E27FC236}">
                <a16:creationId xmlns:a16="http://schemas.microsoft.com/office/drawing/2014/main" id="{EF622C78-70DC-0CBA-3662-61FC24DA9B8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8003" name="Slide Number Placeholder 3">
            <a:extLst>
              <a:ext uri="{FF2B5EF4-FFF2-40B4-BE49-F238E27FC236}">
                <a16:creationId xmlns:a16="http://schemas.microsoft.com/office/drawing/2014/main" id="{1947E268-D08A-EA77-59FB-FF56CB0656D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76EF9E7-39EC-4E83-9D72-43E0EA20504A}" type="slidenum">
              <a:rPr lang="en-ZA" altLang="en-GB" sz="1400" smtClean="0">
                <a:solidFill>
                  <a:srgbClr val="FFFFFF"/>
                </a:solidFill>
                <a:latin typeface="Franklin Gothic Book" panose="020B0503020102020204" pitchFamily="34" charset="0"/>
              </a:rPr>
              <a:pPr>
                <a:spcBef>
                  <a:spcPct val="0"/>
                </a:spcBef>
                <a:buClrTx/>
                <a:buSzTx/>
                <a:buFontTx/>
                <a:buNone/>
              </a:pPr>
              <a:t>103</a:t>
            </a:fld>
            <a:endParaRPr lang="en-ZA" altLang="en-GB" sz="1400">
              <a:solidFill>
                <a:srgbClr val="FFFFFF"/>
              </a:solidFill>
              <a:latin typeface="Franklin Gothic Book" panose="020B0503020102020204" pitchFamily="34" charset="0"/>
            </a:endParaRPr>
          </a:p>
        </p:txBody>
      </p:sp>
      <p:pic>
        <p:nvPicPr>
          <p:cNvPr id="128004" name="Picture 2">
            <a:extLst>
              <a:ext uri="{FF2B5EF4-FFF2-40B4-BE49-F238E27FC236}">
                <a16:creationId xmlns:a16="http://schemas.microsoft.com/office/drawing/2014/main" id="{EF4D7AEE-10A1-2232-73C5-6423308D18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6411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Title 1">
            <a:extLst>
              <a:ext uri="{FF2B5EF4-FFF2-40B4-BE49-F238E27FC236}">
                <a16:creationId xmlns:a16="http://schemas.microsoft.com/office/drawing/2014/main" id="{8CF58149-2B6B-3072-B557-F0EC09FCBD97}"/>
              </a:ext>
            </a:extLst>
          </p:cNvPr>
          <p:cNvSpPr>
            <a:spLocks noGrp="1"/>
          </p:cNvSpPr>
          <p:nvPr>
            <p:ph type="title"/>
          </p:nvPr>
        </p:nvSpPr>
        <p:spPr>
          <a:xfrm>
            <a:off x="457200" y="274638"/>
            <a:ext cx="8115300" cy="796925"/>
          </a:xfrm>
        </p:spPr>
        <p:txBody>
          <a:bodyPr/>
          <a:lstStyle/>
          <a:p>
            <a:pPr eaLnBrk="1" hangingPunct="1"/>
            <a:r>
              <a:rPr lang="en-US" altLang="en-GB" b="1"/>
              <a:t>7.4. Series and parallel circuits</a:t>
            </a:r>
            <a:endParaRPr lang="en-ZA" altLang="en-GB" b="1"/>
          </a:p>
        </p:txBody>
      </p:sp>
      <p:sp>
        <p:nvSpPr>
          <p:cNvPr id="3" name="Content Placeholder 2">
            <a:extLst>
              <a:ext uri="{FF2B5EF4-FFF2-40B4-BE49-F238E27FC236}">
                <a16:creationId xmlns:a16="http://schemas.microsoft.com/office/drawing/2014/main" id="{9F7574A7-187E-75F6-10E4-51D30FD25B90}"/>
              </a:ext>
            </a:extLst>
          </p:cNvPr>
          <p:cNvSpPr>
            <a:spLocks noGrp="1"/>
          </p:cNvSpPr>
          <p:nvPr>
            <p:ph sz="quarter" idx="1"/>
          </p:nvPr>
        </p:nvSpPr>
        <p:spPr>
          <a:xfrm>
            <a:off x="457200" y="1000125"/>
            <a:ext cx="8686800" cy="5572125"/>
          </a:xfrm>
        </p:spPr>
        <p:txBody>
          <a:bodyPr/>
          <a:lstStyle/>
          <a:p>
            <a:pPr marL="358775" lvl="2" eaLnBrk="1" hangingPunct="1">
              <a:buFont typeface="Arial" panose="020B0604020202020204" pitchFamily="34" charset="0"/>
              <a:buNone/>
            </a:pPr>
            <a:r>
              <a:rPr lang="en-US" altLang="en-GB" sz="2800" b="1"/>
              <a:t>c) Circuits with series and parallel components</a:t>
            </a:r>
          </a:p>
          <a:p>
            <a:pPr marL="358775" lvl="2" algn="just" eaLnBrk="1" hangingPunct="1">
              <a:lnSpc>
                <a:spcPct val="120000"/>
              </a:lnSpc>
              <a:buFont typeface="Arial" panose="020B0604020202020204" pitchFamily="34" charset="0"/>
              <a:buNone/>
            </a:pPr>
            <a:r>
              <a:rPr lang="en-US" altLang="en-GB" sz="2800"/>
              <a:t>Many circuits have a combination of series and parallel resistors. Generally, the total resistance in a circuit like this is found by reducing the different series and parallel combinations step-by-step to end up with a single equivalent resistance for the circuit. This allows the current to be determined easily. </a:t>
            </a:r>
          </a:p>
          <a:p>
            <a:pPr marL="358775" lvl="2" algn="just" eaLnBrk="1" hangingPunct="1">
              <a:lnSpc>
                <a:spcPct val="120000"/>
              </a:lnSpc>
              <a:buFont typeface="Arial" panose="020B0604020202020204" pitchFamily="34" charset="0"/>
              <a:buNone/>
            </a:pPr>
            <a:r>
              <a:rPr lang="en-US" altLang="en-GB" sz="2800"/>
              <a:t> </a:t>
            </a:r>
            <a:endParaRPr lang="en-ZA" altLang="en-GB" sz="2800" b="1"/>
          </a:p>
        </p:txBody>
      </p:sp>
      <p:sp>
        <p:nvSpPr>
          <p:cNvPr id="129027" name="Date Placeholder 7">
            <a:extLst>
              <a:ext uri="{FF2B5EF4-FFF2-40B4-BE49-F238E27FC236}">
                <a16:creationId xmlns:a16="http://schemas.microsoft.com/office/drawing/2014/main" id="{ACDCEFBF-7AE0-A71D-BB31-D85537AD54B3}"/>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E283588-D25C-4F3E-A043-76F3437E59A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29028" name="Footer Placeholder 6">
            <a:extLst>
              <a:ext uri="{FF2B5EF4-FFF2-40B4-BE49-F238E27FC236}">
                <a16:creationId xmlns:a16="http://schemas.microsoft.com/office/drawing/2014/main" id="{88C6C74D-D187-046A-4480-032B5DF5366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29029" name="Slide Number Placeholder 5">
            <a:extLst>
              <a:ext uri="{FF2B5EF4-FFF2-40B4-BE49-F238E27FC236}">
                <a16:creationId xmlns:a16="http://schemas.microsoft.com/office/drawing/2014/main" id="{8781ADDC-2E8B-06CD-1A52-8FA57565DE6E}"/>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7B1DC49-C50D-4758-8A32-30369DBC82BB}" type="slidenum">
              <a:rPr lang="en-ZA" altLang="en-GB" sz="1400" smtClean="0">
                <a:solidFill>
                  <a:srgbClr val="FFFFFF"/>
                </a:solidFill>
                <a:latin typeface="Franklin Gothic Book" panose="020B0503020102020204" pitchFamily="34" charset="0"/>
              </a:rPr>
              <a:pPr>
                <a:spcBef>
                  <a:spcPct val="0"/>
                </a:spcBef>
                <a:buClrTx/>
                <a:buSzTx/>
                <a:buFontTx/>
                <a:buNone/>
              </a:pPr>
              <a:t>104</a:t>
            </a:fld>
            <a:endParaRPr lang="en-ZA" altLang="en-GB" sz="1400">
              <a:solidFill>
                <a:srgbClr val="FFFFFF"/>
              </a:solidFill>
              <a:latin typeface="Franklin Gothic Book" panose="020B0503020102020204" pitchFamily="34" charset="0"/>
            </a:endParaRPr>
          </a:p>
        </p:txBody>
      </p:sp>
      <p:sp>
        <p:nvSpPr>
          <p:cNvPr id="129030" name="Rectangle 2">
            <a:extLst>
              <a:ext uri="{FF2B5EF4-FFF2-40B4-BE49-F238E27FC236}">
                <a16:creationId xmlns:a16="http://schemas.microsoft.com/office/drawing/2014/main" id="{806BA562-4425-CDC7-759B-70DCD74F3D7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29031" name="Picture 8">
            <a:extLst>
              <a:ext uri="{FF2B5EF4-FFF2-40B4-BE49-F238E27FC236}">
                <a16:creationId xmlns:a16="http://schemas.microsoft.com/office/drawing/2014/main" id="{E9EB2141-87A7-DD2B-8EA4-EDE0C77468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4149725"/>
            <a:ext cx="2438400" cy="2028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B385-8F46-4652-89AE-0226A72B9908}"/>
              </a:ext>
            </a:extLst>
          </p:cNvPr>
          <p:cNvSpPr>
            <a:spLocks noGrp="1"/>
          </p:cNvSpPr>
          <p:nvPr>
            <p:ph type="title"/>
          </p:nvPr>
        </p:nvSpPr>
        <p:spPr/>
        <p:txBody>
          <a:bodyPr/>
          <a:lstStyle/>
          <a:p>
            <a:pPr algn="ctr"/>
            <a:r>
              <a:rPr lang="en-US" dirty="0"/>
              <a:t>Quiz</a:t>
            </a:r>
          </a:p>
        </p:txBody>
      </p:sp>
      <p:sp>
        <p:nvSpPr>
          <p:cNvPr id="3" name="Content Placeholder 2">
            <a:extLst>
              <a:ext uri="{FF2B5EF4-FFF2-40B4-BE49-F238E27FC236}">
                <a16:creationId xmlns:a16="http://schemas.microsoft.com/office/drawing/2014/main" id="{C9C9DA8D-E42B-4614-A077-C1C6C46C59FF}"/>
              </a:ext>
            </a:extLst>
          </p:cNvPr>
          <p:cNvSpPr>
            <a:spLocks noGrp="1"/>
          </p:cNvSpPr>
          <p:nvPr>
            <p:ph sz="quarter" idx="1"/>
          </p:nvPr>
        </p:nvSpPr>
        <p:spPr/>
        <p:txBody>
          <a:bodyPr/>
          <a:lstStyle/>
          <a:p>
            <a:endParaRPr lang="en-US"/>
          </a:p>
        </p:txBody>
      </p:sp>
      <p:sp>
        <p:nvSpPr>
          <p:cNvPr id="4" name="Date Placeholder 3">
            <a:extLst>
              <a:ext uri="{FF2B5EF4-FFF2-40B4-BE49-F238E27FC236}">
                <a16:creationId xmlns:a16="http://schemas.microsoft.com/office/drawing/2014/main" id="{C85B23D8-A111-45E6-9A58-657B89488FA0}"/>
              </a:ext>
            </a:extLst>
          </p:cNvPr>
          <p:cNvSpPr>
            <a:spLocks noGrp="1"/>
          </p:cNvSpPr>
          <p:nvPr>
            <p:ph type="dt" sz="half" idx="10"/>
          </p:nvPr>
        </p:nvSpPr>
        <p:spPr/>
        <p:txBody>
          <a:bodyPr/>
          <a:lstStyle/>
          <a:p>
            <a:pPr>
              <a:defRPr/>
            </a:pPr>
            <a:fld id="{B4B77417-50DD-4091-94B7-D2892CF04726}" type="datetime9">
              <a:rPr lang="en-US" smtClean="0"/>
              <a:pPr>
                <a:defRPr/>
              </a:pPr>
              <a:t>2/16/2026 2:15:15 PM</a:t>
            </a:fld>
            <a:endParaRPr lang="en-ZA"/>
          </a:p>
        </p:txBody>
      </p:sp>
      <p:sp>
        <p:nvSpPr>
          <p:cNvPr id="5" name="Footer Placeholder 4">
            <a:extLst>
              <a:ext uri="{FF2B5EF4-FFF2-40B4-BE49-F238E27FC236}">
                <a16:creationId xmlns:a16="http://schemas.microsoft.com/office/drawing/2014/main" id="{D414ECFF-8707-4653-9E1D-6BD486C07222}"/>
              </a:ext>
            </a:extLst>
          </p:cNvPr>
          <p:cNvSpPr>
            <a:spLocks noGrp="1"/>
          </p:cNvSpPr>
          <p:nvPr>
            <p:ph type="ftr" sz="quarter" idx="11"/>
          </p:nvPr>
        </p:nvSpPr>
        <p:spPr/>
        <p:txBody>
          <a:bodyPr/>
          <a:lstStyle/>
          <a:p>
            <a:pPr>
              <a:defRPr/>
            </a:pPr>
            <a:r>
              <a:rPr lang="en-ZA"/>
              <a:t>  Dr Jean de Dieu Niyonzima</a:t>
            </a:r>
            <a:endParaRPr lang="en-ZA" dirty="0"/>
          </a:p>
        </p:txBody>
      </p:sp>
      <p:sp>
        <p:nvSpPr>
          <p:cNvPr id="6" name="Slide Number Placeholder 5">
            <a:extLst>
              <a:ext uri="{FF2B5EF4-FFF2-40B4-BE49-F238E27FC236}">
                <a16:creationId xmlns:a16="http://schemas.microsoft.com/office/drawing/2014/main" id="{68A5F544-DF92-4CFA-B2BA-17FCC25EC8C7}"/>
              </a:ext>
            </a:extLst>
          </p:cNvPr>
          <p:cNvSpPr>
            <a:spLocks noGrp="1"/>
          </p:cNvSpPr>
          <p:nvPr>
            <p:ph type="sldNum" sz="quarter" idx="12"/>
          </p:nvPr>
        </p:nvSpPr>
        <p:spPr/>
        <p:txBody>
          <a:bodyPr/>
          <a:lstStyle/>
          <a:p>
            <a:pPr>
              <a:defRPr/>
            </a:pPr>
            <a:fld id="{FE2297A7-D91F-4874-9518-81F4A588EF24}" type="slidenum">
              <a:rPr lang="en-ZA" altLang="en-RW" smtClean="0"/>
              <a:pPr>
                <a:defRPr/>
              </a:pPr>
              <a:t>105</a:t>
            </a:fld>
            <a:endParaRPr lang="en-ZA" altLang="en-RW"/>
          </a:p>
        </p:txBody>
      </p:sp>
    </p:spTree>
    <p:extLst>
      <p:ext uri="{BB962C8B-B14F-4D97-AF65-F5344CB8AC3E}">
        <p14:creationId xmlns:p14="http://schemas.microsoft.com/office/powerpoint/2010/main" val="2345852460"/>
      </p:ext>
    </p:extLst>
  </p:cSld>
  <p:clrMapOvr>
    <a:masterClrMapping/>
  </p:clrMapOvr>
  <p:transition spd="med">
    <p:fad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Title 1">
            <a:extLst>
              <a:ext uri="{FF2B5EF4-FFF2-40B4-BE49-F238E27FC236}">
                <a16:creationId xmlns:a16="http://schemas.microsoft.com/office/drawing/2014/main" id="{A95299E5-9B34-8BD2-722E-7897188E2181}"/>
              </a:ext>
            </a:extLst>
          </p:cNvPr>
          <p:cNvSpPr>
            <a:spLocks noGrp="1"/>
          </p:cNvSpPr>
          <p:nvPr>
            <p:ph type="title"/>
          </p:nvPr>
        </p:nvSpPr>
        <p:spPr/>
        <p:txBody>
          <a:bodyPr/>
          <a:lstStyle/>
          <a:p>
            <a:pPr eaLnBrk="1" hangingPunct="1"/>
            <a:r>
              <a:rPr lang="en-US" altLang="en-GB"/>
              <a:t>Exercise 11</a:t>
            </a:r>
          </a:p>
        </p:txBody>
      </p:sp>
      <p:pic>
        <p:nvPicPr>
          <p:cNvPr id="131074" name="Picture 2">
            <a:extLst>
              <a:ext uri="{FF2B5EF4-FFF2-40B4-BE49-F238E27FC236}">
                <a16:creationId xmlns:a16="http://schemas.microsoft.com/office/drawing/2014/main" id="{9E020CED-888E-29A2-2098-0DC2A2A640B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2420938"/>
            <a:ext cx="8713788" cy="2879725"/>
          </a:xfrm>
          <a:noFill/>
        </p:spPr>
      </p:pic>
      <p:sp>
        <p:nvSpPr>
          <p:cNvPr id="131075" name="Date Placeholder 3">
            <a:extLst>
              <a:ext uri="{FF2B5EF4-FFF2-40B4-BE49-F238E27FC236}">
                <a16:creationId xmlns:a16="http://schemas.microsoft.com/office/drawing/2014/main" id="{E5BF7C08-2F84-9B53-CAC7-AB1D89735AF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FAFBC46-DA10-44F7-9B97-ED0FFAC73C4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31076" name="Footer Placeholder 4">
            <a:extLst>
              <a:ext uri="{FF2B5EF4-FFF2-40B4-BE49-F238E27FC236}">
                <a16:creationId xmlns:a16="http://schemas.microsoft.com/office/drawing/2014/main" id="{18D22CD8-E1CA-07E9-3A4E-682D216BE6B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31077" name="Slide Number Placeholder 5">
            <a:extLst>
              <a:ext uri="{FF2B5EF4-FFF2-40B4-BE49-F238E27FC236}">
                <a16:creationId xmlns:a16="http://schemas.microsoft.com/office/drawing/2014/main" id="{1ABD5BBE-D1BE-EC1B-FC3D-2326A8B2163D}"/>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9F893D4-CF3C-4885-9A0D-2E618A510C36}" type="slidenum">
              <a:rPr lang="en-ZA" altLang="en-GB" sz="1400" smtClean="0">
                <a:solidFill>
                  <a:srgbClr val="FFFFFF"/>
                </a:solidFill>
                <a:latin typeface="Franklin Gothic Book" panose="020B0503020102020204" pitchFamily="34" charset="0"/>
              </a:rPr>
              <a:pPr>
                <a:spcBef>
                  <a:spcPct val="0"/>
                </a:spcBef>
                <a:buClrTx/>
                <a:buSzTx/>
                <a:buFontTx/>
                <a:buNone/>
              </a:pPr>
              <a:t>106</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Title 1">
            <a:extLst>
              <a:ext uri="{FF2B5EF4-FFF2-40B4-BE49-F238E27FC236}">
                <a16:creationId xmlns:a16="http://schemas.microsoft.com/office/drawing/2014/main" id="{A10700A3-888A-F84F-159E-58948D5374BB}"/>
              </a:ext>
            </a:extLst>
          </p:cNvPr>
          <p:cNvSpPr>
            <a:spLocks noGrp="1"/>
          </p:cNvSpPr>
          <p:nvPr>
            <p:ph type="title"/>
          </p:nvPr>
        </p:nvSpPr>
        <p:spPr/>
        <p:txBody>
          <a:bodyPr/>
          <a:lstStyle/>
          <a:p>
            <a:pPr eaLnBrk="1" hangingPunct="1"/>
            <a:r>
              <a:rPr lang="en-US" altLang="en-GB"/>
              <a:t>Exercise 12</a:t>
            </a:r>
          </a:p>
        </p:txBody>
      </p:sp>
      <p:pic>
        <p:nvPicPr>
          <p:cNvPr id="132098" name="Picture 2">
            <a:extLst>
              <a:ext uri="{FF2B5EF4-FFF2-40B4-BE49-F238E27FC236}">
                <a16:creationId xmlns:a16="http://schemas.microsoft.com/office/drawing/2014/main" id="{8158BD48-1B47-3AF5-1F4D-FAEB3D0CA3D1}"/>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914400" y="2894013"/>
            <a:ext cx="7772400" cy="1679575"/>
          </a:xfrm>
          <a:noFill/>
        </p:spPr>
      </p:pic>
      <p:sp>
        <p:nvSpPr>
          <p:cNvPr id="132099" name="Date Placeholder 3">
            <a:extLst>
              <a:ext uri="{FF2B5EF4-FFF2-40B4-BE49-F238E27FC236}">
                <a16:creationId xmlns:a16="http://schemas.microsoft.com/office/drawing/2014/main" id="{A86BBF60-FB5A-FAA2-26CD-00A766D1520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96702BA-2AFD-4AD6-BF6C-1F67A9FD6127}"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32100" name="Footer Placeholder 4">
            <a:extLst>
              <a:ext uri="{FF2B5EF4-FFF2-40B4-BE49-F238E27FC236}">
                <a16:creationId xmlns:a16="http://schemas.microsoft.com/office/drawing/2014/main" id="{3A297BDE-543C-AC7D-F3C8-BE55E36663D9}"/>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32101" name="Slide Number Placeholder 5">
            <a:extLst>
              <a:ext uri="{FF2B5EF4-FFF2-40B4-BE49-F238E27FC236}">
                <a16:creationId xmlns:a16="http://schemas.microsoft.com/office/drawing/2014/main" id="{C8DC1CFE-87E1-4710-FAD8-BF20DFC050D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0E20AD8-20FC-4C6E-88DC-0FF957099274}" type="slidenum">
              <a:rPr lang="en-ZA" altLang="en-GB" sz="1400" smtClean="0">
                <a:solidFill>
                  <a:srgbClr val="FFFFFF"/>
                </a:solidFill>
                <a:latin typeface="Franklin Gothic Book" panose="020B0503020102020204" pitchFamily="34" charset="0"/>
              </a:rPr>
              <a:pPr>
                <a:spcBef>
                  <a:spcPct val="0"/>
                </a:spcBef>
                <a:buClrTx/>
                <a:buSzTx/>
                <a:buFontTx/>
                <a:buNone/>
              </a:pPr>
              <a:t>107</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1" name="Title 1">
            <a:extLst>
              <a:ext uri="{FF2B5EF4-FFF2-40B4-BE49-F238E27FC236}">
                <a16:creationId xmlns:a16="http://schemas.microsoft.com/office/drawing/2014/main" id="{13B4BF16-F1ED-AD38-3181-C0D7CBB8255C}"/>
              </a:ext>
            </a:extLst>
          </p:cNvPr>
          <p:cNvSpPr>
            <a:spLocks noGrp="1"/>
          </p:cNvSpPr>
          <p:nvPr>
            <p:ph type="title"/>
          </p:nvPr>
        </p:nvSpPr>
        <p:spPr/>
        <p:txBody>
          <a:bodyPr/>
          <a:lstStyle/>
          <a:p>
            <a:pPr eaLnBrk="1" hangingPunct="1"/>
            <a:r>
              <a:rPr lang="en-US" altLang="en-GB"/>
              <a:t>Exercise 13</a:t>
            </a:r>
          </a:p>
        </p:txBody>
      </p:sp>
      <p:pic>
        <p:nvPicPr>
          <p:cNvPr id="133122" name="Picture 2">
            <a:extLst>
              <a:ext uri="{FF2B5EF4-FFF2-40B4-BE49-F238E27FC236}">
                <a16:creationId xmlns:a16="http://schemas.microsoft.com/office/drawing/2014/main" id="{5AA78888-8ED6-9CE5-68EF-FCA825ED522D}"/>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395288" y="1773238"/>
            <a:ext cx="8229600" cy="1925637"/>
          </a:xfrm>
          <a:noFill/>
        </p:spPr>
      </p:pic>
      <p:sp>
        <p:nvSpPr>
          <p:cNvPr id="133123" name="Date Placeholder 3">
            <a:extLst>
              <a:ext uri="{FF2B5EF4-FFF2-40B4-BE49-F238E27FC236}">
                <a16:creationId xmlns:a16="http://schemas.microsoft.com/office/drawing/2014/main" id="{916ABDD2-996B-3C2A-95DF-D7A264B0C75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AE849BB-70EC-4526-82EC-EE733F1ACD5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33124" name="Footer Placeholder 4">
            <a:extLst>
              <a:ext uri="{FF2B5EF4-FFF2-40B4-BE49-F238E27FC236}">
                <a16:creationId xmlns:a16="http://schemas.microsoft.com/office/drawing/2014/main" id="{0C7BD73A-6636-ED70-4E18-49C80B09D75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33125" name="Slide Number Placeholder 5">
            <a:extLst>
              <a:ext uri="{FF2B5EF4-FFF2-40B4-BE49-F238E27FC236}">
                <a16:creationId xmlns:a16="http://schemas.microsoft.com/office/drawing/2014/main" id="{9B9B216F-1182-6F5F-864C-3F0F4B82C31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52F204A-9279-4F7A-BAFD-2BD544468C6F}" type="slidenum">
              <a:rPr lang="en-ZA" altLang="en-GB" sz="1400" smtClean="0">
                <a:solidFill>
                  <a:srgbClr val="FFFFFF"/>
                </a:solidFill>
                <a:latin typeface="Franklin Gothic Book" panose="020B0503020102020204" pitchFamily="34" charset="0"/>
              </a:rPr>
              <a:pPr>
                <a:spcBef>
                  <a:spcPct val="0"/>
                </a:spcBef>
                <a:buClrTx/>
                <a:buSzTx/>
                <a:buFontTx/>
                <a:buNone/>
              </a:pPr>
              <a:t>108</a:t>
            </a:fld>
            <a:endParaRPr lang="en-ZA" altLang="en-GB" sz="1400">
              <a:solidFill>
                <a:srgbClr val="FFFFFF"/>
              </a:solidFill>
              <a:latin typeface="Franklin Gothic Book" panose="020B0503020102020204" pitchFamily="34" charset="0"/>
            </a:endParaRPr>
          </a:p>
        </p:txBody>
      </p:sp>
      <p:pic>
        <p:nvPicPr>
          <p:cNvPr id="133126" name="Picture 3">
            <a:extLst>
              <a:ext uri="{FF2B5EF4-FFF2-40B4-BE49-F238E27FC236}">
                <a16:creationId xmlns:a16="http://schemas.microsoft.com/office/drawing/2014/main" id="{5F25E666-9C15-13F9-880C-A98EA92B6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413" y="3716338"/>
            <a:ext cx="4105275"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Title 1">
            <a:extLst>
              <a:ext uri="{FF2B5EF4-FFF2-40B4-BE49-F238E27FC236}">
                <a16:creationId xmlns:a16="http://schemas.microsoft.com/office/drawing/2014/main" id="{EA3C4D36-6E93-950F-DD95-221E65475E5A}"/>
              </a:ext>
            </a:extLst>
          </p:cNvPr>
          <p:cNvSpPr>
            <a:spLocks noGrp="1"/>
          </p:cNvSpPr>
          <p:nvPr>
            <p:ph type="title"/>
          </p:nvPr>
        </p:nvSpPr>
        <p:spPr/>
        <p:txBody>
          <a:bodyPr/>
          <a:lstStyle/>
          <a:p>
            <a:pPr eaLnBrk="1" hangingPunct="1"/>
            <a:r>
              <a:rPr lang="en-US" altLang="en-GB"/>
              <a:t>Exercise 14</a:t>
            </a:r>
          </a:p>
        </p:txBody>
      </p:sp>
      <p:pic>
        <p:nvPicPr>
          <p:cNvPr id="134146" name="Picture 2">
            <a:extLst>
              <a:ext uri="{FF2B5EF4-FFF2-40B4-BE49-F238E27FC236}">
                <a16:creationId xmlns:a16="http://schemas.microsoft.com/office/drawing/2014/main" id="{3D01A8D2-4F78-3477-B275-C38E720699B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9388" y="1484313"/>
            <a:ext cx="8229600" cy="1474787"/>
          </a:xfrm>
          <a:noFill/>
        </p:spPr>
      </p:pic>
      <p:sp>
        <p:nvSpPr>
          <p:cNvPr id="134147" name="Date Placeholder 3">
            <a:extLst>
              <a:ext uri="{FF2B5EF4-FFF2-40B4-BE49-F238E27FC236}">
                <a16:creationId xmlns:a16="http://schemas.microsoft.com/office/drawing/2014/main" id="{44773BB2-E179-8CD6-3EA4-23AD22E197C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5D1A1F9-6E1E-481A-9854-DB931AEB7FDC}"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34148" name="Footer Placeholder 4">
            <a:extLst>
              <a:ext uri="{FF2B5EF4-FFF2-40B4-BE49-F238E27FC236}">
                <a16:creationId xmlns:a16="http://schemas.microsoft.com/office/drawing/2014/main" id="{B34C8CA6-A74C-A209-3A5D-405EF99B4A5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34149" name="Slide Number Placeholder 5">
            <a:extLst>
              <a:ext uri="{FF2B5EF4-FFF2-40B4-BE49-F238E27FC236}">
                <a16:creationId xmlns:a16="http://schemas.microsoft.com/office/drawing/2014/main" id="{9099E6F0-3BE0-DE5B-43FA-5FE143C7582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727450F-6D3D-427C-9D12-9E058FF76A90}" type="slidenum">
              <a:rPr lang="en-ZA" altLang="en-GB" sz="1400" smtClean="0">
                <a:solidFill>
                  <a:srgbClr val="FFFFFF"/>
                </a:solidFill>
                <a:latin typeface="Franklin Gothic Book" panose="020B0503020102020204" pitchFamily="34" charset="0"/>
              </a:rPr>
              <a:pPr>
                <a:spcBef>
                  <a:spcPct val="0"/>
                </a:spcBef>
                <a:buClrTx/>
                <a:buSzTx/>
                <a:buFontTx/>
                <a:buNone/>
              </a:pPr>
              <a:t>109</a:t>
            </a:fld>
            <a:endParaRPr lang="en-ZA" altLang="en-GB" sz="1400">
              <a:solidFill>
                <a:srgbClr val="FFFFFF"/>
              </a:solidFill>
              <a:latin typeface="Franklin Gothic Book" panose="020B0503020102020204" pitchFamily="34" charset="0"/>
            </a:endParaRPr>
          </a:p>
        </p:txBody>
      </p:sp>
      <p:pic>
        <p:nvPicPr>
          <p:cNvPr id="134150" name="Picture 3">
            <a:extLst>
              <a:ext uri="{FF2B5EF4-FFF2-40B4-BE49-F238E27FC236}">
                <a16:creationId xmlns:a16="http://schemas.microsoft.com/office/drawing/2014/main" id="{7B693139-6D1C-CD18-0BBE-6DE83252B1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113" y="2997200"/>
            <a:ext cx="3384550" cy="295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86B86-9F98-A068-A3B3-0E175E09C9D1}"/>
              </a:ext>
            </a:extLst>
          </p:cNvPr>
          <p:cNvSpPr>
            <a:spLocks noGrp="1"/>
          </p:cNvSpPr>
          <p:nvPr>
            <p:ph type="title"/>
          </p:nvPr>
        </p:nvSpPr>
        <p:spPr>
          <a:xfrm>
            <a:off x="457200" y="142875"/>
            <a:ext cx="8043863" cy="725488"/>
          </a:xfrm>
        </p:spPr>
        <p:txBody>
          <a:bodyPr rtlCol="0">
            <a:normAutofit fontScale="90000"/>
          </a:bodyPr>
          <a:lstStyle/>
          <a:p>
            <a:pPr eaLnBrk="1" fontAlgn="auto" hangingPunct="1">
              <a:spcAft>
                <a:spcPts val="0"/>
              </a:spcAft>
              <a:defRPr/>
            </a:pPr>
            <a:r>
              <a:rPr lang="en-US" b="1" dirty="0"/>
              <a:t>8. Electrical Energy and power</a:t>
            </a:r>
            <a:endParaRPr lang="en-ZA" dirty="0"/>
          </a:p>
        </p:txBody>
      </p:sp>
      <p:sp>
        <p:nvSpPr>
          <p:cNvPr id="158722" name="Content Placeholder 2">
            <a:extLst>
              <a:ext uri="{FF2B5EF4-FFF2-40B4-BE49-F238E27FC236}">
                <a16:creationId xmlns:a16="http://schemas.microsoft.com/office/drawing/2014/main" id="{7F37BC4E-B591-081F-9361-47C7DDEB4AAB}"/>
              </a:ext>
            </a:extLst>
          </p:cNvPr>
          <p:cNvSpPr>
            <a:spLocks noGrp="1"/>
          </p:cNvSpPr>
          <p:nvPr>
            <p:ph sz="quarter" idx="1"/>
          </p:nvPr>
        </p:nvSpPr>
        <p:spPr>
          <a:xfrm>
            <a:off x="457200" y="1844675"/>
            <a:ext cx="8229600" cy="4281488"/>
          </a:xfrm>
        </p:spPr>
        <p:txBody>
          <a:bodyPr/>
          <a:lstStyle/>
          <a:p>
            <a:pPr marL="342900" lvl="1" indent="-342900" algn="just" eaLnBrk="1" hangingPunct="1">
              <a:buFont typeface="Arial" panose="020B0604020202020204" pitchFamily="34" charset="0"/>
              <a:buNone/>
            </a:pPr>
            <a:r>
              <a:rPr lang="en-US" altLang="en-GB" b="1"/>
              <a:t>a) Electric energy</a:t>
            </a:r>
            <a:endParaRPr lang="en-ZA" altLang="en-GB"/>
          </a:p>
          <a:p>
            <a:pPr algn="just" eaLnBrk="1" hangingPunct="1">
              <a:buFont typeface="Arial" panose="020B0604020202020204" pitchFamily="34" charset="0"/>
              <a:buNone/>
            </a:pPr>
            <a:r>
              <a:rPr lang="en-US" altLang="en-GB"/>
              <a:t>   As already mentioned, voltage is energy per unit charge, so if you want to know how much energy has been provided by a battery, you simply multiply the voltage by the amount of charge that it has moved so far. </a:t>
            </a:r>
            <a:endParaRPr lang="en-ZA" altLang="en-GB"/>
          </a:p>
        </p:txBody>
      </p:sp>
      <p:sp>
        <p:nvSpPr>
          <p:cNvPr id="158723" name="Date Placeholder 6">
            <a:extLst>
              <a:ext uri="{FF2B5EF4-FFF2-40B4-BE49-F238E27FC236}">
                <a16:creationId xmlns:a16="http://schemas.microsoft.com/office/drawing/2014/main" id="{EED3648E-9095-CF57-3A08-DE2E2894E13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3C349FE-FBE6-4290-AEEF-542A0F3B443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58724" name="Footer Placeholder 5">
            <a:extLst>
              <a:ext uri="{FF2B5EF4-FFF2-40B4-BE49-F238E27FC236}">
                <a16:creationId xmlns:a16="http://schemas.microsoft.com/office/drawing/2014/main" id="{C72040D6-7252-2E58-4C30-E002AE2B9C6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58725" name="Slide Number Placeholder 4">
            <a:extLst>
              <a:ext uri="{FF2B5EF4-FFF2-40B4-BE49-F238E27FC236}">
                <a16:creationId xmlns:a16="http://schemas.microsoft.com/office/drawing/2014/main" id="{88F6BEA9-A325-5EAC-EC24-042EC3DECDF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866D9C8-D6CF-4887-A6FB-88B9202A1D22}" type="slidenum">
              <a:rPr lang="en-ZA" altLang="en-GB" sz="1400" smtClean="0">
                <a:solidFill>
                  <a:srgbClr val="FFFFFF"/>
                </a:solidFill>
                <a:latin typeface="Franklin Gothic Book" panose="020B0503020102020204" pitchFamily="34" charset="0"/>
              </a:rPr>
              <a:pPr>
                <a:spcBef>
                  <a:spcPct val="0"/>
                </a:spcBef>
                <a:buClrTx/>
                <a:buSzTx/>
                <a:buFontTx/>
                <a:buNone/>
              </a:pPr>
              <a:t>110</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8AA0B-4C85-45CD-7D44-2DEEAC745A8A}"/>
              </a:ext>
            </a:extLst>
          </p:cNvPr>
          <p:cNvSpPr>
            <a:spLocks noGrp="1"/>
          </p:cNvSpPr>
          <p:nvPr>
            <p:ph type="title"/>
          </p:nvPr>
        </p:nvSpPr>
        <p:spPr>
          <a:xfrm>
            <a:off x="457200" y="142875"/>
            <a:ext cx="8043863" cy="725488"/>
          </a:xfrm>
        </p:spPr>
        <p:txBody>
          <a:bodyPr rtlCol="0">
            <a:normAutofit fontScale="90000"/>
          </a:bodyPr>
          <a:lstStyle/>
          <a:p>
            <a:pPr eaLnBrk="1" fontAlgn="auto" hangingPunct="1">
              <a:spcAft>
                <a:spcPts val="0"/>
              </a:spcAft>
              <a:defRPr/>
            </a:pPr>
            <a:r>
              <a:rPr lang="en-US" b="1" dirty="0"/>
              <a:t>8. Electrical Energy and power</a:t>
            </a:r>
            <a:endParaRPr lang="en-ZA" b="1" dirty="0"/>
          </a:p>
        </p:txBody>
      </p:sp>
      <p:sp>
        <p:nvSpPr>
          <p:cNvPr id="159746" name="Content Placeholder 2">
            <a:extLst>
              <a:ext uri="{FF2B5EF4-FFF2-40B4-BE49-F238E27FC236}">
                <a16:creationId xmlns:a16="http://schemas.microsoft.com/office/drawing/2014/main" id="{5190BFFB-08C5-4BED-26A3-A22D5B1B0A64}"/>
              </a:ext>
            </a:extLst>
          </p:cNvPr>
          <p:cNvSpPr>
            <a:spLocks noGrp="1"/>
          </p:cNvSpPr>
          <p:nvPr>
            <p:ph sz="quarter" idx="1"/>
          </p:nvPr>
        </p:nvSpPr>
        <p:spPr>
          <a:xfrm>
            <a:off x="457200" y="1844675"/>
            <a:ext cx="8229600" cy="4281488"/>
          </a:xfrm>
        </p:spPr>
        <p:txBody>
          <a:bodyPr/>
          <a:lstStyle/>
          <a:p>
            <a:pPr marL="342900" lvl="1" indent="-342900" algn="just" eaLnBrk="1" hangingPunct="1">
              <a:buFont typeface="Arial" panose="020B0604020202020204" pitchFamily="34" charset="0"/>
              <a:buNone/>
            </a:pPr>
            <a:r>
              <a:rPr lang="en-US" altLang="en-GB" sz="3200"/>
              <a:t>  </a:t>
            </a:r>
            <a:r>
              <a:rPr lang="en-US" altLang="en-GB" sz="2600"/>
              <a:t>The same formula gives the amount of electrical energy </a:t>
            </a:r>
            <a:r>
              <a:rPr lang="en-US" altLang="en-GB" sz="2600" i="1"/>
              <a:t>used </a:t>
            </a:r>
            <a:r>
              <a:rPr lang="en-US" altLang="en-GB" sz="2600"/>
              <a:t>by a light bulb or any other device that consumes electrical energy, provided that you replace the battery voltage by the potential difference (voltage </a:t>
            </a:r>
            <a:r>
              <a:rPr lang="en-US" altLang="en-GB" sz="2600" i="1"/>
              <a:t>difference</a:t>
            </a:r>
            <a:r>
              <a:rPr lang="en-US" altLang="en-GB" sz="2600"/>
              <a:t>)</a:t>
            </a:r>
            <a:r>
              <a:rPr lang="en-US" altLang="en-GB" sz="2600" i="1"/>
              <a:t> </a:t>
            </a:r>
            <a:r>
              <a:rPr lang="en-US" altLang="en-GB" sz="2600"/>
              <a:t>between one end of the device and the other:</a:t>
            </a:r>
            <a:endParaRPr lang="en-ZA" altLang="en-GB" sz="2600"/>
          </a:p>
        </p:txBody>
      </p:sp>
      <p:sp>
        <p:nvSpPr>
          <p:cNvPr id="159747" name="Date Placeholder 9">
            <a:extLst>
              <a:ext uri="{FF2B5EF4-FFF2-40B4-BE49-F238E27FC236}">
                <a16:creationId xmlns:a16="http://schemas.microsoft.com/office/drawing/2014/main" id="{3155D630-94D9-ADA6-902C-00D88091A8C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605B8EC-AED9-4E71-81E1-8D7E8B1090D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59748" name="Footer Placeholder 8">
            <a:extLst>
              <a:ext uri="{FF2B5EF4-FFF2-40B4-BE49-F238E27FC236}">
                <a16:creationId xmlns:a16="http://schemas.microsoft.com/office/drawing/2014/main" id="{46EF14A9-5AC7-77C4-ADB6-0D372184EE45}"/>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59749" name="Slide Number Placeholder 7">
            <a:extLst>
              <a:ext uri="{FF2B5EF4-FFF2-40B4-BE49-F238E27FC236}">
                <a16:creationId xmlns:a16="http://schemas.microsoft.com/office/drawing/2014/main" id="{CD8EBB56-6B17-5898-A327-9F41AF69D47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0B5EC16-005C-45C1-B4BB-F84BF7DA19A0}" type="slidenum">
              <a:rPr lang="en-ZA" altLang="en-GB" sz="1400" smtClean="0">
                <a:solidFill>
                  <a:srgbClr val="FFFFFF"/>
                </a:solidFill>
                <a:latin typeface="Franklin Gothic Book" panose="020B0503020102020204" pitchFamily="34" charset="0"/>
              </a:rPr>
              <a:pPr>
                <a:spcBef>
                  <a:spcPct val="0"/>
                </a:spcBef>
                <a:buClrTx/>
                <a:buSzTx/>
                <a:buFontTx/>
                <a:buNone/>
              </a:pPr>
              <a:t>111</a:t>
            </a:fld>
            <a:endParaRPr lang="en-ZA" altLang="en-GB" sz="1400">
              <a:solidFill>
                <a:srgbClr val="FFFFFF"/>
              </a:solidFill>
              <a:latin typeface="Franklin Gothic Book" panose="020B0503020102020204" pitchFamily="34" charset="0"/>
            </a:endParaRPr>
          </a:p>
        </p:txBody>
      </p:sp>
      <p:sp>
        <p:nvSpPr>
          <p:cNvPr id="159750" name="Rectangle 2">
            <a:extLst>
              <a:ext uri="{FF2B5EF4-FFF2-40B4-BE49-F238E27FC236}">
                <a16:creationId xmlns:a16="http://schemas.microsoft.com/office/drawing/2014/main" id="{4327CC4E-111C-375D-C7D2-E725CDD1747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59751" name="Rectangle 4">
            <a:extLst>
              <a:ext uri="{FF2B5EF4-FFF2-40B4-BE49-F238E27FC236}">
                <a16:creationId xmlns:a16="http://schemas.microsoft.com/office/drawing/2014/main" id="{51C42425-3DBE-8CF8-5A39-B95B386F16F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35171" name="Picture 3">
            <a:extLst>
              <a:ext uri="{FF2B5EF4-FFF2-40B4-BE49-F238E27FC236}">
                <a16:creationId xmlns:a16="http://schemas.microsoft.com/office/drawing/2014/main" id="{1E4C4294-456C-37F5-D2CD-884602A9CD30}"/>
              </a:ext>
            </a:extLst>
          </p:cNvPr>
          <p:cNvPicPr>
            <a:picLocks noChangeAspect="1" noChangeArrowheads="1"/>
          </p:cNvPicPr>
          <p:nvPr/>
        </p:nvPicPr>
        <p:blipFill>
          <a:blip r:embed="rId2">
            <a:clrChange>
              <a:clrFrom>
                <a:srgbClr val="FFFFFF"/>
              </a:clrFrom>
              <a:clrTo>
                <a:srgbClr val="FFFFFF">
                  <a:alpha val="0"/>
                </a:srgbClr>
              </a:clrTo>
            </a:clrChange>
            <a:lum bright="-30000"/>
            <a:extLst>
              <a:ext uri="{28A0092B-C50C-407E-A947-70E740481C1C}">
                <a14:useLocalDpi xmlns:a14="http://schemas.microsoft.com/office/drawing/2010/main" val="0"/>
              </a:ext>
            </a:extLst>
          </a:blip>
          <a:srcRect/>
          <a:stretch>
            <a:fillRect/>
          </a:stretch>
        </p:blipFill>
        <p:spPr bwMode="auto">
          <a:xfrm>
            <a:off x="3276600" y="4149725"/>
            <a:ext cx="2997200" cy="928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135171"/>
                                        </p:tgtEl>
                                        <p:attrNameLst>
                                          <p:attrName>style.visibility</p:attrName>
                                        </p:attrNameLst>
                                      </p:cBhvr>
                                      <p:to>
                                        <p:strVal val="visible"/>
                                      </p:to>
                                    </p:set>
                                    <p:animEffect transition="in" filter="diamond(in)">
                                      <p:cBhvr>
                                        <p:cTn id="7" dur="2000"/>
                                        <p:tgtEl>
                                          <p:spTgt spid="135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2987-FEC1-4FE2-3479-2991EF2F1D0F}"/>
              </a:ext>
            </a:extLst>
          </p:cNvPr>
          <p:cNvSpPr>
            <a:spLocks noGrp="1"/>
          </p:cNvSpPr>
          <p:nvPr>
            <p:ph type="title"/>
          </p:nvPr>
        </p:nvSpPr>
        <p:spPr>
          <a:xfrm>
            <a:off x="457200" y="142875"/>
            <a:ext cx="8043863" cy="725488"/>
          </a:xfrm>
        </p:spPr>
        <p:txBody>
          <a:bodyPr rtlCol="0">
            <a:normAutofit fontScale="90000"/>
          </a:bodyPr>
          <a:lstStyle/>
          <a:p>
            <a:pPr eaLnBrk="1" fontAlgn="auto" hangingPunct="1">
              <a:spcAft>
                <a:spcPts val="0"/>
              </a:spcAft>
              <a:defRPr/>
            </a:pPr>
            <a:r>
              <a:rPr lang="en-US" b="1" dirty="0"/>
              <a:t>8. Electrical Energy and power</a:t>
            </a:r>
            <a:endParaRPr lang="en-ZA" dirty="0"/>
          </a:p>
        </p:txBody>
      </p:sp>
      <p:sp>
        <p:nvSpPr>
          <p:cNvPr id="3" name="Content Placeholder 2">
            <a:extLst>
              <a:ext uri="{FF2B5EF4-FFF2-40B4-BE49-F238E27FC236}">
                <a16:creationId xmlns:a16="http://schemas.microsoft.com/office/drawing/2014/main" id="{2F67EE0D-1BF5-94D3-EFF4-B81BFE78023A}"/>
              </a:ext>
            </a:extLst>
          </p:cNvPr>
          <p:cNvSpPr>
            <a:spLocks noGrp="1"/>
          </p:cNvSpPr>
          <p:nvPr>
            <p:ph sz="quarter" idx="1"/>
          </p:nvPr>
        </p:nvSpPr>
        <p:spPr>
          <a:xfrm>
            <a:off x="539750" y="1916113"/>
            <a:ext cx="8229600" cy="3294062"/>
          </a:xfrm>
        </p:spPr>
        <p:txBody>
          <a:bodyPr/>
          <a:lstStyle/>
          <a:p>
            <a:pPr algn="just" eaLnBrk="1" hangingPunct="1">
              <a:buFont typeface="Arial" panose="020B0604020202020204" pitchFamily="34" charset="0"/>
              <a:buNone/>
            </a:pPr>
            <a:r>
              <a:rPr lang="en-US" altLang="en-GB"/>
              <a:t>   In the case of resistive (Ohmic, or linear) loads; the definition of electrical current, combined with Ohm's law (</a:t>
            </a:r>
            <a:r>
              <a:rPr lang="en-US" altLang="en-GB" i="1"/>
              <a:t>V</a:t>
            </a:r>
            <a:r>
              <a:rPr lang="en-US" altLang="en-GB"/>
              <a:t> = </a:t>
            </a:r>
            <a:r>
              <a:rPr lang="en-US" altLang="en-GB" i="1"/>
              <a:t>RI</a:t>
            </a:r>
            <a:r>
              <a:rPr lang="en-US" altLang="en-GB"/>
              <a:t>) the expression for the energy is given by </a:t>
            </a:r>
          </a:p>
          <a:p>
            <a:pPr algn="just" eaLnBrk="1" hangingPunct="1">
              <a:buFont typeface="Arial" panose="020B0604020202020204" pitchFamily="34" charset="0"/>
              <a:buNone/>
            </a:pPr>
            <a:endParaRPr lang="en-US" altLang="en-GB"/>
          </a:p>
          <a:p>
            <a:pPr algn="just" eaLnBrk="1" hangingPunct="1">
              <a:buFont typeface="Arial" panose="020B0604020202020204" pitchFamily="34" charset="0"/>
              <a:buNone/>
            </a:pPr>
            <a:endParaRPr lang="en-ZA" altLang="en-GB"/>
          </a:p>
          <a:p>
            <a:pPr algn="just" eaLnBrk="1" hangingPunct="1">
              <a:buFont typeface="Arial" panose="020B0604020202020204" pitchFamily="34" charset="0"/>
              <a:buNone/>
            </a:pPr>
            <a:r>
              <a:rPr lang="en-US" altLang="en-GB"/>
              <a:t>   The unit of electric energy is watt-second (Ws) but in commercial domain they prefer to use kilowatt-hour (kWh)</a:t>
            </a:r>
            <a:endParaRPr lang="en-ZA" altLang="en-GB"/>
          </a:p>
        </p:txBody>
      </p:sp>
      <p:sp>
        <p:nvSpPr>
          <p:cNvPr id="160771" name="Date Placeholder 10">
            <a:extLst>
              <a:ext uri="{FF2B5EF4-FFF2-40B4-BE49-F238E27FC236}">
                <a16:creationId xmlns:a16="http://schemas.microsoft.com/office/drawing/2014/main" id="{E03730C3-7A28-097E-526E-20BE4AFCCA42}"/>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5E3A56A-50F4-40F7-8CC0-E531AF8F290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0772" name="Footer Placeholder 9">
            <a:extLst>
              <a:ext uri="{FF2B5EF4-FFF2-40B4-BE49-F238E27FC236}">
                <a16:creationId xmlns:a16="http://schemas.microsoft.com/office/drawing/2014/main" id="{3C6810F6-B82E-249E-CFC2-9EC245E5FFA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0773" name="Slide Number Placeholder 8">
            <a:extLst>
              <a:ext uri="{FF2B5EF4-FFF2-40B4-BE49-F238E27FC236}">
                <a16:creationId xmlns:a16="http://schemas.microsoft.com/office/drawing/2014/main" id="{ADE3AC37-3E1F-0E0A-D98A-25D8F27AA02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4A61259-E2C8-4851-850F-B70CC6F7D18A}" type="slidenum">
              <a:rPr lang="en-ZA" altLang="en-GB" sz="1400" smtClean="0">
                <a:solidFill>
                  <a:srgbClr val="FFFFFF"/>
                </a:solidFill>
                <a:latin typeface="Franklin Gothic Book" panose="020B0503020102020204" pitchFamily="34" charset="0"/>
              </a:rPr>
              <a:pPr>
                <a:spcBef>
                  <a:spcPct val="0"/>
                </a:spcBef>
                <a:buClrTx/>
                <a:buSzTx/>
                <a:buFontTx/>
                <a:buNone/>
              </a:pPr>
              <a:t>112</a:t>
            </a:fld>
            <a:endParaRPr lang="en-ZA" altLang="en-GB" sz="1400">
              <a:solidFill>
                <a:srgbClr val="FFFFFF"/>
              </a:solidFill>
              <a:latin typeface="Franklin Gothic Book" panose="020B0503020102020204" pitchFamily="34" charset="0"/>
            </a:endParaRPr>
          </a:p>
        </p:txBody>
      </p:sp>
      <p:sp>
        <p:nvSpPr>
          <p:cNvPr id="160774" name="Rectangle 2">
            <a:extLst>
              <a:ext uri="{FF2B5EF4-FFF2-40B4-BE49-F238E27FC236}">
                <a16:creationId xmlns:a16="http://schemas.microsoft.com/office/drawing/2014/main" id="{EBF3F98E-4D32-9398-11F3-13B5FDE1578A}"/>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60775" name="Rectangle 4">
            <a:extLst>
              <a:ext uri="{FF2B5EF4-FFF2-40B4-BE49-F238E27FC236}">
                <a16:creationId xmlns:a16="http://schemas.microsoft.com/office/drawing/2014/main" id="{9448FBD0-415D-0F47-06EB-D64D30B483B1}"/>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sp>
        <p:nvSpPr>
          <p:cNvPr id="160776" name="Rectangle 2">
            <a:extLst>
              <a:ext uri="{FF2B5EF4-FFF2-40B4-BE49-F238E27FC236}">
                <a16:creationId xmlns:a16="http://schemas.microsoft.com/office/drawing/2014/main" id="{907D2739-7E9E-FFC4-432E-9E8A226A59DF}"/>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60777" name="Picture 1">
            <a:extLst>
              <a:ext uri="{FF2B5EF4-FFF2-40B4-BE49-F238E27FC236}">
                <a16:creationId xmlns:a16="http://schemas.microsoft.com/office/drawing/2014/main" id="{A26D4265-975F-D5C8-61B0-04E8BC35912B}"/>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132138" y="3357563"/>
            <a:ext cx="2046287"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89C73-9329-1C64-BF23-5A23EE0DF03F}"/>
              </a:ext>
            </a:extLst>
          </p:cNvPr>
          <p:cNvSpPr>
            <a:spLocks noGrp="1"/>
          </p:cNvSpPr>
          <p:nvPr>
            <p:ph type="title"/>
          </p:nvPr>
        </p:nvSpPr>
        <p:spPr>
          <a:xfrm>
            <a:off x="457200" y="142875"/>
            <a:ext cx="8043863" cy="725488"/>
          </a:xfrm>
        </p:spPr>
        <p:txBody>
          <a:bodyPr rtlCol="0">
            <a:normAutofit fontScale="90000"/>
          </a:bodyPr>
          <a:lstStyle/>
          <a:p>
            <a:pPr eaLnBrk="1" fontAlgn="auto" hangingPunct="1">
              <a:spcAft>
                <a:spcPts val="0"/>
              </a:spcAft>
              <a:defRPr/>
            </a:pPr>
            <a:r>
              <a:rPr lang="en-US" b="1" dirty="0"/>
              <a:t>8. Electrical Energy and power</a:t>
            </a:r>
            <a:endParaRPr lang="en-ZA" dirty="0"/>
          </a:p>
        </p:txBody>
      </p:sp>
      <p:sp>
        <p:nvSpPr>
          <p:cNvPr id="3" name="Content Placeholder 2">
            <a:extLst>
              <a:ext uri="{FF2B5EF4-FFF2-40B4-BE49-F238E27FC236}">
                <a16:creationId xmlns:a16="http://schemas.microsoft.com/office/drawing/2014/main" id="{8A367672-57EC-E862-938D-9851579B5C82}"/>
              </a:ext>
            </a:extLst>
          </p:cNvPr>
          <p:cNvSpPr>
            <a:spLocks noGrp="1"/>
          </p:cNvSpPr>
          <p:nvPr>
            <p:ph sz="quarter" idx="1"/>
          </p:nvPr>
        </p:nvSpPr>
        <p:spPr>
          <a:xfrm>
            <a:off x="539750" y="1844675"/>
            <a:ext cx="8229600" cy="3581400"/>
          </a:xfrm>
        </p:spPr>
        <p:txBody>
          <a:bodyPr/>
          <a:lstStyle/>
          <a:p>
            <a:pPr marL="514350" lvl="1" indent="-514350" algn="just" eaLnBrk="1" hangingPunct="1">
              <a:buFont typeface="Arial" panose="020B0604020202020204" pitchFamily="34" charset="0"/>
              <a:buAutoNum type="alphaLcParenR"/>
            </a:pPr>
            <a:r>
              <a:rPr lang="en-US" altLang="en-GB" b="1"/>
              <a:t>Electric power</a:t>
            </a:r>
            <a:endParaRPr lang="en-ZA" altLang="en-GB"/>
          </a:p>
          <a:p>
            <a:pPr algn="just" eaLnBrk="1" hangingPunct="1">
              <a:buFont typeface="Arial" panose="020B0604020202020204" pitchFamily="34" charset="0"/>
              <a:buNone/>
            </a:pPr>
            <a:r>
              <a:rPr lang="en-US" altLang="en-GB"/>
              <a:t>Electric power is the rate at which electric energy is transferred by an electric circuit.</a:t>
            </a:r>
          </a:p>
          <a:p>
            <a:pPr algn="just" eaLnBrk="1" hangingPunct="1">
              <a:buFont typeface="Arial" panose="020B0604020202020204" pitchFamily="34" charset="0"/>
              <a:buNone/>
            </a:pPr>
            <a:r>
              <a:rPr lang="en-US" altLang="en-GB"/>
              <a:t>The SI unit of power is the </a:t>
            </a:r>
            <a:r>
              <a:rPr lang="en-US" altLang="en-GB" b="1"/>
              <a:t>watt</a:t>
            </a:r>
            <a:r>
              <a:rPr lang="en-US" altLang="en-GB"/>
              <a:t>.</a:t>
            </a:r>
          </a:p>
          <a:p>
            <a:pPr algn="just" eaLnBrk="1" hangingPunct="1">
              <a:buFont typeface="Arial" panose="020B0604020202020204" pitchFamily="34" charset="0"/>
              <a:buNone/>
            </a:pPr>
            <a:r>
              <a:rPr lang="en-US" altLang="en-GB"/>
              <a:t>Electric power, like mechanical power, is represented by the letter </a:t>
            </a:r>
            <a:r>
              <a:rPr lang="en-US" altLang="en-GB" b="1" i="1"/>
              <a:t>P</a:t>
            </a:r>
            <a:r>
              <a:rPr lang="en-US" altLang="en-GB"/>
              <a:t> in electrical equations.</a:t>
            </a:r>
          </a:p>
          <a:p>
            <a:pPr algn="just" eaLnBrk="1" hangingPunct="1">
              <a:buFont typeface="Arial" panose="020B0604020202020204" pitchFamily="34" charset="0"/>
              <a:buNone/>
            </a:pPr>
            <a:r>
              <a:rPr lang="en-US" altLang="en-GB"/>
              <a:t>The term </a:t>
            </a:r>
            <a:r>
              <a:rPr lang="en-US" altLang="en-GB" i="1"/>
              <a:t>wattage</a:t>
            </a:r>
            <a:r>
              <a:rPr lang="en-US" altLang="en-GB"/>
              <a:t> is used colloquially to mean "electric power in watts."</a:t>
            </a:r>
            <a:endParaRPr lang="en-ZA" altLang="en-GB"/>
          </a:p>
        </p:txBody>
      </p:sp>
      <p:sp>
        <p:nvSpPr>
          <p:cNvPr id="161795" name="Date Placeholder 6">
            <a:extLst>
              <a:ext uri="{FF2B5EF4-FFF2-40B4-BE49-F238E27FC236}">
                <a16:creationId xmlns:a16="http://schemas.microsoft.com/office/drawing/2014/main" id="{4BFB2C63-2193-CB77-BA27-02C50F60896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D3EB6C1B-E321-4423-996D-2618F2A0B63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1796" name="Footer Placeholder 5">
            <a:extLst>
              <a:ext uri="{FF2B5EF4-FFF2-40B4-BE49-F238E27FC236}">
                <a16:creationId xmlns:a16="http://schemas.microsoft.com/office/drawing/2014/main" id="{0C73E527-CB9E-0213-66DF-E16FBA93049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1797" name="Slide Number Placeholder 4">
            <a:extLst>
              <a:ext uri="{FF2B5EF4-FFF2-40B4-BE49-F238E27FC236}">
                <a16:creationId xmlns:a16="http://schemas.microsoft.com/office/drawing/2014/main" id="{1B789907-BE0C-BFA7-FE81-7E675CD2CBD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D4FFDF-DB17-422A-81E9-78015A930057}" type="slidenum">
              <a:rPr lang="en-ZA" altLang="en-GB" sz="1400" smtClean="0">
                <a:solidFill>
                  <a:srgbClr val="FFFFFF"/>
                </a:solidFill>
                <a:latin typeface="Franklin Gothic Book" panose="020B0503020102020204" pitchFamily="34" charset="0"/>
              </a:rPr>
              <a:pPr>
                <a:spcBef>
                  <a:spcPct val="0"/>
                </a:spcBef>
                <a:buClrTx/>
                <a:buSzTx/>
                <a:buFontTx/>
                <a:buNone/>
              </a:pPr>
              <a:t>113</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AD1C2-3F37-B338-5A6B-A43C5EB0E5C6}"/>
              </a:ext>
            </a:extLst>
          </p:cNvPr>
          <p:cNvSpPr>
            <a:spLocks noGrp="1"/>
          </p:cNvSpPr>
          <p:nvPr>
            <p:ph type="title"/>
          </p:nvPr>
        </p:nvSpPr>
        <p:spPr>
          <a:xfrm>
            <a:off x="457200" y="142875"/>
            <a:ext cx="8043863" cy="725488"/>
          </a:xfrm>
        </p:spPr>
        <p:txBody>
          <a:bodyPr rtlCol="0">
            <a:normAutofit fontScale="90000"/>
          </a:bodyPr>
          <a:lstStyle/>
          <a:p>
            <a:pPr eaLnBrk="1" fontAlgn="auto" hangingPunct="1">
              <a:spcAft>
                <a:spcPts val="0"/>
              </a:spcAft>
              <a:defRPr/>
            </a:pPr>
            <a:r>
              <a:rPr lang="en-US" b="1" dirty="0"/>
              <a:t>8. Electrical Energy and power</a:t>
            </a:r>
            <a:endParaRPr lang="en-ZA" dirty="0"/>
          </a:p>
        </p:txBody>
      </p:sp>
      <p:sp>
        <p:nvSpPr>
          <p:cNvPr id="3" name="Content Placeholder 2">
            <a:extLst>
              <a:ext uri="{FF2B5EF4-FFF2-40B4-BE49-F238E27FC236}">
                <a16:creationId xmlns:a16="http://schemas.microsoft.com/office/drawing/2014/main" id="{ED6DC0C5-A406-F369-1565-C1D58C6C73BD}"/>
              </a:ext>
            </a:extLst>
          </p:cNvPr>
          <p:cNvSpPr>
            <a:spLocks noGrp="1"/>
          </p:cNvSpPr>
          <p:nvPr>
            <p:ph sz="quarter" idx="1"/>
          </p:nvPr>
        </p:nvSpPr>
        <p:spPr>
          <a:xfrm>
            <a:off x="468313" y="1412875"/>
            <a:ext cx="8229600" cy="4013200"/>
          </a:xfrm>
        </p:spPr>
        <p:txBody>
          <a:bodyPr/>
          <a:lstStyle/>
          <a:p>
            <a:pPr algn="just" eaLnBrk="1" hangingPunct="1">
              <a:buFont typeface="Arial" panose="020B0604020202020204" pitchFamily="34" charset="0"/>
              <a:buNone/>
            </a:pPr>
            <a:r>
              <a:rPr lang="en-US" altLang="en-GB"/>
              <a:t>In direct current resistive circuits, electrical power is calculated using Joule's law:</a:t>
            </a:r>
          </a:p>
          <a:p>
            <a:pPr algn="just" eaLnBrk="1" hangingPunct="1">
              <a:buFont typeface="Arial" panose="020B0604020202020204" pitchFamily="34" charset="0"/>
              <a:buNone/>
            </a:pPr>
            <a:endParaRPr lang="en-US" altLang="en-GB"/>
          </a:p>
          <a:p>
            <a:pPr eaLnBrk="1" hangingPunct="1">
              <a:buFont typeface="Arial" panose="020B0604020202020204" pitchFamily="34" charset="0"/>
              <a:buNone/>
            </a:pPr>
            <a:r>
              <a:rPr lang="en-US" altLang="en-GB"/>
              <a:t>In the case of resistive (Ohmic, or linear) loads, Joule's law can be combined with Ohm's law </a:t>
            </a:r>
            <a:r>
              <a:rPr lang="en-US" altLang="en-GB" b="1"/>
              <a:t>(</a:t>
            </a:r>
            <a:r>
              <a:rPr lang="en-US" altLang="en-GB" b="1" i="1"/>
              <a:t>I</a:t>
            </a:r>
            <a:r>
              <a:rPr lang="en-US" altLang="en-GB" b="1"/>
              <a:t> = </a:t>
            </a:r>
            <a:r>
              <a:rPr lang="en-US" altLang="en-GB" b="1" i="1"/>
              <a:t>V/R</a:t>
            </a:r>
            <a:r>
              <a:rPr lang="en-US" altLang="en-GB" b="1"/>
              <a:t>) </a:t>
            </a:r>
            <a:r>
              <a:rPr lang="en-US" altLang="en-GB"/>
              <a:t>to produce alternative expressions for the dissipated power:</a:t>
            </a:r>
            <a:endParaRPr lang="en-ZA" altLang="en-GB"/>
          </a:p>
          <a:p>
            <a:pPr algn="just" eaLnBrk="1" hangingPunct="1">
              <a:buFont typeface="Arial" panose="020B0604020202020204" pitchFamily="34" charset="0"/>
              <a:buNone/>
            </a:pPr>
            <a:endParaRPr lang="en-US" altLang="en-GB"/>
          </a:p>
        </p:txBody>
      </p:sp>
      <p:sp>
        <p:nvSpPr>
          <p:cNvPr id="162819" name="Date Placeholder 10">
            <a:extLst>
              <a:ext uri="{FF2B5EF4-FFF2-40B4-BE49-F238E27FC236}">
                <a16:creationId xmlns:a16="http://schemas.microsoft.com/office/drawing/2014/main" id="{B7478F59-7FAC-EB4D-02F2-5C8B1821F09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6055575D-23BA-40B7-8C05-89723F634A4F}"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2820" name="Footer Placeholder 9">
            <a:extLst>
              <a:ext uri="{FF2B5EF4-FFF2-40B4-BE49-F238E27FC236}">
                <a16:creationId xmlns:a16="http://schemas.microsoft.com/office/drawing/2014/main" id="{8CB5E32C-4ECF-B3D7-C6B3-896EA7C7D27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2821" name="Slide Number Placeholder 8">
            <a:extLst>
              <a:ext uri="{FF2B5EF4-FFF2-40B4-BE49-F238E27FC236}">
                <a16:creationId xmlns:a16="http://schemas.microsoft.com/office/drawing/2014/main" id="{8D33736D-38E7-66D6-4574-C119B000D3B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439074E-23C5-4855-9F25-596BB973D8BE}" type="slidenum">
              <a:rPr lang="en-ZA" altLang="en-GB" sz="1400" smtClean="0">
                <a:solidFill>
                  <a:srgbClr val="FFFFFF"/>
                </a:solidFill>
                <a:latin typeface="Franklin Gothic Book" panose="020B0503020102020204" pitchFamily="34" charset="0"/>
              </a:rPr>
              <a:pPr>
                <a:spcBef>
                  <a:spcPct val="0"/>
                </a:spcBef>
                <a:buClrTx/>
                <a:buSzTx/>
                <a:buFontTx/>
                <a:buNone/>
              </a:pPr>
              <a:t>114</a:t>
            </a:fld>
            <a:endParaRPr lang="en-ZA" altLang="en-GB" sz="1400">
              <a:solidFill>
                <a:srgbClr val="FFFFFF"/>
              </a:solidFill>
              <a:latin typeface="Franklin Gothic Book" panose="020B0503020102020204" pitchFamily="34" charset="0"/>
            </a:endParaRPr>
          </a:p>
        </p:txBody>
      </p:sp>
      <p:sp>
        <p:nvSpPr>
          <p:cNvPr id="162822" name="Rectangle 2">
            <a:extLst>
              <a:ext uri="{FF2B5EF4-FFF2-40B4-BE49-F238E27FC236}">
                <a16:creationId xmlns:a16="http://schemas.microsoft.com/office/drawing/2014/main" id="{4A75FCE8-DE73-66CB-D98A-B6150D972CFC}"/>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40289" name="Picture 1">
            <a:extLst>
              <a:ext uri="{FF2B5EF4-FFF2-40B4-BE49-F238E27FC236}">
                <a16:creationId xmlns:a16="http://schemas.microsoft.com/office/drawing/2014/main" id="{6A657937-20B7-3D75-65D4-9F31661D9CEE}"/>
              </a:ext>
            </a:extLst>
          </p:cNvPr>
          <p:cNvPicPr>
            <a:picLocks noChangeAspect="1" noChangeArrowheads="1"/>
          </p:cNvPicPr>
          <p:nvPr/>
        </p:nvPicPr>
        <p:blipFill>
          <a:blip r:embed="rId2">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851275" y="2060575"/>
            <a:ext cx="1643063" cy="75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2824" name="Rectangle 4">
            <a:extLst>
              <a:ext uri="{FF2B5EF4-FFF2-40B4-BE49-F238E27FC236}">
                <a16:creationId xmlns:a16="http://schemas.microsoft.com/office/drawing/2014/main" id="{51F326C7-C1DC-75AE-5F59-95B9A8B65443}"/>
              </a:ext>
            </a:extLst>
          </p:cNvPr>
          <p:cNvSpPr>
            <a:spLocks noChangeArrowheads="1"/>
          </p:cNvSpPr>
          <p:nvPr/>
        </p:nvSpPr>
        <p:spPr bwMode="auto">
          <a:xfrm>
            <a:off x="0" y="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eaLnBrk="1" hangingPunct="1">
              <a:spcBef>
                <a:spcPct val="0"/>
              </a:spcBef>
              <a:buClrTx/>
              <a:buSzTx/>
              <a:buFontTx/>
              <a:buNone/>
            </a:pPr>
            <a:endParaRPr lang="en-ZA" altLang="en-GB" sz="1800">
              <a:latin typeface="Calibri" panose="020F0502020204030204" pitchFamily="34" charset="0"/>
            </a:endParaRPr>
          </a:p>
        </p:txBody>
      </p:sp>
      <p:pic>
        <p:nvPicPr>
          <p:cNvPr id="140291" name="Picture 3">
            <a:extLst>
              <a:ext uri="{FF2B5EF4-FFF2-40B4-BE49-F238E27FC236}">
                <a16:creationId xmlns:a16="http://schemas.microsoft.com/office/drawing/2014/main" id="{01906EA5-82C6-923E-FCB3-D17A469BEFB3}"/>
              </a:ext>
            </a:extLst>
          </p:cNvPr>
          <p:cNvPicPr>
            <a:picLocks noChangeAspect="1" noChangeArrowheads="1"/>
          </p:cNvPicPr>
          <p:nvPr/>
        </p:nvPicPr>
        <p:blipFill>
          <a:blip r:embed="rId3">
            <a:clrChange>
              <a:clrFrom>
                <a:srgbClr val="FFFFFF"/>
              </a:clrFrom>
              <a:clrTo>
                <a:srgbClr val="FFFFFF">
                  <a:alpha val="0"/>
                </a:srgbClr>
              </a:clrTo>
            </a:clrChange>
            <a:lum bright="-40000"/>
            <a:extLst>
              <a:ext uri="{28A0092B-C50C-407E-A947-70E740481C1C}">
                <a14:useLocalDpi xmlns:a14="http://schemas.microsoft.com/office/drawing/2010/main" val="0"/>
              </a:ext>
            </a:extLst>
          </a:blip>
          <a:srcRect/>
          <a:stretch>
            <a:fillRect/>
          </a:stretch>
        </p:blipFill>
        <p:spPr bwMode="auto">
          <a:xfrm>
            <a:off x="3708400" y="4508500"/>
            <a:ext cx="1985963"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8" presetClass="entr" presetSubtype="16" fill="hold" nodeType="clickEffect">
                                  <p:stCondLst>
                                    <p:cond delay="0"/>
                                  </p:stCondLst>
                                  <p:childTnLst>
                                    <p:set>
                                      <p:cBhvr>
                                        <p:cTn id="12" dur="1" fill="hold">
                                          <p:stCondLst>
                                            <p:cond delay="0"/>
                                          </p:stCondLst>
                                        </p:cTn>
                                        <p:tgtEl>
                                          <p:spTgt spid="140289"/>
                                        </p:tgtEl>
                                        <p:attrNameLst>
                                          <p:attrName>style.visibility</p:attrName>
                                        </p:attrNameLst>
                                      </p:cBhvr>
                                      <p:to>
                                        <p:strVal val="visible"/>
                                      </p:to>
                                    </p:set>
                                    <p:animEffect transition="in" filter="diamond(in)">
                                      <p:cBhvr>
                                        <p:cTn id="13" dur="2000"/>
                                        <p:tgtEl>
                                          <p:spTgt spid="140289"/>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 calcmode="lin" valueType="num">
                                      <p:cBhvr additive="base">
                                        <p:cTn id="18"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8" presetClass="entr" presetSubtype="16" fill="hold" nodeType="clickEffect">
                                  <p:stCondLst>
                                    <p:cond delay="0"/>
                                  </p:stCondLst>
                                  <p:childTnLst>
                                    <p:set>
                                      <p:cBhvr>
                                        <p:cTn id="23" dur="1" fill="hold">
                                          <p:stCondLst>
                                            <p:cond delay="0"/>
                                          </p:stCondLst>
                                        </p:cTn>
                                        <p:tgtEl>
                                          <p:spTgt spid="140291"/>
                                        </p:tgtEl>
                                        <p:attrNameLst>
                                          <p:attrName>style.visibility</p:attrName>
                                        </p:attrNameLst>
                                      </p:cBhvr>
                                      <p:to>
                                        <p:strVal val="visible"/>
                                      </p:to>
                                    </p:set>
                                    <p:animEffect transition="in" filter="diamond(in)">
                                      <p:cBhvr>
                                        <p:cTn id="24" dur="2000"/>
                                        <p:tgtEl>
                                          <p:spTgt spid="140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Title 1">
            <a:extLst>
              <a:ext uri="{FF2B5EF4-FFF2-40B4-BE49-F238E27FC236}">
                <a16:creationId xmlns:a16="http://schemas.microsoft.com/office/drawing/2014/main" id="{301D8EC5-B676-66F6-A477-B3869ADC18E4}"/>
              </a:ext>
            </a:extLst>
          </p:cNvPr>
          <p:cNvSpPr>
            <a:spLocks noGrp="1"/>
          </p:cNvSpPr>
          <p:nvPr>
            <p:ph type="title"/>
          </p:nvPr>
        </p:nvSpPr>
        <p:spPr/>
        <p:txBody>
          <a:bodyPr/>
          <a:lstStyle/>
          <a:p>
            <a:pPr marL="742950" indent="-742950" eaLnBrk="1" hangingPunct="1"/>
            <a:r>
              <a:rPr lang="en-US" altLang="en-GB" b="1"/>
              <a:t>RC Circuits</a:t>
            </a:r>
          </a:p>
        </p:txBody>
      </p:sp>
      <p:sp>
        <p:nvSpPr>
          <p:cNvPr id="163842" name="Content Placeholder 2">
            <a:extLst>
              <a:ext uri="{FF2B5EF4-FFF2-40B4-BE49-F238E27FC236}">
                <a16:creationId xmlns:a16="http://schemas.microsoft.com/office/drawing/2014/main" id="{5F5B5495-CAD5-ABF2-C8C8-A0DCC9FE3222}"/>
              </a:ext>
            </a:extLst>
          </p:cNvPr>
          <p:cNvSpPr>
            <a:spLocks noGrp="1"/>
          </p:cNvSpPr>
          <p:nvPr>
            <p:ph sz="quarter" idx="1"/>
          </p:nvPr>
        </p:nvSpPr>
        <p:spPr>
          <a:xfrm>
            <a:off x="900113" y="2420938"/>
            <a:ext cx="7772400" cy="2484437"/>
          </a:xfrm>
        </p:spPr>
        <p:txBody>
          <a:bodyPr/>
          <a:lstStyle/>
          <a:p>
            <a:pPr algn="just" eaLnBrk="1" hangingPunct="1">
              <a:buFont typeface="Arial" panose="020B0604020202020204" pitchFamily="34" charset="0"/>
              <a:buNone/>
            </a:pPr>
            <a:r>
              <a:rPr lang="en-US" altLang="en-GB"/>
              <a:t>   We have analyzed direct-current circuits in which the current is constant. In Direct Circuits (</a:t>
            </a:r>
            <a:r>
              <a:rPr lang="en-US" altLang="en-GB" b="1"/>
              <a:t>DC circuits</a:t>
            </a:r>
            <a:r>
              <a:rPr lang="en-US" altLang="en-GB"/>
              <a:t>) containing capacitors, the current is always in the same direction but may vary in magnitude at different times. A circuit containing a series combination of a resistor and a capacitor is called an </a:t>
            </a:r>
            <a:r>
              <a:rPr lang="en-US" altLang="en-GB" b="1" i="1"/>
              <a:t>RC circuit</a:t>
            </a:r>
            <a:r>
              <a:rPr lang="en-US" altLang="en-GB"/>
              <a:t>.</a:t>
            </a:r>
          </a:p>
          <a:p>
            <a:pPr eaLnBrk="1" hangingPunct="1">
              <a:buFont typeface="Arial" panose="020B0604020202020204" pitchFamily="34" charset="0"/>
              <a:buNone/>
            </a:pPr>
            <a:endParaRPr lang="en-US" altLang="en-GB"/>
          </a:p>
        </p:txBody>
      </p:sp>
      <p:sp>
        <p:nvSpPr>
          <p:cNvPr id="163843" name="Date Placeholder 3">
            <a:extLst>
              <a:ext uri="{FF2B5EF4-FFF2-40B4-BE49-F238E27FC236}">
                <a16:creationId xmlns:a16="http://schemas.microsoft.com/office/drawing/2014/main" id="{AEAF1F6A-126E-1537-6D77-A92FD5CC4C6D}"/>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16505AB-9A49-410D-9772-F7B82957589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3844" name="Footer Placeholder 4">
            <a:extLst>
              <a:ext uri="{FF2B5EF4-FFF2-40B4-BE49-F238E27FC236}">
                <a16:creationId xmlns:a16="http://schemas.microsoft.com/office/drawing/2014/main" id="{D373FBB5-27E5-CE9C-C724-7EA94606C59B}"/>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3845" name="Slide Number Placeholder 5">
            <a:extLst>
              <a:ext uri="{FF2B5EF4-FFF2-40B4-BE49-F238E27FC236}">
                <a16:creationId xmlns:a16="http://schemas.microsoft.com/office/drawing/2014/main" id="{9FAA593E-B45B-EA00-ED21-D6EF2E9F0DD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196BDB6-C607-4F67-ADDD-9F96582937EB}" type="slidenum">
              <a:rPr lang="en-ZA" altLang="en-GB" sz="1400" smtClean="0">
                <a:solidFill>
                  <a:srgbClr val="FFFFFF"/>
                </a:solidFill>
                <a:latin typeface="Franklin Gothic Book" panose="020B0503020102020204" pitchFamily="34" charset="0"/>
              </a:rPr>
              <a:pPr>
                <a:spcBef>
                  <a:spcPct val="0"/>
                </a:spcBef>
                <a:buClrTx/>
                <a:buSzTx/>
                <a:buFontTx/>
                <a:buNone/>
              </a:pPr>
              <a:t>115</a:t>
            </a:fld>
            <a:endParaRPr lang="en-ZA" altLang="en-GB" sz="1400">
              <a:solidFill>
                <a:srgbClr val="FFFFFF"/>
              </a:solidFill>
              <a:latin typeface="Franklin Gothic Book" panose="020B0503020102020204" pitchFamily="34" charset="0"/>
            </a:endParaRPr>
          </a:p>
        </p:txBody>
      </p:sp>
      <p:pic>
        <p:nvPicPr>
          <p:cNvPr id="163846" name="Picture 8">
            <a:extLst>
              <a:ext uri="{FF2B5EF4-FFF2-40B4-BE49-F238E27FC236}">
                <a16:creationId xmlns:a16="http://schemas.microsoft.com/office/drawing/2014/main" id="{CE3A6C6F-6FB8-A1D1-CDC4-8D5084D010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63938" y="4508500"/>
            <a:ext cx="321945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
            <a:extLst>
              <a:ext uri="{FF2B5EF4-FFF2-40B4-BE49-F238E27FC236}">
                <a16:creationId xmlns:a16="http://schemas.microsoft.com/office/drawing/2014/main" id="{CF20F8E0-EFAC-D5CA-569C-DA0BF1C8E3B1}"/>
              </a:ext>
            </a:extLst>
          </p:cNvPr>
          <p:cNvSpPr>
            <a:spLocks noGrp="1"/>
          </p:cNvSpPr>
          <p:nvPr>
            <p:ph type="title"/>
          </p:nvPr>
        </p:nvSpPr>
        <p:spPr>
          <a:xfrm>
            <a:off x="457200" y="274638"/>
            <a:ext cx="8229600" cy="417512"/>
          </a:xfrm>
        </p:spPr>
        <p:txBody>
          <a:bodyPr/>
          <a:lstStyle/>
          <a:p>
            <a:pPr eaLnBrk="1" hangingPunct="1"/>
            <a:r>
              <a:rPr lang="en-US" altLang="en-GB" sz="2800" b="1"/>
              <a:t>Charging a capacitor</a:t>
            </a:r>
          </a:p>
        </p:txBody>
      </p:sp>
      <p:sp>
        <p:nvSpPr>
          <p:cNvPr id="164866" name="Content Placeholder 2">
            <a:extLst>
              <a:ext uri="{FF2B5EF4-FFF2-40B4-BE49-F238E27FC236}">
                <a16:creationId xmlns:a16="http://schemas.microsoft.com/office/drawing/2014/main" id="{74D7A686-C75B-53F1-BE6E-5F2C17FC8D79}"/>
              </a:ext>
            </a:extLst>
          </p:cNvPr>
          <p:cNvSpPr>
            <a:spLocks noGrp="1"/>
          </p:cNvSpPr>
          <p:nvPr>
            <p:ph sz="quarter" idx="1"/>
          </p:nvPr>
        </p:nvSpPr>
        <p:spPr/>
        <p:txBody>
          <a:bodyPr/>
          <a:lstStyle/>
          <a:p>
            <a:pPr eaLnBrk="1" hangingPunct="1"/>
            <a:endParaRPr lang="en-GB" altLang="en-GB"/>
          </a:p>
        </p:txBody>
      </p:sp>
      <p:sp>
        <p:nvSpPr>
          <p:cNvPr id="164867" name="Date Placeholder 3">
            <a:extLst>
              <a:ext uri="{FF2B5EF4-FFF2-40B4-BE49-F238E27FC236}">
                <a16:creationId xmlns:a16="http://schemas.microsoft.com/office/drawing/2014/main" id="{E14E9B52-8186-2E41-C885-87F7EA9C9C27}"/>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14268D70-26A6-4B38-9A3C-4C005F3B0E4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4868" name="Footer Placeholder 4">
            <a:extLst>
              <a:ext uri="{FF2B5EF4-FFF2-40B4-BE49-F238E27FC236}">
                <a16:creationId xmlns:a16="http://schemas.microsoft.com/office/drawing/2014/main" id="{96C2B83F-3FC4-6260-36E4-D06B5A9C9ED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4869" name="Slide Number Placeholder 5">
            <a:extLst>
              <a:ext uri="{FF2B5EF4-FFF2-40B4-BE49-F238E27FC236}">
                <a16:creationId xmlns:a16="http://schemas.microsoft.com/office/drawing/2014/main" id="{4BFE6B11-62FE-5AE4-7609-1E826F999060}"/>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170A514-1CDF-4C00-AF0E-578D779563A4}" type="slidenum">
              <a:rPr lang="en-ZA" altLang="en-GB" sz="1400" smtClean="0">
                <a:solidFill>
                  <a:srgbClr val="FFFFFF"/>
                </a:solidFill>
                <a:latin typeface="Franklin Gothic Book" panose="020B0503020102020204" pitchFamily="34" charset="0"/>
              </a:rPr>
              <a:pPr>
                <a:spcBef>
                  <a:spcPct val="0"/>
                </a:spcBef>
                <a:buClrTx/>
                <a:buSzTx/>
                <a:buFontTx/>
                <a:buNone/>
              </a:pPr>
              <a:t>116</a:t>
            </a:fld>
            <a:endParaRPr lang="en-ZA" altLang="en-GB" sz="1400">
              <a:solidFill>
                <a:srgbClr val="FFFFFF"/>
              </a:solidFill>
              <a:latin typeface="Franklin Gothic Book" panose="020B0503020102020204" pitchFamily="34" charset="0"/>
            </a:endParaRPr>
          </a:p>
        </p:txBody>
      </p:sp>
      <p:pic>
        <p:nvPicPr>
          <p:cNvPr id="164870" name="Picture 2">
            <a:extLst>
              <a:ext uri="{FF2B5EF4-FFF2-40B4-BE49-F238E27FC236}">
                <a16:creationId xmlns:a16="http://schemas.microsoft.com/office/drawing/2014/main" id="{79EBB257-0FB1-BEE2-CFCD-E71D7858A7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765175"/>
            <a:ext cx="9144000" cy="609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1">
            <a:extLst>
              <a:ext uri="{FF2B5EF4-FFF2-40B4-BE49-F238E27FC236}">
                <a16:creationId xmlns:a16="http://schemas.microsoft.com/office/drawing/2014/main" id="{0E6F54D6-2607-6A33-0737-8FD90E4FE8F5}"/>
              </a:ext>
            </a:extLst>
          </p:cNvPr>
          <p:cNvSpPr>
            <a:spLocks noGrp="1"/>
          </p:cNvSpPr>
          <p:nvPr>
            <p:ph type="title"/>
          </p:nvPr>
        </p:nvSpPr>
        <p:spPr>
          <a:xfrm>
            <a:off x="457200" y="274638"/>
            <a:ext cx="8229600" cy="561975"/>
          </a:xfrm>
        </p:spPr>
        <p:txBody>
          <a:bodyPr/>
          <a:lstStyle/>
          <a:p>
            <a:pPr eaLnBrk="1" hangingPunct="1"/>
            <a:r>
              <a:rPr lang="en-US" altLang="en-GB" sz="2800" b="1"/>
              <a:t>Charging a capacitor</a:t>
            </a:r>
            <a:endParaRPr lang="en-US" altLang="en-GB" sz="2800"/>
          </a:p>
        </p:txBody>
      </p:sp>
      <p:sp>
        <p:nvSpPr>
          <p:cNvPr id="165890" name="Content Placeholder 2">
            <a:extLst>
              <a:ext uri="{FF2B5EF4-FFF2-40B4-BE49-F238E27FC236}">
                <a16:creationId xmlns:a16="http://schemas.microsoft.com/office/drawing/2014/main" id="{A24EEAFB-C3B1-D40C-7A70-3B153D1A269D}"/>
              </a:ext>
            </a:extLst>
          </p:cNvPr>
          <p:cNvSpPr>
            <a:spLocks noGrp="1"/>
          </p:cNvSpPr>
          <p:nvPr>
            <p:ph sz="quarter" idx="1"/>
          </p:nvPr>
        </p:nvSpPr>
        <p:spPr/>
        <p:txBody>
          <a:bodyPr/>
          <a:lstStyle/>
          <a:p>
            <a:pPr eaLnBrk="1" hangingPunct="1"/>
            <a:endParaRPr lang="en-GB" altLang="en-GB"/>
          </a:p>
        </p:txBody>
      </p:sp>
      <p:sp>
        <p:nvSpPr>
          <p:cNvPr id="165891" name="Date Placeholder 3">
            <a:extLst>
              <a:ext uri="{FF2B5EF4-FFF2-40B4-BE49-F238E27FC236}">
                <a16:creationId xmlns:a16="http://schemas.microsoft.com/office/drawing/2014/main" id="{6EF5079A-FD6F-62BC-A9C1-46843F168EAC}"/>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EACF2C2-E3E5-4034-BF6A-69339C97510E}"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5892" name="Footer Placeholder 4">
            <a:extLst>
              <a:ext uri="{FF2B5EF4-FFF2-40B4-BE49-F238E27FC236}">
                <a16:creationId xmlns:a16="http://schemas.microsoft.com/office/drawing/2014/main" id="{A110EA1C-5845-AEC3-0B97-BC1152C41F60}"/>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5893" name="Slide Number Placeholder 5">
            <a:extLst>
              <a:ext uri="{FF2B5EF4-FFF2-40B4-BE49-F238E27FC236}">
                <a16:creationId xmlns:a16="http://schemas.microsoft.com/office/drawing/2014/main" id="{04F846B3-659F-CCCB-4385-95F397B8072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FBA3EDC8-81FC-4D72-BCD4-4AA927E83E8D}" type="slidenum">
              <a:rPr lang="en-ZA" altLang="en-GB" sz="1400" smtClean="0">
                <a:solidFill>
                  <a:srgbClr val="FFFFFF"/>
                </a:solidFill>
                <a:latin typeface="Franklin Gothic Book" panose="020B0503020102020204" pitchFamily="34" charset="0"/>
              </a:rPr>
              <a:pPr>
                <a:spcBef>
                  <a:spcPct val="0"/>
                </a:spcBef>
                <a:buClrTx/>
                <a:buSzTx/>
                <a:buFontTx/>
                <a:buNone/>
              </a:pPr>
              <a:t>117</a:t>
            </a:fld>
            <a:endParaRPr lang="en-ZA" altLang="en-GB" sz="1400">
              <a:solidFill>
                <a:srgbClr val="FFFFFF"/>
              </a:solidFill>
              <a:latin typeface="Franklin Gothic Book" panose="020B0503020102020204" pitchFamily="34" charset="0"/>
            </a:endParaRPr>
          </a:p>
        </p:txBody>
      </p:sp>
      <p:pic>
        <p:nvPicPr>
          <p:cNvPr id="165894" name="Picture 2">
            <a:extLst>
              <a:ext uri="{FF2B5EF4-FFF2-40B4-BE49-F238E27FC236}">
                <a16:creationId xmlns:a16="http://schemas.microsoft.com/office/drawing/2014/main" id="{D6EBB923-2A69-99E1-62EA-BE5E78F727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1125538"/>
            <a:ext cx="8785225" cy="5040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
            <a:extLst>
              <a:ext uri="{FF2B5EF4-FFF2-40B4-BE49-F238E27FC236}">
                <a16:creationId xmlns:a16="http://schemas.microsoft.com/office/drawing/2014/main" id="{EB363F86-2657-566C-8F21-337DF5F0C9D0}"/>
              </a:ext>
            </a:extLst>
          </p:cNvPr>
          <p:cNvSpPr>
            <a:spLocks noGrp="1"/>
          </p:cNvSpPr>
          <p:nvPr>
            <p:ph type="title"/>
          </p:nvPr>
        </p:nvSpPr>
        <p:spPr>
          <a:xfrm>
            <a:off x="457200" y="274638"/>
            <a:ext cx="8229600" cy="490537"/>
          </a:xfrm>
        </p:spPr>
        <p:txBody>
          <a:bodyPr/>
          <a:lstStyle/>
          <a:p>
            <a:pPr eaLnBrk="1" hangingPunct="1"/>
            <a:r>
              <a:rPr lang="en-US" altLang="en-GB" sz="2800" b="1"/>
              <a:t>Charging a capacitor</a:t>
            </a:r>
            <a:endParaRPr lang="en-US" altLang="en-GB" sz="2800"/>
          </a:p>
        </p:txBody>
      </p:sp>
      <p:sp>
        <p:nvSpPr>
          <p:cNvPr id="166914" name="Content Placeholder 2">
            <a:extLst>
              <a:ext uri="{FF2B5EF4-FFF2-40B4-BE49-F238E27FC236}">
                <a16:creationId xmlns:a16="http://schemas.microsoft.com/office/drawing/2014/main" id="{D1AAA0A8-F720-5BE5-708D-F5CEEA132880}"/>
              </a:ext>
            </a:extLst>
          </p:cNvPr>
          <p:cNvSpPr>
            <a:spLocks noGrp="1"/>
          </p:cNvSpPr>
          <p:nvPr>
            <p:ph sz="quarter" idx="1"/>
          </p:nvPr>
        </p:nvSpPr>
        <p:spPr/>
        <p:txBody>
          <a:bodyPr/>
          <a:lstStyle/>
          <a:p>
            <a:pPr eaLnBrk="1" hangingPunct="1"/>
            <a:endParaRPr lang="en-GB" altLang="en-GB"/>
          </a:p>
        </p:txBody>
      </p:sp>
      <p:sp>
        <p:nvSpPr>
          <p:cNvPr id="166915" name="Date Placeholder 3">
            <a:extLst>
              <a:ext uri="{FF2B5EF4-FFF2-40B4-BE49-F238E27FC236}">
                <a16:creationId xmlns:a16="http://schemas.microsoft.com/office/drawing/2014/main" id="{2AB022A9-17FA-F69A-CB01-BFBC503EE378}"/>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796972B-B4C1-4042-82DC-D50D7A1D7D70}"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6916" name="Footer Placeholder 4">
            <a:extLst>
              <a:ext uri="{FF2B5EF4-FFF2-40B4-BE49-F238E27FC236}">
                <a16:creationId xmlns:a16="http://schemas.microsoft.com/office/drawing/2014/main" id="{644752F8-B695-141C-769C-791A9040243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6917" name="Slide Number Placeholder 5">
            <a:extLst>
              <a:ext uri="{FF2B5EF4-FFF2-40B4-BE49-F238E27FC236}">
                <a16:creationId xmlns:a16="http://schemas.microsoft.com/office/drawing/2014/main" id="{0E64C2D2-2093-EF8D-40B0-A09F31F5E73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BFED954-0780-4987-865A-FE2480A3A8EB}" type="slidenum">
              <a:rPr lang="en-ZA" altLang="en-GB" sz="1400" smtClean="0">
                <a:solidFill>
                  <a:srgbClr val="FFFFFF"/>
                </a:solidFill>
                <a:latin typeface="Franklin Gothic Book" panose="020B0503020102020204" pitchFamily="34" charset="0"/>
              </a:rPr>
              <a:pPr>
                <a:spcBef>
                  <a:spcPct val="0"/>
                </a:spcBef>
                <a:buClrTx/>
                <a:buSzTx/>
                <a:buFontTx/>
                <a:buNone/>
              </a:pPr>
              <a:t>118</a:t>
            </a:fld>
            <a:endParaRPr lang="en-ZA" altLang="en-GB" sz="1400">
              <a:solidFill>
                <a:srgbClr val="FFFFFF"/>
              </a:solidFill>
              <a:latin typeface="Franklin Gothic Book" panose="020B0503020102020204" pitchFamily="34" charset="0"/>
            </a:endParaRPr>
          </a:p>
        </p:txBody>
      </p:sp>
      <p:pic>
        <p:nvPicPr>
          <p:cNvPr id="166918" name="Picture 2">
            <a:extLst>
              <a:ext uri="{FF2B5EF4-FFF2-40B4-BE49-F238E27FC236}">
                <a16:creationId xmlns:a16="http://schemas.microsoft.com/office/drawing/2014/main" id="{10EEB434-2B53-BA8E-B72B-437DDCF340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25538"/>
            <a:ext cx="9144000" cy="5345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1">
            <a:extLst>
              <a:ext uri="{FF2B5EF4-FFF2-40B4-BE49-F238E27FC236}">
                <a16:creationId xmlns:a16="http://schemas.microsoft.com/office/drawing/2014/main" id="{80D3D6B1-B1E1-3E3C-5BB0-27BBE9DCF271}"/>
              </a:ext>
            </a:extLst>
          </p:cNvPr>
          <p:cNvSpPr>
            <a:spLocks noGrp="1"/>
          </p:cNvSpPr>
          <p:nvPr>
            <p:ph type="title"/>
          </p:nvPr>
        </p:nvSpPr>
        <p:spPr>
          <a:xfrm>
            <a:off x="457200" y="274638"/>
            <a:ext cx="8229600" cy="561975"/>
          </a:xfrm>
        </p:spPr>
        <p:txBody>
          <a:bodyPr/>
          <a:lstStyle/>
          <a:p>
            <a:pPr eaLnBrk="1" hangingPunct="1"/>
            <a:r>
              <a:rPr lang="en-US" altLang="en-GB" sz="2800" b="1"/>
              <a:t>Charging a capacitor</a:t>
            </a:r>
            <a:endParaRPr lang="en-US" altLang="en-GB" sz="2800"/>
          </a:p>
        </p:txBody>
      </p:sp>
      <p:sp>
        <p:nvSpPr>
          <p:cNvPr id="167938" name="Content Placeholder 2">
            <a:extLst>
              <a:ext uri="{FF2B5EF4-FFF2-40B4-BE49-F238E27FC236}">
                <a16:creationId xmlns:a16="http://schemas.microsoft.com/office/drawing/2014/main" id="{B241EF01-3D2B-D227-A2A9-29271EDD1412}"/>
              </a:ext>
            </a:extLst>
          </p:cNvPr>
          <p:cNvSpPr>
            <a:spLocks noGrp="1"/>
          </p:cNvSpPr>
          <p:nvPr>
            <p:ph sz="quarter" idx="1"/>
          </p:nvPr>
        </p:nvSpPr>
        <p:spPr/>
        <p:txBody>
          <a:bodyPr/>
          <a:lstStyle/>
          <a:p>
            <a:pPr eaLnBrk="1" hangingPunct="1"/>
            <a:endParaRPr lang="en-GB" altLang="en-GB"/>
          </a:p>
        </p:txBody>
      </p:sp>
      <p:sp>
        <p:nvSpPr>
          <p:cNvPr id="167939" name="Date Placeholder 3">
            <a:extLst>
              <a:ext uri="{FF2B5EF4-FFF2-40B4-BE49-F238E27FC236}">
                <a16:creationId xmlns:a16="http://schemas.microsoft.com/office/drawing/2014/main" id="{1CCAD1C5-843B-07FA-598B-F7E0055E0E2F}"/>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2E245C8-F2C7-483A-A0EC-3616E89092C9}"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7940" name="Footer Placeholder 4">
            <a:extLst>
              <a:ext uri="{FF2B5EF4-FFF2-40B4-BE49-F238E27FC236}">
                <a16:creationId xmlns:a16="http://schemas.microsoft.com/office/drawing/2014/main" id="{3BE8D48C-D734-670F-5D83-E9B82333D056}"/>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7941" name="Slide Number Placeholder 5">
            <a:extLst>
              <a:ext uri="{FF2B5EF4-FFF2-40B4-BE49-F238E27FC236}">
                <a16:creationId xmlns:a16="http://schemas.microsoft.com/office/drawing/2014/main" id="{F214CC0A-EF8A-0219-FEE4-136D7F5FADAF}"/>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81BA0296-D849-48CD-BA0C-0BDE841AD377}" type="slidenum">
              <a:rPr lang="en-ZA" altLang="en-GB" sz="1400" smtClean="0">
                <a:solidFill>
                  <a:srgbClr val="FFFFFF"/>
                </a:solidFill>
                <a:latin typeface="Franklin Gothic Book" panose="020B0503020102020204" pitchFamily="34" charset="0"/>
              </a:rPr>
              <a:pPr>
                <a:spcBef>
                  <a:spcPct val="0"/>
                </a:spcBef>
                <a:buClrTx/>
                <a:buSzTx/>
                <a:buFontTx/>
                <a:buNone/>
              </a:pPr>
              <a:t>119</a:t>
            </a:fld>
            <a:endParaRPr lang="en-ZA" altLang="en-GB" sz="1400">
              <a:solidFill>
                <a:srgbClr val="FFFFFF"/>
              </a:solidFill>
              <a:latin typeface="Franklin Gothic Book" panose="020B0503020102020204" pitchFamily="34" charset="0"/>
            </a:endParaRPr>
          </a:p>
        </p:txBody>
      </p:sp>
      <p:pic>
        <p:nvPicPr>
          <p:cNvPr id="167942" name="Picture 2">
            <a:extLst>
              <a:ext uri="{FF2B5EF4-FFF2-40B4-BE49-F238E27FC236}">
                <a16:creationId xmlns:a16="http://schemas.microsoft.com/office/drawing/2014/main" id="{FE8ED4DB-E93F-DCB2-C144-96F4CFEB8E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80728"/>
            <a:ext cx="9144000" cy="5210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Title 1">
            <a:extLst>
              <a:ext uri="{FF2B5EF4-FFF2-40B4-BE49-F238E27FC236}">
                <a16:creationId xmlns:a16="http://schemas.microsoft.com/office/drawing/2014/main" id="{F3FAC681-F58B-D2CA-563E-80F2A40706E9}"/>
              </a:ext>
            </a:extLst>
          </p:cNvPr>
          <p:cNvSpPr>
            <a:spLocks noGrp="1"/>
          </p:cNvSpPr>
          <p:nvPr>
            <p:ph type="title"/>
          </p:nvPr>
        </p:nvSpPr>
        <p:spPr>
          <a:xfrm>
            <a:off x="914400" y="274638"/>
            <a:ext cx="7772400" cy="633412"/>
          </a:xfrm>
        </p:spPr>
        <p:txBody>
          <a:bodyPr/>
          <a:lstStyle/>
          <a:p>
            <a:pPr eaLnBrk="1" hangingPunct="1"/>
            <a:r>
              <a:rPr lang="en-US" altLang="en-GB" sz="2800" b="1"/>
              <a:t>Discharging a Capacitor</a:t>
            </a:r>
          </a:p>
        </p:txBody>
      </p:sp>
      <p:sp>
        <p:nvSpPr>
          <p:cNvPr id="168962" name="Content Placeholder 2">
            <a:extLst>
              <a:ext uri="{FF2B5EF4-FFF2-40B4-BE49-F238E27FC236}">
                <a16:creationId xmlns:a16="http://schemas.microsoft.com/office/drawing/2014/main" id="{D7FF85E0-2EC0-F038-4AC3-96BC7811FE30}"/>
              </a:ext>
            </a:extLst>
          </p:cNvPr>
          <p:cNvSpPr>
            <a:spLocks noGrp="1"/>
          </p:cNvSpPr>
          <p:nvPr>
            <p:ph sz="quarter" idx="1"/>
          </p:nvPr>
        </p:nvSpPr>
        <p:spPr>
          <a:xfrm>
            <a:off x="457200" y="1600200"/>
            <a:ext cx="8229600" cy="4349750"/>
          </a:xfrm>
        </p:spPr>
        <p:txBody>
          <a:bodyPr/>
          <a:lstStyle/>
          <a:p>
            <a:pPr eaLnBrk="1" hangingPunct="1"/>
            <a:endParaRPr lang="en-GB" altLang="en-GB"/>
          </a:p>
        </p:txBody>
      </p:sp>
      <p:sp>
        <p:nvSpPr>
          <p:cNvPr id="168963" name="Date Placeholder 3">
            <a:extLst>
              <a:ext uri="{FF2B5EF4-FFF2-40B4-BE49-F238E27FC236}">
                <a16:creationId xmlns:a16="http://schemas.microsoft.com/office/drawing/2014/main" id="{952CBE4B-8E43-976C-3109-9143AA06B8BE}"/>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F910BC5-5D0A-4572-912A-8E2EB36BBE56}"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8964" name="Footer Placeholder 4">
            <a:extLst>
              <a:ext uri="{FF2B5EF4-FFF2-40B4-BE49-F238E27FC236}">
                <a16:creationId xmlns:a16="http://schemas.microsoft.com/office/drawing/2014/main" id="{6DCDED99-0B5A-5EB9-9538-E82323F6A40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8965" name="Slide Number Placeholder 5">
            <a:extLst>
              <a:ext uri="{FF2B5EF4-FFF2-40B4-BE49-F238E27FC236}">
                <a16:creationId xmlns:a16="http://schemas.microsoft.com/office/drawing/2014/main" id="{8EF0DD89-C758-2E3B-E65F-76A1F4ABCF82}"/>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1632B86-D69B-40AC-9161-301EDF703FBF}" type="slidenum">
              <a:rPr lang="en-ZA" altLang="en-GB" sz="1400" smtClean="0">
                <a:solidFill>
                  <a:srgbClr val="FFFFFF"/>
                </a:solidFill>
                <a:latin typeface="Franklin Gothic Book" panose="020B0503020102020204" pitchFamily="34" charset="0"/>
              </a:rPr>
              <a:pPr>
                <a:spcBef>
                  <a:spcPct val="0"/>
                </a:spcBef>
                <a:buClrTx/>
                <a:buSzTx/>
                <a:buFontTx/>
                <a:buNone/>
              </a:pPr>
              <a:t>120</a:t>
            </a:fld>
            <a:endParaRPr lang="en-ZA" altLang="en-GB" sz="1400">
              <a:solidFill>
                <a:srgbClr val="FFFFFF"/>
              </a:solidFill>
              <a:latin typeface="Franklin Gothic Book" panose="020B0503020102020204" pitchFamily="34" charset="0"/>
            </a:endParaRPr>
          </a:p>
        </p:txBody>
      </p:sp>
      <p:pic>
        <p:nvPicPr>
          <p:cNvPr id="168966" name="Picture 2">
            <a:extLst>
              <a:ext uri="{FF2B5EF4-FFF2-40B4-BE49-F238E27FC236}">
                <a16:creationId xmlns:a16="http://schemas.microsoft.com/office/drawing/2014/main" id="{00CF1845-3894-39E5-FF3E-F44218CAD4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96975"/>
            <a:ext cx="8763000" cy="2105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8967" name="Picture 3">
            <a:extLst>
              <a:ext uri="{FF2B5EF4-FFF2-40B4-BE49-F238E27FC236}">
                <a16:creationId xmlns:a16="http://schemas.microsoft.com/office/drawing/2014/main" id="{DAD6B505-1131-1AC8-F520-9E54749CFA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284538"/>
            <a:ext cx="9163050"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Content Placeholder 2">
            <a:extLst>
              <a:ext uri="{FF2B5EF4-FFF2-40B4-BE49-F238E27FC236}">
                <a16:creationId xmlns:a16="http://schemas.microsoft.com/office/drawing/2014/main" id="{8E561102-971E-5D06-228D-5B37349E4CB4}"/>
              </a:ext>
            </a:extLst>
          </p:cNvPr>
          <p:cNvSpPr>
            <a:spLocks noGrp="1"/>
          </p:cNvSpPr>
          <p:nvPr>
            <p:ph sz="quarter" idx="1"/>
          </p:nvPr>
        </p:nvSpPr>
        <p:spPr/>
        <p:txBody>
          <a:bodyPr/>
          <a:lstStyle/>
          <a:p>
            <a:pPr eaLnBrk="1" hangingPunct="1"/>
            <a:endParaRPr lang="en-GB" altLang="en-GB"/>
          </a:p>
        </p:txBody>
      </p:sp>
      <p:sp>
        <p:nvSpPr>
          <p:cNvPr id="169986" name="Date Placeholder 3">
            <a:extLst>
              <a:ext uri="{FF2B5EF4-FFF2-40B4-BE49-F238E27FC236}">
                <a16:creationId xmlns:a16="http://schemas.microsoft.com/office/drawing/2014/main" id="{546FE9F9-2A70-637C-3497-C575240EB48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967D934-695F-4D8C-B2F2-051A2B25FA24}"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69987" name="Footer Placeholder 4">
            <a:extLst>
              <a:ext uri="{FF2B5EF4-FFF2-40B4-BE49-F238E27FC236}">
                <a16:creationId xmlns:a16="http://schemas.microsoft.com/office/drawing/2014/main" id="{8D72E072-FB6E-5FA7-ABD2-CE51A048672D}"/>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69988" name="Slide Number Placeholder 5">
            <a:extLst>
              <a:ext uri="{FF2B5EF4-FFF2-40B4-BE49-F238E27FC236}">
                <a16:creationId xmlns:a16="http://schemas.microsoft.com/office/drawing/2014/main" id="{F5277584-9433-351A-2C2B-BC31A3D2A2FC}"/>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E0B7365E-F204-4D86-803F-163F3A77E879}" type="slidenum">
              <a:rPr lang="en-ZA" altLang="en-GB" sz="1400" smtClean="0">
                <a:solidFill>
                  <a:srgbClr val="FFFFFF"/>
                </a:solidFill>
                <a:latin typeface="Franklin Gothic Book" panose="020B0503020102020204" pitchFamily="34" charset="0"/>
              </a:rPr>
              <a:pPr>
                <a:spcBef>
                  <a:spcPct val="0"/>
                </a:spcBef>
                <a:buClrTx/>
                <a:buSzTx/>
                <a:buFontTx/>
                <a:buNone/>
              </a:pPr>
              <a:t>121</a:t>
            </a:fld>
            <a:endParaRPr lang="en-ZA" altLang="en-GB" sz="1400">
              <a:solidFill>
                <a:srgbClr val="FFFFFF"/>
              </a:solidFill>
              <a:latin typeface="Franklin Gothic Book" panose="020B0503020102020204" pitchFamily="34" charset="0"/>
            </a:endParaRPr>
          </a:p>
        </p:txBody>
      </p:sp>
      <p:pic>
        <p:nvPicPr>
          <p:cNvPr id="169989" name="Picture 2">
            <a:extLst>
              <a:ext uri="{FF2B5EF4-FFF2-40B4-BE49-F238E27FC236}">
                <a16:creationId xmlns:a16="http://schemas.microsoft.com/office/drawing/2014/main" id="{87CDCF1A-B084-95E8-9286-CCD313E5EF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675" y="274638"/>
            <a:ext cx="9077325" cy="2663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9990" name="Picture 3">
            <a:extLst>
              <a:ext uri="{FF2B5EF4-FFF2-40B4-BE49-F238E27FC236}">
                <a16:creationId xmlns:a16="http://schemas.microsoft.com/office/drawing/2014/main" id="{759211D7-F10A-31EB-CF66-A0DA8C9BC3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975" y="2781300"/>
            <a:ext cx="8963025" cy="3887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Date Placeholder 3">
            <a:extLst>
              <a:ext uri="{FF2B5EF4-FFF2-40B4-BE49-F238E27FC236}">
                <a16:creationId xmlns:a16="http://schemas.microsoft.com/office/drawing/2014/main" id="{E944E017-8493-F907-6064-9B1ED695776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9974D2FF-22CA-48D1-9ABB-408255979E9A}"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71010" name="Footer Placeholder 4">
            <a:extLst>
              <a:ext uri="{FF2B5EF4-FFF2-40B4-BE49-F238E27FC236}">
                <a16:creationId xmlns:a16="http://schemas.microsoft.com/office/drawing/2014/main" id="{05AF5660-8DCB-6A49-BB0C-971F93AF45B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71011" name="Slide Number Placeholder 5">
            <a:extLst>
              <a:ext uri="{FF2B5EF4-FFF2-40B4-BE49-F238E27FC236}">
                <a16:creationId xmlns:a16="http://schemas.microsoft.com/office/drawing/2014/main" id="{6555394D-0EC4-6C09-C642-39892866CA24}"/>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0034254-1275-4C34-857C-3AEB7519CBE8}" type="slidenum">
              <a:rPr lang="en-ZA" altLang="en-GB" sz="1400" smtClean="0">
                <a:solidFill>
                  <a:srgbClr val="FFFFFF"/>
                </a:solidFill>
                <a:latin typeface="Franklin Gothic Book" panose="020B0503020102020204" pitchFamily="34" charset="0"/>
              </a:rPr>
              <a:pPr>
                <a:spcBef>
                  <a:spcPct val="0"/>
                </a:spcBef>
                <a:buClrTx/>
                <a:buSzTx/>
                <a:buFontTx/>
                <a:buNone/>
              </a:pPr>
              <a:t>122</a:t>
            </a:fld>
            <a:endParaRPr lang="en-ZA" altLang="en-GB" sz="1400">
              <a:solidFill>
                <a:srgbClr val="FFFFFF"/>
              </a:solidFill>
              <a:latin typeface="Franklin Gothic Book" panose="020B0503020102020204" pitchFamily="34" charset="0"/>
            </a:endParaRPr>
          </a:p>
        </p:txBody>
      </p:sp>
      <p:pic>
        <p:nvPicPr>
          <p:cNvPr id="171012" name="Picture 2">
            <a:extLst>
              <a:ext uri="{FF2B5EF4-FFF2-40B4-BE49-F238E27FC236}">
                <a16:creationId xmlns:a16="http://schemas.microsoft.com/office/drawing/2014/main" id="{1B0AEA96-39F9-946E-7689-C98A2A3C80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125538"/>
            <a:ext cx="8501062" cy="395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1">
            <a:extLst>
              <a:ext uri="{FF2B5EF4-FFF2-40B4-BE49-F238E27FC236}">
                <a16:creationId xmlns:a16="http://schemas.microsoft.com/office/drawing/2014/main" id="{295D4726-471F-5546-3BED-267BC605E718}"/>
              </a:ext>
            </a:extLst>
          </p:cNvPr>
          <p:cNvSpPr>
            <a:spLocks noGrp="1"/>
          </p:cNvSpPr>
          <p:nvPr>
            <p:ph type="title"/>
          </p:nvPr>
        </p:nvSpPr>
        <p:spPr/>
        <p:txBody>
          <a:bodyPr/>
          <a:lstStyle/>
          <a:p>
            <a:pPr eaLnBrk="1" hangingPunct="1"/>
            <a:r>
              <a:rPr lang="en-US" altLang="en-GB"/>
              <a:t>Exercises</a:t>
            </a:r>
          </a:p>
        </p:txBody>
      </p:sp>
      <p:pic>
        <p:nvPicPr>
          <p:cNvPr id="172034" name="Picture 8">
            <a:extLst>
              <a:ext uri="{FF2B5EF4-FFF2-40B4-BE49-F238E27FC236}">
                <a16:creationId xmlns:a16="http://schemas.microsoft.com/office/drawing/2014/main" id="{CB676EE1-C477-E729-51F5-02F999661AE5}"/>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1989138"/>
            <a:ext cx="9144000" cy="2808287"/>
          </a:xfrm>
          <a:noFill/>
        </p:spPr>
      </p:pic>
      <p:sp>
        <p:nvSpPr>
          <p:cNvPr id="172035" name="Date Placeholder 3">
            <a:extLst>
              <a:ext uri="{FF2B5EF4-FFF2-40B4-BE49-F238E27FC236}">
                <a16:creationId xmlns:a16="http://schemas.microsoft.com/office/drawing/2014/main" id="{9EF0410D-B54B-1DA0-C3F6-FFF5EB264F91}"/>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3148E881-77E5-4BB2-9D97-4D88144A5A3B}"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72036" name="Footer Placeholder 4">
            <a:extLst>
              <a:ext uri="{FF2B5EF4-FFF2-40B4-BE49-F238E27FC236}">
                <a16:creationId xmlns:a16="http://schemas.microsoft.com/office/drawing/2014/main" id="{BA8A1E1C-73D0-5B9D-6B78-2A767B5550EE}"/>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72037" name="Slide Number Placeholder 5">
            <a:extLst>
              <a:ext uri="{FF2B5EF4-FFF2-40B4-BE49-F238E27FC236}">
                <a16:creationId xmlns:a16="http://schemas.microsoft.com/office/drawing/2014/main" id="{9C154083-BFE6-559C-F593-F4569759A89A}"/>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0E567D2C-D515-453F-9738-E204814BA743}" type="slidenum">
              <a:rPr lang="en-ZA" altLang="en-GB" sz="1400" smtClean="0">
                <a:solidFill>
                  <a:srgbClr val="FFFFFF"/>
                </a:solidFill>
                <a:latin typeface="Franklin Gothic Book" panose="020B0503020102020204" pitchFamily="34" charset="0"/>
              </a:rPr>
              <a:pPr>
                <a:spcBef>
                  <a:spcPct val="0"/>
                </a:spcBef>
                <a:buClrTx/>
                <a:buSzTx/>
                <a:buFontTx/>
                <a:buNone/>
              </a:pPr>
              <a:t>123</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Title 1">
            <a:extLst>
              <a:ext uri="{FF2B5EF4-FFF2-40B4-BE49-F238E27FC236}">
                <a16:creationId xmlns:a16="http://schemas.microsoft.com/office/drawing/2014/main" id="{892A96B8-0970-CEF2-F789-8A130F2A72AB}"/>
              </a:ext>
            </a:extLst>
          </p:cNvPr>
          <p:cNvSpPr>
            <a:spLocks noGrp="1"/>
          </p:cNvSpPr>
          <p:nvPr>
            <p:ph type="title"/>
          </p:nvPr>
        </p:nvSpPr>
        <p:spPr>
          <a:xfrm>
            <a:off x="457200" y="274638"/>
            <a:ext cx="8229600" cy="633412"/>
          </a:xfrm>
        </p:spPr>
        <p:txBody>
          <a:bodyPr/>
          <a:lstStyle/>
          <a:p>
            <a:pPr eaLnBrk="1" hangingPunct="1"/>
            <a:r>
              <a:rPr lang="en-US" altLang="en-GB"/>
              <a:t>Exercises</a:t>
            </a:r>
          </a:p>
        </p:txBody>
      </p:sp>
      <p:pic>
        <p:nvPicPr>
          <p:cNvPr id="173058" name="Picture 2">
            <a:extLst>
              <a:ext uri="{FF2B5EF4-FFF2-40B4-BE49-F238E27FC236}">
                <a16:creationId xmlns:a16="http://schemas.microsoft.com/office/drawing/2014/main" id="{E7FF63C6-D961-31FE-ED10-15BBE8BD0AAF}"/>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50825" y="1052513"/>
            <a:ext cx="8642350" cy="5073650"/>
          </a:xfrm>
          <a:noFill/>
        </p:spPr>
      </p:pic>
      <p:sp>
        <p:nvSpPr>
          <p:cNvPr id="173059" name="Date Placeholder 3">
            <a:extLst>
              <a:ext uri="{FF2B5EF4-FFF2-40B4-BE49-F238E27FC236}">
                <a16:creationId xmlns:a16="http://schemas.microsoft.com/office/drawing/2014/main" id="{16FC3690-73CF-AF93-EB0C-C47DABB42D2A}"/>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4E18196D-C2FD-4987-BD68-77ED86B6DCC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73060" name="Footer Placeholder 4">
            <a:extLst>
              <a:ext uri="{FF2B5EF4-FFF2-40B4-BE49-F238E27FC236}">
                <a16:creationId xmlns:a16="http://schemas.microsoft.com/office/drawing/2014/main" id="{46F90F13-BCB9-A876-D480-277DFE2EE17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73061" name="Slide Number Placeholder 5">
            <a:extLst>
              <a:ext uri="{FF2B5EF4-FFF2-40B4-BE49-F238E27FC236}">
                <a16:creationId xmlns:a16="http://schemas.microsoft.com/office/drawing/2014/main" id="{AAE5639E-0AE1-9F72-A09D-985E02D72477}"/>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59E8C476-C816-414B-A95C-8AEAF5014C02}" type="slidenum">
              <a:rPr lang="en-ZA" altLang="en-GB" sz="1400" smtClean="0">
                <a:solidFill>
                  <a:srgbClr val="FFFFFF"/>
                </a:solidFill>
                <a:latin typeface="Franklin Gothic Book" panose="020B0503020102020204" pitchFamily="34" charset="0"/>
              </a:rPr>
              <a:pPr>
                <a:spcBef>
                  <a:spcPct val="0"/>
                </a:spcBef>
                <a:buClrTx/>
                <a:buSzTx/>
                <a:buFontTx/>
                <a:buNone/>
              </a:pPr>
              <a:t>124</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itle 1">
            <a:extLst>
              <a:ext uri="{FF2B5EF4-FFF2-40B4-BE49-F238E27FC236}">
                <a16:creationId xmlns:a16="http://schemas.microsoft.com/office/drawing/2014/main" id="{944ED376-F9D3-CD05-82BB-B6D859B09033}"/>
              </a:ext>
            </a:extLst>
          </p:cNvPr>
          <p:cNvSpPr>
            <a:spLocks noGrp="1"/>
          </p:cNvSpPr>
          <p:nvPr>
            <p:ph type="title"/>
          </p:nvPr>
        </p:nvSpPr>
        <p:spPr>
          <a:xfrm>
            <a:off x="457200" y="274638"/>
            <a:ext cx="8229600" cy="490537"/>
          </a:xfrm>
        </p:spPr>
        <p:txBody>
          <a:bodyPr/>
          <a:lstStyle/>
          <a:p>
            <a:pPr eaLnBrk="1" hangingPunct="1"/>
            <a:r>
              <a:rPr lang="en-US" altLang="en-GB"/>
              <a:t>Exercises</a:t>
            </a:r>
          </a:p>
        </p:txBody>
      </p:sp>
      <p:pic>
        <p:nvPicPr>
          <p:cNvPr id="174082" name="Picture 2">
            <a:extLst>
              <a:ext uri="{FF2B5EF4-FFF2-40B4-BE49-F238E27FC236}">
                <a16:creationId xmlns:a16="http://schemas.microsoft.com/office/drawing/2014/main" id="{3879931C-0E58-CB62-793D-B304EFCD5387}"/>
              </a:ext>
            </a:extLst>
          </p:cNvPr>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0" y="981075"/>
            <a:ext cx="9144000" cy="5256213"/>
          </a:xfrm>
          <a:noFill/>
        </p:spPr>
      </p:pic>
      <p:sp>
        <p:nvSpPr>
          <p:cNvPr id="174083" name="Date Placeholder 3">
            <a:extLst>
              <a:ext uri="{FF2B5EF4-FFF2-40B4-BE49-F238E27FC236}">
                <a16:creationId xmlns:a16="http://schemas.microsoft.com/office/drawing/2014/main" id="{5860BE66-224F-D0C8-21F5-568D16A97F89}"/>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7B0EB59A-0547-4C28-9D16-07622DCCB2D5}"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74084" name="Footer Placeholder 4">
            <a:extLst>
              <a:ext uri="{FF2B5EF4-FFF2-40B4-BE49-F238E27FC236}">
                <a16:creationId xmlns:a16="http://schemas.microsoft.com/office/drawing/2014/main" id="{1A507F18-7CD0-E110-B02A-3D68F15B9858}"/>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74085" name="Slide Number Placeholder 5">
            <a:extLst>
              <a:ext uri="{FF2B5EF4-FFF2-40B4-BE49-F238E27FC236}">
                <a16:creationId xmlns:a16="http://schemas.microsoft.com/office/drawing/2014/main" id="{C42E6896-8C24-B84D-87D2-E022862951D8}"/>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23057757-BC7B-40D7-B7BE-D8B301068F9B}" type="slidenum">
              <a:rPr lang="en-ZA" altLang="en-GB" sz="1400" smtClean="0">
                <a:solidFill>
                  <a:srgbClr val="FFFFFF"/>
                </a:solidFill>
                <a:latin typeface="Franklin Gothic Book" panose="020B0503020102020204" pitchFamily="34" charset="0"/>
              </a:rPr>
              <a:pPr>
                <a:spcBef>
                  <a:spcPct val="0"/>
                </a:spcBef>
                <a:buClrTx/>
                <a:buSzTx/>
                <a:buFontTx/>
                <a:buNone/>
              </a:pPr>
              <a:t>125</a:t>
            </a:fld>
            <a:endParaRPr lang="en-ZA" altLang="en-GB" sz="1400">
              <a:solidFill>
                <a:srgbClr val="FFFFFF"/>
              </a:solidFill>
              <a:latin typeface="Franklin Gothic Book" panose="020B0503020102020204" pitchFamily="34" charset="0"/>
            </a:endParaRPr>
          </a:p>
        </p:txBody>
      </p:sp>
    </p:spTree>
  </p:cSld>
  <p:clrMapOvr>
    <a:masterClrMapping/>
  </p:clrMapOvr>
  <p:transition spd="med">
    <p:fade/>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Content Placeholder 2">
            <a:extLst>
              <a:ext uri="{FF2B5EF4-FFF2-40B4-BE49-F238E27FC236}">
                <a16:creationId xmlns:a16="http://schemas.microsoft.com/office/drawing/2014/main" id="{B839390B-63B6-CD86-521C-8D6F03FD5CF0}"/>
              </a:ext>
            </a:extLst>
          </p:cNvPr>
          <p:cNvSpPr>
            <a:spLocks noGrp="1"/>
          </p:cNvSpPr>
          <p:nvPr>
            <p:ph sz="quarter" idx="1"/>
          </p:nvPr>
        </p:nvSpPr>
        <p:spPr>
          <a:xfrm>
            <a:off x="914400" y="333375"/>
            <a:ext cx="7772400" cy="5903913"/>
          </a:xfrm>
        </p:spPr>
        <p:txBody>
          <a:bodyPr/>
          <a:lstStyle/>
          <a:p>
            <a:r>
              <a:rPr lang="en-US" altLang="en-GB"/>
              <a:t>Find the current through each battery. </a:t>
            </a:r>
            <a:r>
              <a:rPr lang="en-GB" altLang="en-GB" b="1"/>
              <a:t>/ </a:t>
            </a:r>
            <a:r>
              <a:rPr lang="en-GB" altLang="en-GB" b="1" i="1"/>
              <a:t>10marks</a:t>
            </a:r>
          </a:p>
          <a:p>
            <a:endParaRPr lang="en-GB" altLang="en-GB" b="1" i="1"/>
          </a:p>
          <a:p>
            <a:endParaRPr lang="en-US" altLang="en-GB"/>
          </a:p>
          <a:p>
            <a:endParaRPr lang="en-US" altLang="en-GB"/>
          </a:p>
        </p:txBody>
      </p:sp>
      <p:sp>
        <p:nvSpPr>
          <p:cNvPr id="175106" name="Date Placeholder 3">
            <a:extLst>
              <a:ext uri="{FF2B5EF4-FFF2-40B4-BE49-F238E27FC236}">
                <a16:creationId xmlns:a16="http://schemas.microsoft.com/office/drawing/2014/main" id="{E94C7215-65A7-A16C-5634-AC38B47C4F50}"/>
              </a:ext>
            </a:extLst>
          </p:cNvPr>
          <p:cNvSpPr>
            <a:spLocks noGrp="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ACF7F64D-DBB2-44B0-B1EF-035831100C78}" type="datetime9">
              <a:rPr lang="en-US" altLang="en-GB" sz="1400" smtClean="0">
                <a:solidFill>
                  <a:schemeClr val="tx2"/>
                </a:solidFill>
                <a:latin typeface="Calibri" panose="020F0502020204030204" pitchFamily="34" charset="0"/>
                <a:cs typeface="Arial" panose="020B0604020202020204" pitchFamily="34" charset="0"/>
              </a:rPr>
              <a:pPr>
                <a:spcBef>
                  <a:spcPct val="0"/>
                </a:spcBef>
                <a:buClrTx/>
                <a:buSzTx/>
                <a:buFontTx/>
                <a:buNone/>
              </a:pPr>
              <a:t>2/16/2026 2:15:15 PM</a:t>
            </a:fld>
            <a:endParaRPr lang="en-ZA" altLang="en-GB" sz="1400">
              <a:solidFill>
                <a:schemeClr val="tx2"/>
              </a:solidFill>
              <a:latin typeface="Calibri" panose="020F0502020204030204" pitchFamily="34" charset="0"/>
              <a:cs typeface="Arial" panose="020B0604020202020204" pitchFamily="34" charset="0"/>
            </a:endParaRPr>
          </a:p>
        </p:txBody>
      </p:sp>
      <p:sp>
        <p:nvSpPr>
          <p:cNvPr id="175107" name="Footer Placeholder 4">
            <a:extLst>
              <a:ext uri="{FF2B5EF4-FFF2-40B4-BE49-F238E27FC236}">
                <a16:creationId xmlns:a16="http://schemas.microsoft.com/office/drawing/2014/main" id="{B7764F7C-AF5C-4D62-188A-4ABED8359444}"/>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compatLnSpc="1">
            <a:prstTxWarp prst="textNoShape">
              <a:avLst/>
            </a:prstTxWarp>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r>
              <a:rPr lang="en-ZA" altLang="en-GB" sz="1400" dirty="0">
                <a:solidFill>
                  <a:schemeClr val="tx2"/>
                </a:solidFill>
                <a:latin typeface="Calibri" panose="020F0502020204030204" pitchFamily="34" charset="0"/>
                <a:cs typeface="Arial" panose="020B0604020202020204" pitchFamily="34" charset="0"/>
              </a:rPr>
              <a:t>  Dr Jean de Dieu Niyonzima</a:t>
            </a:r>
          </a:p>
        </p:txBody>
      </p:sp>
      <p:sp>
        <p:nvSpPr>
          <p:cNvPr id="175108" name="Slide Number Placeholder 5">
            <a:extLst>
              <a:ext uri="{FF2B5EF4-FFF2-40B4-BE49-F238E27FC236}">
                <a16:creationId xmlns:a16="http://schemas.microsoft.com/office/drawing/2014/main" id="{36BC8754-E859-BD0C-567C-61AC7CAB98C9}"/>
              </a:ext>
            </a:extLst>
          </p:cNvPr>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headEnd/>
                <a:tailEnd/>
              </a14:hiddenLine>
            </a:ext>
          </a:extLst>
        </p:spPr>
        <p:txBody>
          <a:bodyPr/>
          <a:lstStyle>
            <a:lvl1pPr>
              <a:spcBef>
                <a:spcPts val="575"/>
              </a:spcBef>
              <a:buClr>
                <a:schemeClr val="accent1"/>
              </a:buClr>
              <a:buSzPct val="85000"/>
              <a:buFont typeface="Wingdings 2" panose="05020102010507070707" pitchFamily="18" charset="2"/>
              <a:buChar char=""/>
              <a:defRPr sz="2600">
                <a:solidFill>
                  <a:schemeClr val="tx1"/>
                </a:solidFill>
                <a:latin typeface="Perpetua" panose="02020502060401020303" pitchFamily="18" charset="0"/>
              </a:defRPr>
            </a:lvl1pPr>
            <a:lvl2pPr marL="742950" indent="-285750">
              <a:spcBef>
                <a:spcPts val="375"/>
              </a:spcBef>
              <a:buClr>
                <a:schemeClr val="accent2"/>
              </a:buClr>
              <a:buSzPct val="85000"/>
              <a:buFont typeface="Wingdings 2" panose="05020102010507070707" pitchFamily="18" charset="2"/>
              <a:buChar char=""/>
              <a:defRPr sz="2400">
                <a:solidFill>
                  <a:schemeClr val="tx1"/>
                </a:solidFill>
                <a:latin typeface="Perpetua" panose="02020502060401020303" pitchFamily="18" charset="0"/>
              </a:defRPr>
            </a:lvl2pPr>
            <a:lvl3pPr marL="1143000" indent="-228600">
              <a:spcBef>
                <a:spcPts val="375"/>
              </a:spcBef>
              <a:buClr>
                <a:srgbClr val="E6B1AB"/>
              </a:buClr>
              <a:buSzPct val="85000"/>
              <a:buFont typeface="Wingdings 2" panose="05020102010507070707" pitchFamily="18" charset="2"/>
              <a:buChar char=""/>
              <a:defRPr sz="2000">
                <a:solidFill>
                  <a:schemeClr val="tx1"/>
                </a:solidFill>
                <a:latin typeface="Perpetua" panose="02020502060401020303" pitchFamily="18" charset="0"/>
              </a:defRPr>
            </a:lvl3pPr>
            <a:lvl4pPr marL="1600200" indent="-228600">
              <a:spcBef>
                <a:spcPts val="375"/>
              </a:spcBef>
              <a:buClr>
                <a:srgbClr val="A28E6A"/>
              </a:buClr>
              <a:buSzPct val="80000"/>
              <a:buFont typeface="Wingdings 2" panose="05020102010507070707" pitchFamily="18" charset="2"/>
              <a:buChar char=""/>
              <a:defRPr sz="2000">
                <a:solidFill>
                  <a:schemeClr val="tx1"/>
                </a:solidFill>
                <a:latin typeface="Perpetua" panose="02020502060401020303" pitchFamily="18" charset="0"/>
              </a:defRPr>
            </a:lvl4pPr>
            <a:lvl5pPr marL="2057400" indent="-228600">
              <a:spcBef>
                <a:spcPts val="375"/>
              </a:spcBef>
              <a:buClr>
                <a:srgbClr val="A28E6A"/>
              </a:buClr>
              <a:buChar char="o"/>
              <a:defRPr sz="2000">
                <a:solidFill>
                  <a:schemeClr val="tx1"/>
                </a:solidFill>
                <a:latin typeface="Perpetua" panose="02020502060401020303" pitchFamily="18" charset="0"/>
              </a:defRPr>
            </a:lvl5pPr>
            <a:lvl6pPr marL="25146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6pPr>
            <a:lvl7pPr marL="29718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7pPr>
            <a:lvl8pPr marL="34290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8pPr>
            <a:lvl9pPr marL="3886200" indent="-228600" eaLnBrk="0" fontAlgn="base" hangingPunct="0">
              <a:spcBef>
                <a:spcPts val="375"/>
              </a:spcBef>
              <a:spcAft>
                <a:spcPct val="0"/>
              </a:spcAft>
              <a:buClr>
                <a:srgbClr val="A28E6A"/>
              </a:buClr>
              <a:buChar char="o"/>
              <a:defRPr sz="2000">
                <a:solidFill>
                  <a:schemeClr val="tx1"/>
                </a:solidFill>
                <a:latin typeface="Perpetua" panose="02020502060401020303" pitchFamily="18" charset="0"/>
              </a:defRPr>
            </a:lvl9pPr>
          </a:lstStyle>
          <a:p>
            <a:pPr>
              <a:spcBef>
                <a:spcPct val="0"/>
              </a:spcBef>
              <a:buClrTx/>
              <a:buSzTx/>
              <a:buFontTx/>
              <a:buNone/>
            </a:pPr>
            <a:fld id="{CE55793E-14AA-4BF3-9536-F8D5AF3DB916}" type="slidenum">
              <a:rPr lang="en-ZA" altLang="en-GB" sz="1400" smtClean="0">
                <a:solidFill>
                  <a:srgbClr val="FFFFFF"/>
                </a:solidFill>
                <a:latin typeface="Franklin Gothic Book" panose="020B0503020102020204" pitchFamily="34" charset="0"/>
              </a:rPr>
              <a:pPr>
                <a:spcBef>
                  <a:spcPct val="0"/>
                </a:spcBef>
                <a:buClrTx/>
                <a:buSzTx/>
                <a:buFontTx/>
                <a:buNone/>
              </a:pPr>
              <a:t>126</a:t>
            </a:fld>
            <a:endParaRPr lang="en-ZA" altLang="en-GB" sz="1400">
              <a:solidFill>
                <a:srgbClr val="FFFFFF"/>
              </a:solidFill>
              <a:latin typeface="Franklin Gothic Book" panose="020B0503020102020204" pitchFamily="34" charset="0"/>
            </a:endParaRPr>
          </a:p>
        </p:txBody>
      </p:sp>
      <p:pic>
        <p:nvPicPr>
          <p:cNvPr id="175109" name="Picture 7">
            <a:extLst>
              <a:ext uri="{FF2B5EF4-FFF2-40B4-BE49-F238E27FC236}">
                <a16:creationId xmlns:a16="http://schemas.microsoft.com/office/drawing/2014/main" id="{6F5D5E38-3424-B14A-703B-564045C0E7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1412875"/>
            <a:ext cx="8280400" cy="431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4_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28961</TotalTime>
  <Words>6323</Words>
  <Application>Microsoft Office PowerPoint</Application>
  <PresentationFormat>On-screen Show (4:3)</PresentationFormat>
  <Paragraphs>796</Paragraphs>
  <Slides>126</Slides>
  <Notes>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126</vt:i4>
      </vt:variant>
    </vt:vector>
  </HeadingPairs>
  <TitlesOfParts>
    <vt:vector size="136" baseType="lpstr">
      <vt:lpstr>Arial</vt:lpstr>
      <vt:lpstr>Bookman Old Style</vt:lpstr>
      <vt:lpstr>Calibri</vt:lpstr>
      <vt:lpstr>Cambria</vt:lpstr>
      <vt:lpstr>Franklin Gothic Book</vt:lpstr>
      <vt:lpstr>Perpetua</vt:lpstr>
      <vt:lpstr>Times New Roman</vt:lpstr>
      <vt:lpstr>Wingdings</vt:lpstr>
      <vt:lpstr>Wingdings 2</vt:lpstr>
      <vt:lpstr>4_Equity</vt:lpstr>
      <vt:lpstr>MODULE CODE: AP80167  MODULE TITLE: PHYSICS FOR  IT </vt:lpstr>
      <vt:lpstr>Assessment Pattern</vt:lpstr>
      <vt:lpstr>Indicative Content</vt:lpstr>
      <vt:lpstr>PowerPoint Presentation</vt:lpstr>
      <vt:lpstr>0. Course outline</vt:lpstr>
      <vt:lpstr>1. Introduction </vt:lpstr>
      <vt:lpstr>2. Electric charge</vt:lpstr>
      <vt:lpstr>2. Electric charge</vt:lpstr>
      <vt:lpstr>2. Electric charge</vt:lpstr>
      <vt:lpstr>2. Electric charge</vt:lpstr>
      <vt:lpstr>2. Electric charge</vt:lpstr>
      <vt:lpstr>2.1. Conservation of Charge</vt:lpstr>
      <vt:lpstr>2.1. Conservation of Charge</vt:lpstr>
      <vt:lpstr>2.2. Electrostatic charging</vt:lpstr>
      <vt:lpstr>2.2. Electrostatic charging</vt:lpstr>
      <vt:lpstr>2.2. Electrostatic charging</vt:lpstr>
      <vt:lpstr>PowerPoint Presentation</vt:lpstr>
      <vt:lpstr>Energy Band Diagrams</vt:lpstr>
      <vt:lpstr>2.2. Electrostatic charging</vt:lpstr>
      <vt:lpstr>2.2. Electrostatic charging</vt:lpstr>
      <vt:lpstr>2.2. Electrostatic charging</vt:lpstr>
      <vt:lpstr>3. Coulomb’s law  (inter-action between charges)</vt:lpstr>
      <vt:lpstr>3. Coulomb’s law</vt:lpstr>
      <vt:lpstr>3. Coulomb’s law</vt:lpstr>
      <vt:lpstr>3.1. Principle of superposition </vt:lpstr>
      <vt:lpstr>3.1. Principle of superposition </vt:lpstr>
      <vt:lpstr>3.1. Principle of superposition </vt:lpstr>
      <vt:lpstr>4. Electric Field</vt:lpstr>
      <vt:lpstr>PowerPoint Presentation</vt:lpstr>
      <vt:lpstr>PowerPoint Presentation</vt:lpstr>
      <vt:lpstr>PowerPoint Presentation</vt:lpstr>
      <vt:lpstr>4.1. Electric Field Lines</vt:lpstr>
      <vt:lpstr>4.1. Electric Field Lines</vt:lpstr>
      <vt:lpstr>4.1. Electric Field Lines</vt:lpstr>
      <vt:lpstr>4.1. Electric Field Lines</vt:lpstr>
      <vt:lpstr>4.1. Electric Field Lines</vt:lpstr>
      <vt:lpstr>4.1. Electric Field Lines</vt:lpstr>
      <vt:lpstr>4.1. Force on a Charged Particle in an Electric Field</vt:lpstr>
      <vt:lpstr>4.1. Force on a Charged Particle in an Electric Field</vt:lpstr>
      <vt:lpstr>4.1. Force on a Charged Particle in an Electric Field</vt:lpstr>
      <vt:lpstr>4.3. Electric Dipole</vt:lpstr>
      <vt:lpstr>4.3. Electric Dipole</vt:lpstr>
      <vt:lpstr>4.3. Electric Dipole</vt:lpstr>
      <vt:lpstr>4.3. Electric Dipole</vt:lpstr>
      <vt:lpstr>Field lines representing a uniform electric field penetrating a plane of area perpendicular to the field</vt:lpstr>
      <vt:lpstr>4.5. Electric flux</vt:lpstr>
      <vt:lpstr>4.6. Gauss’s law</vt:lpstr>
      <vt:lpstr>Exercise 1</vt:lpstr>
      <vt:lpstr>Exercise 2</vt:lpstr>
      <vt:lpstr>Exercise 3</vt:lpstr>
      <vt:lpstr>Exercise 4</vt:lpstr>
      <vt:lpstr>Exercise 5</vt:lpstr>
      <vt:lpstr>Exercise 6</vt:lpstr>
      <vt:lpstr>Exercise 7</vt:lpstr>
      <vt:lpstr>Exercise 8</vt:lpstr>
      <vt:lpstr>QUIZ 1</vt:lpstr>
      <vt:lpstr>5. Electric Potential or Voltage </vt:lpstr>
      <vt:lpstr>5. Electric Potential or Voltage </vt:lpstr>
      <vt:lpstr>5. Electric Potential or Voltage </vt:lpstr>
      <vt:lpstr>5. Electric Potential or Voltage </vt:lpstr>
      <vt:lpstr>5. Electric Potential or Voltage </vt:lpstr>
      <vt:lpstr>5.1. Equipotential Surfaces </vt:lpstr>
      <vt:lpstr>5.1. Equipotential Surfaces </vt:lpstr>
      <vt:lpstr>5.2. Potential Energy</vt:lpstr>
      <vt:lpstr>5.2. Potential Energy</vt:lpstr>
      <vt:lpstr>5.2. Potential Energy</vt:lpstr>
      <vt:lpstr>6. Capacitors</vt:lpstr>
      <vt:lpstr>6. Capacitors</vt:lpstr>
      <vt:lpstr>6. Capacitors</vt:lpstr>
      <vt:lpstr>6.1. The parallel-plate capacitor</vt:lpstr>
      <vt:lpstr>6.1. The parallel-plate capacitor</vt:lpstr>
      <vt:lpstr>6.2. Capacitors in Combination</vt:lpstr>
      <vt:lpstr>6.2. Capacitors in Combination</vt:lpstr>
      <vt:lpstr>6.2. Capacitors in Combination</vt:lpstr>
      <vt:lpstr>6.2. Capacitors in Combination</vt:lpstr>
      <vt:lpstr>6.2. Capacitors in Combination</vt:lpstr>
      <vt:lpstr>6.2. Capacitors in Combination</vt:lpstr>
      <vt:lpstr>6.4. Energy in Capacitors</vt:lpstr>
      <vt:lpstr>6.4. Energy in Capacitors</vt:lpstr>
      <vt:lpstr>Exercise 9</vt:lpstr>
      <vt:lpstr>Solution</vt:lpstr>
      <vt:lpstr>Exercise 10</vt:lpstr>
      <vt:lpstr>7. Electric current</vt:lpstr>
      <vt:lpstr>PowerPoint Presentation</vt:lpstr>
      <vt:lpstr>7. Electric current</vt:lpstr>
      <vt:lpstr>7. Electric current</vt:lpstr>
      <vt:lpstr>7. Electric current</vt:lpstr>
      <vt:lpstr>7.1. Electrical resistance</vt:lpstr>
      <vt:lpstr>7.1. Electrical resistance</vt:lpstr>
      <vt:lpstr>7.1. Electrical resistance</vt:lpstr>
      <vt:lpstr>7.1. Electrical resistance</vt:lpstr>
      <vt:lpstr>7.2. Ohm's Law</vt:lpstr>
      <vt:lpstr>PowerPoint Presentation</vt:lpstr>
      <vt:lpstr>7.4. Electromotive force and internal resistance</vt:lpstr>
      <vt:lpstr>7.4. Electromotive force and internal resistance</vt:lpstr>
      <vt:lpstr>7.4. Electromotive force and internal resistance</vt:lpstr>
      <vt:lpstr>7.4. Electromotive force and internal resistance</vt:lpstr>
      <vt:lpstr>example</vt:lpstr>
      <vt:lpstr>7.5. Series and parallel circuits</vt:lpstr>
      <vt:lpstr>7.5. Series and parallel circuits</vt:lpstr>
      <vt:lpstr>7.4. Series and parallel circuits</vt:lpstr>
      <vt:lpstr>7.4. Series and parallel circuits</vt:lpstr>
      <vt:lpstr>PowerPoint Presentation</vt:lpstr>
      <vt:lpstr>7.4. Series and parallel circuits</vt:lpstr>
      <vt:lpstr>Quiz</vt:lpstr>
      <vt:lpstr>Exercise 11</vt:lpstr>
      <vt:lpstr>Exercise 12</vt:lpstr>
      <vt:lpstr>Exercise 13</vt:lpstr>
      <vt:lpstr>Exercise 14</vt:lpstr>
      <vt:lpstr>8. Electrical Energy and power</vt:lpstr>
      <vt:lpstr>8. Electrical Energy and power</vt:lpstr>
      <vt:lpstr>8. Electrical Energy and power</vt:lpstr>
      <vt:lpstr>8. Electrical Energy and power</vt:lpstr>
      <vt:lpstr>8. Electrical Energy and power</vt:lpstr>
      <vt:lpstr>RC Circuits</vt:lpstr>
      <vt:lpstr>Charging a capacitor</vt:lpstr>
      <vt:lpstr>Charging a capacitor</vt:lpstr>
      <vt:lpstr>Charging a capacitor</vt:lpstr>
      <vt:lpstr>Charging a capacitor</vt:lpstr>
      <vt:lpstr>Discharging a Capacitor</vt:lpstr>
      <vt:lpstr>PowerPoint Presentation</vt:lpstr>
      <vt:lpstr>PowerPoint Presentation</vt:lpstr>
      <vt:lpstr>Exercises</vt:lpstr>
      <vt:lpstr>Exercises</vt:lpstr>
      <vt:lpstr>Exercises</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ELECTRICITY</dc:title>
  <dc:creator>admin</dc:creator>
  <cp:lastModifiedBy>Jean-de-Dieu NIYONZIMA</cp:lastModifiedBy>
  <cp:revision>671</cp:revision>
  <dcterms:created xsi:type="dcterms:W3CDTF">2011-04-09T08:37:53Z</dcterms:created>
  <dcterms:modified xsi:type="dcterms:W3CDTF">2026-02-16T14:59:18Z</dcterms:modified>
</cp:coreProperties>
</file>