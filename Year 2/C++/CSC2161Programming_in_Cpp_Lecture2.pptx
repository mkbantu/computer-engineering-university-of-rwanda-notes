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3"/>
  </p:notesMasterIdLst>
  <p:sldIdLst>
    <p:sldId id="306" r:id="rId5"/>
    <p:sldId id="307" r:id="rId6"/>
    <p:sldId id="308" r:id="rId7"/>
    <p:sldId id="314" r:id="rId8"/>
    <p:sldId id="309" r:id="rId9"/>
    <p:sldId id="316" r:id="rId10"/>
    <p:sldId id="315" r:id="rId11"/>
    <p:sldId id="317" r:id="rId12"/>
    <p:sldId id="318" r:id="rId13"/>
    <p:sldId id="319" r:id="rId14"/>
    <p:sldId id="321" r:id="rId15"/>
    <p:sldId id="320" r:id="rId16"/>
    <p:sldId id="322" r:id="rId17"/>
    <p:sldId id="323" r:id="rId18"/>
    <p:sldId id="324" r:id="rId19"/>
    <p:sldId id="325" r:id="rId20"/>
    <p:sldId id="326" r:id="rId21"/>
    <p:sldId id="31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D435D6-6169-48F7-9C8E-5ACEED7DE14B}" v="30" dt="2023-06-19T06:48:56.4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84967" autoAdjust="0"/>
  </p:normalViewPr>
  <p:slideViewPr>
    <p:cSldViewPr snapToGrid="0">
      <p:cViewPr varScale="1">
        <p:scale>
          <a:sx n="74" d="100"/>
          <a:sy n="74" d="100"/>
        </p:scale>
        <p:origin x="84" y="78"/>
      </p:cViewPr>
      <p:guideLst>
        <p:guide orient="horz" pos="1392"/>
        <p:guide pos="7056"/>
        <p:guide orient="horz" pos="316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oneste Murangira" userId="1020c2ec896d7adc" providerId="LiveId" clId="{A0D435D6-6169-48F7-9C8E-5ACEED7DE14B}"/>
    <pc:docChg chg="undo custSel addSld delSld modSld sldOrd modMainMaster">
      <pc:chgData name="Theoneste Murangira" userId="1020c2ec896d7adc" providerId="LiveId" clId="{A0D435D6-6169-48F7-9C8E-5ACEED7DE14B}" dt="2023-06-19T06:56:30.129" v="1859" actId="3680"/>
      <pc:docMkLst>
        <pc:docMk/>
      </pc:docMkLst>
      <pc:sldChg chg="del">
        <pc:chgData name="Theoneste Murangira" userId="1020c2ec896d7adc" providerId="LiveId" clId="{A0D435D6-6169-48F7-9C8E-5ACEED7DE14B}" dt="2023-06-19T06:39:01.382" v="1685" actId="2696"/>
        <pc:sldMkLst>
          <pc:docMk/>
          <pc:sldMk cId="783914445" sldId="294"/>
        </pc:sldMkLst>
      </pc:sldChg>
      <pc:sldChg chg="modSp mod">
        <pc:chgData name="Theoneste Murangira" userId="1020c2ec896d7adc" providerId="LiveId" clId="{A0D435D6-6169-48F7-9C8E-5ACEED7DE14B}" dt="2023-06-18T06:20:03.275" v="166" actId="14100"/>
        <pc:sldMkLst>
          <pc:docMk/>
          <pc:sldMk cId="365334912" sldId="308"/>
        </pc:sldMkLst>
        <pc:spChg chg="mod">
          <ac:chgData name="Theoneste Murangira" userId="1020c2ec896d7adc" providerId="LiveId" clId="{A0D435D6-6169-48F7-9C8E-5ACEED7DE14B}" dt="2023-06-18T06:20:03.275" v="166" actId="14100"/>
          <ac:spMkLst>
            <pc:docMk/>
            <pc:sldMk cId="365334912" sldId="308"/>
            <ac:spMk id="4" creationId="{B0881FA9-F3B0-4912-B0E1-352094195C30}"/>
          </ac:spMkLst>
        </pc:spChg>
      </pc:sldChg>
      <pc:sldChg chg="addSp delSp modSp mod">
        <pc:chgData name="Theoneste Murangira" userId="1020c2ec896d7adc" providerId="LiveId" clId="{A0D435D6-6169-48F7-9C8E-5ACEED7DE14B}" dt="2023-06-18T07:24:59.365" v="171" actId="478"/>
        <pc:sldMkLst>
          <pc:docMk/>
          <pc:sldMk cId="2227882511" sldId="309"/>
        </pc:sldMkLst>
        <pc:spChg chg="del mod">
          <ac:chgData name="Theoneste Murangira" userId="1020c2ec896d7adc" providerId="LiveId" clId="{A0D435D6-6169-48F7-9C8E-5ACEED7DE14B}" dt="2023-06-18T07:24:59.365" v="171" actId="478"/>
          <ac:spMkLst>
            <pc:docMk/>
            <pc:sldMk cId="2227882511" sldId="309"/>
            <ac:spMk id="3" creationId="{05408798-0DB3-46BF-880E-7BB904D700F6}"/>
          </ac:spMkLst>
        </pc:spChg>
        <pc:spChg chg="add mod">
          <ac:chgData name="Theoneste Murangira" userId="1020c2ec896d7adc" providerId="LiveId" clId="{A0D435D6-6169-48F7-9C8E-5ACEED7DE14B}" dt="2023-06-18T07:24:59.365" v="171" actId="478"/>
          <ac:spMkLst>
            <pc:docMk/>
            <pc:sldMk cId="2227882511" sldId="309"/>
            <ac:spMk id="5" creationId="{8BDC1873-6CAA-CFEC-89A5-E1A75867984B}"/>
          </ac:spMkLst>
        </pc:spChg>
      </pc:sldChg>
      <pc:sldChg chg="addSp delSp modSp new mod ord setBg">
        <pc:chgData name="Theoneste Murangira" userId="1020c2ec896d7adc" providerId="LiveId" clId="{A0D435D6-6169-48F7-9C8E-5ACEED7DE14B}" dt="2023-06-18T06:20:35.789" v="167" actId="1076"/>
        <pc:sldMkLst>
          <pc:docMk/>
          <pc:sldMk cId="159634069" sldId="314"/>
        </pc:sldMkLst>
        <pc:spChg chg="del">
          <ac:chgData name="Theoneste Murangira" userId="1020c2ec896d7adc" providerId="LiveId" clId="{A0D435D6-6169-48F7-9C8E-5ACEED7DE14B}" dt="2023-06-18T06:12:31.854" v="152" actId="931"/>
          <ac:spMkLst>
            <pc:docMk/>
            <pc:sldMk cId="159634069" sldId="314"/>
            <ac:spMk id="2" creationId="{5DA9EFD1-65C1-3F74-0691-F173B63E4AF5}"/>
          </ac:spMkLst>
        </pc:spChg>
        <pc:spChg chg="mod">
          <ac:chgData name="Theoneste Murangira" userId="1020c2ec896d7adc" providerId="LiveId" clId="{A0D435D6-6169-48F7-9C8E-5ACEED7DE14B}" dt="2023-06-18T06:12:43.848" v="155" actId="26606"/>
          <ac:spMkLst>
            <pc:docMk/>
            <pc:sldMk cId="159634069" sldId="314"/>
            <ac:spMk id="3" creationId="{634B2AFD-3BB9-66C4-1669-BF73D7BABB9D}"/>
          </ac:spMkLst>
        </pc:spChg>
        <pc:spChg chg="add del mod">
          <ac:chgData name="Theoneste Murangira" userId="1020c2ec896d7adc" providerId="LiveId" clId="{A0D435D6-6169-48F7-9C8E-5ACEED7DE14B}" dt="2023-06-18T06:14:02.129" v="161" actId="14100"/>
          <ac:spMkLst>
            <pc:docMk/>
            <pc:sldMk cId="159634069" sldId="314"/>
            <ac:spMk id="4" creationId="{7B0A72EF-CEC9-D02C-E169-A91B1E7B2125}"/>
          </ac:spMkLst>
        </pc:spChg>
        <pc:spChg chg="mod">
          <ac:chgData name="Theoneste Murangira" userId="1020c2ec896d7adc" providerId="LiveId" clId="{A0D435D6-6169-48F7-9C8E-5ACEED7DE14B}" dt="2023-06-18T06:12:43.848" v="155" actId="26606"/>
          <ac:spMkLst>
            <pc:docMk/>
            <pc:sldMk cId="159634069" sldId="314"/>
            <ac:spMk id="5" creationId="{A47034FD-E44F-2545-1591-DF767F656383}"/>
          </ac:spMkLst>
        </pc:spChg>
        <pc:spChg chg="mod ord">
          <ac:chgData name="Theoneste Murangira" userId="1020c2ec896d7adc" providerId="LiveId" clId="{A0D435D6-6169-48F7-9C8E-5ACEED7DE14B}" dt="2023-06-18T06:12:43.848" v="155" actId="26606"/>
          <ac:spMkLst>
            <pc:docMk/>
            <pc:sldMk cId="159634069" sldId="314"/>
            <ac:spMk id="6" creationId="{36D4FE21-236B-8708-93E5-FB3D1E807281}"/>
          </ac:spMkLst>
        </pc:spChg>
        <pc:spChg chg="mod">
          <ac:chgData name="Theoneste Murangira" userId="1020c2ec896d7adc" providerId="LiveId" clId="{A0D435D6-6169-48F7-9C8E-5ACEED7DE14B}" dt="2023-06-18T06:12:43.848" v="155" actId="26606"/>
          <ac:spMkLst>
            <pc:docMk/>
            <pc:sldMk cId="159634069" sldId="314"/>
            <ac:spMk id="7" creationId="{B29D3532-32C7-2D28-AA1A-70D6D914BCD6}"/>
          </ac:spMkLst>
        </pc:spChg>
        <pc:spChg chg="add del mod">
          <ac:chgData name="Theoneste Murangira" userId="1020c2ec896d7adc" providerId="LiveId" clId="{A0D435D6-6169-48F7-9C8E-5ACEED7DE14B}" dt="2023-06-18T06:13:14.304" v="157" actId="478"/>
          <ac:spMkLst>
            <pc:docMk/>
            <pc:sldMk cId="159634069" sldId="314"/>
            <ac:spMk id="11" creationId="{BFF6992D-FC97-76D0-1D89-60D3FCBCB104}"/>
          </ac:spMkLst>
        </pc:spChg>
        <pc:spChg chg="add">
          <ac:chgData name="Theoneste Murangira" userId="1020c2ec896d7adc" providerId="LiveId" clId="{A0D435D6-6169-48F7-9C8E-5ACEED7DE14B}" dt="2023-06-18T06:12:43.848" v="155" actId="26606"/>
          <ac:spMkLst>
            <pc:docMk/>
            <pc:sldMk cId="159634069" sldId="314"/>
            <ac:spMk id="18" creationId="{45CF0CC2-658D-4A87-9D2E-154B0ABE1BA0}"/>
          </ac:spMkLst>
        </pc:spChg>
        <pc:spChg chg="add">
          <ac:chgData name="Theoneste Murangira" userId="1020c2ec896d7adc" providerId="LiveId" clId="{A0D435D6-6169-48F7-9C8E-5ACEED7DE14B}" dt="2023-06-18T06:12:43.848" v="155" actId="26606"/>
          <ac:spMkLst>
            <pc:docMk/>
            <pc:sldMk cId="159634069" sldId="314"/>
            <ac:spMk id="20" creationId="{796C2CE2-29C3-4EBD-A8BB-82C6CC06950D}"/>
          </ac:spMkLst>
        </pc:spChg>
        <pc:spChg chg="add">
          <ac:chgData name="Theoneste Murangira" userId="1020c2ec896d7adc" providerId="LiveId" clId="{A0D435D6-6169-48F7-9C8E-5ACEED7DE14B}" dt="2023-06-18T06:12:43.848" v="155" actId="26606"/>
          <ac:spMkLst>
            <pc:docMk/>
            <pc:sldMk cId="159634069" sldId="314"/>
            <ac:spMk id="22" creationId="{6CB927A4-E432-4310-9CD5-E89FF5063179}"/>
          </ac:spMkLst>
        </pc:spChg>
        <pc:spChg chg="add">
          <ac:chgData name="Theoneste Murangira" userId="1020c2ec896d7adc" providerId="LiveId" clId="{A0D435D6-6169-48F7-9C8E-5ACEED7DE14B}" dt="2023-06-18T06:12:43.848" v="155" actId="26606"/>
          <ac:spMkLst>
            <pc:docMk/>
            <pc:sldMk cId="159634069" sldId="314"/>
            <ac:spMk id="24" creationId="{E3020543-B24B-4EC4-8FFC-8DD88EEA91A8}"/>
          </ac:spMkLst>
        </pc:spChg>
        <pc:spChg chg="add">
          <ac:chgData name="Theoneste Murangira" userId="1020c2ec896d7adc" providerId="LiveId" clId="{A0D435D6-6169-48F7-9C8E-5ACEED7DE14B}" dt="2023-06-18T06:12:43.848" v="155" actId="26606"/>
          <ac:spMkLst>
            <pc:docMk/>
            <pc:sldMk cId="159634069" sldId="314"/>
            <ac:spMk id="26" creationId="{1453BF6C-B012-48B7-B4E8-6D7AC7C27D02}"/>
          </ac:spMkLst>
        </pc:spChg>
        <pc:graphicFrameChg chg="add del mod">
          <ac:chgData name="Theoneste Murangira" userId="1020c2ec896d7adc" providerId="LiveId" clId="{A0D435D6-6169-48F7-9C8E-5ACEED7DE14B}" dt="2023-06-18T06:10:26.298" v="150" actId="12084"/>
          <ac:graphicFrameMkLst>
            <pc:docMk/>
            <pc:sldMk cId="159634069" sldId="314"/>
            <ac:graphicFrameMk id="8" creationId="{537B35FB-D658-905B-0AB5-7278DB470453}"/>
          </ac:graphicFrameMkLst>
        </pc:graphicFrameChg>
        <pc:picChg chg="add mod">
          <ac:chgData name="Theoneste Murangira" userId="1020c2ec896d7adc" providerId="LiveId" clId="{A0D435D6-6169-48F7-9C8E-5ACEED7DE14B}" dt="2023-06-18T06:20:35.789" v="167" actId="1076"/>
          <ac:picMkLst>
            <pc:docMk/>
            <pc:sldMk cId="159634069" sldId="314"/>
            <ac:picMk id="10" creationId="{EF5E7659-A2B0-BB5D-318B-CF51334E2F91}"/>
          </ac:picMkLst>
        </pc:picChg>
        <pc:cxnChg chg="add">
          <ac:chgData name="Theoneste Murangira" userId="1020c2ec896d7adc" providerId="LiveId" clId="{A0D435D6-6169-48F7-9C8E-5ACEED7DE14B}" dt="2023-06-18T06:12:43.848" v="155" actId="26606"/>
          <ac:cxnSpMkLst>
            <pc:docMk/>
            <pc:sldMk cId="159634069" sldId="314"/>
            <ac:cxnSpMk id="16" creationId="{5C05CAAB-DBA2-4548-AD5F-01BB97FBB207}"/>
          </ac:cxnSpMkLst>
        </pc:cxnChg>
        <pc:cxnChg chg="add">
          <ac:chgData name="Theoneste Murangira" userId="1020c2ec896d7adc" providerId="LiveId" clId="{A0D435D6-6169-48F7-9C8E-5ACEED7DE14B}" dt="2023-06-18T06:12:43.848" v="155" actId="26606"/>
          <ac:cxnSpMkLst>
            <pc:docMk/>
            <pc:sldMk cId="159634069" sldId="314"/>
            <ac:cxnSpMk id="28" creationId="{BF76EB78-6E9D-49A9-ADC5-7BCCD6F1FD48}"/>
          </ac:cxnSpMkLst>
        </pc:cxnChg>
      </pc:sldChg>
      <pc:sldChg chg="addSp delSp modSp new mod">
        <pc:chgData name="Theoneste Murangira" userId="1020c2ec896d7adc" providerId="LiveId" clId="{A0D435D6-6169-48F7-9C8E-5ACEED7DE14B}" dt="2023-06-18T07:53:48.818" v="446" actId="207"/>
        <pc:sldMkLst>
          <pc:docMk/>
          <pc:sldMk cId="739199532" sldId="315"/>
        </pc:sldMkLst>
        <pc:spChg chg="del">
          <ac:chgData name="Theoneste Murangira" userId="1020c2ec896d7adc" providerId="LiveId" clId="{A0D435D6-6169-48F7-9C8E-5ACEED7DE14B}" dt="2023-06-18T07:25:22.842" v="173" actId="478"/>
          <ac:spMkLst>
            <pc:docMk/>
            <pc:sldMk cId="739199532" sldId="315"/>
            <ac:spMk id="3" creationId="{73E9400B-9A7C-5E6D-4363-3C5FE7DCA88A}"/>
          </ac:spMkLst>
        </pc:spChg>
        <pc:spChg chg="add mod">
          <ac:chgData name="Theoneste Murangira" userId="1020c2ec896d7adc" providerId="LiveId" clId="{A0D435D6-6169-48F7-9C8E-5ACEED7DE14B}" dt="2023-06-18T07:53:48.818" v="446" actId="207"/>
          <ac:spMkLst>
            <pc:docMk/>
            <pc:sldMk cId="739199532" sldId="315"/>
            <ac:spMk id="5" creationId="{2D5FF495-146F-F29A-CC5F-1A5B640E2989}"/>
          </ac:spMkLst>
        </pc:spChg>
        <pc:spChg chg="add mod">
          <ac:chgData name="Theoneste Murangira" userId="1020c2ec896d7adc" providerId="LiveId" clId="{A0D435D6-6169-48F7-9C8E-5ACEED7DE14B}" dt="2023-06-18T07:48:23.014" v="390" actId="207"/>
          <ac:spMkLst>
            <pc:docMk/>
            <pc:sldMk cId="739199532" sldId="315"/>
            <ac:spMk id="6" creationId="{2E599FEF-7C4D-9895-43AD-5E37FFBA569D}"/>
          </ac:spMkLst>
        </pc:spChg>
        <pc:spChg chg="add del mod">
          <ac:chgData name="Theoneste Murangira" userId="1020c2ec896d7adc" providerId="LiveId" clId="{A0D435D6-6169-48F7-9C8E-5ACEED7DE14B}" dt="2023-06-18T07:44:01.062" v="337"/>
          <ac:spMkLst>
            <pc:docMk/>
            <pc:sldMk cId="739199532" sldId="315"/>
            <ac:spMk id="7" creationId="{1E0E5223-C0C4-678A-2309-7F4E35A5222B}"/>
          </ac:spMkLst>
        </pc:spChg>
        <pc:spChg chg="add mod">
          <ac:chgData name="Theoneste Murangira" userId="1020c2ec896d7adc" providerId="LiveId" clId="{A0D435D6-6169-48F7-9C8E-5ACEED7DE14B}" dt="2023-06-18T07:48:49.078" v="394" actId="207"/>
          <ac:spMkLst>
            <pc:docMk/>
            <pc:sldMk cId="739199532" sldId="315"/>
            <ac:spMk id="8" creationId="{761A2F8C-530F-1AC8-6303-4FA91EC230B2}"/>
          </ac:spMkLst>
        </pc:spChg>
        <pc:spChg chg="add mod">
          <ac:chgData name="Theoneste Murangira" userId="1020c2ec896d7adc" providerId="LiveId" clId="{A0D435D6-6169-48F7-9C8E-5ACEED7DE14B}" dt="2023-06-18T07:50:42.729" v="415" actId="20577"/>
          <ac:spMkLst>
            <pc:docMk/>
            <pc:sldMk cId="739199532" sldId="315"/>
            <ac:spMk id="9" creationId="{A7A961B1-10D1-B0B0-5AC8-4C4AD09CBB72}"/>
          </ac:spMkLst>
        </pc:spChg>
        <pc:spChg chg="add mod">
          <ac:chgData name="Theoneste Murangira" userId="1020c2ec896d7adc" providerId="LiveId" clId="{A0D435D6-6169-48F7-9C8E-5ACEED7DE14B}" dt="2023-06-18T07:51:55.646" v="444" actId="1076"/>
          <ac:spMkLst>
            <pc:docMk/>
            <pc:sldMk cId="739199532" sldId="315"/>
            <ac:spMk id="10" creationId="{63C97F69-567D-873C-5C51-652CA803A234}"/>
          </ac:spMkLst>
        </pc:spChg>
        <pc:spChg chg="add mod">
          <ac:chgData name="Theoneste Murangira" userId="1020c2ec896d7adc" providerId="LiveId" clId="{A0D435D6-6169-48F7-9C8E-5ACEED7DE14B}" dt="2023-06-18T07:51:39.790" v="442" actId="14100"/>
          <ac:spMkLst>
            <pc:docMk/>
            <pc:sldMk cId="739199532" sldId="315"/>
            <ac:spMk id="11" creationId="{F07E94F8-66FE-326E-ADC1-832254ECE000}"/>
          </ac:spMkLst>
        </pc:spChg>
        <pc:spChg chg="add">
          <ac:chgData name="Theoneste Murangira" userId="1020c2ec896d7adc" providerId="LiveId" clId="{A0D435D6-6169-48F7-9C8E-5ACEED7DE14B}" dt="2023-06-18T07:52:34.638" v="445" actId="11529"/>
          <ac:spMkLst>
            <pc:docMk/>
            <pc:sldMk cId="739199532" sldId="315"/>
            <ac:spMk id="12" creationId="{81A76797-6781-4504-3DB9-25C3294C50F3}"/>
          </ac:spMkLst>
        </pc:spChg>
      </pc:sldChg>
      <pc:sldChg chg="new del">
        <pc:chgData name="Theoneste Murangira" userId="1020c2ec896d7adc" providerId="LiveId" clId="{A0D435D6-6169-48F7-9C8E-5ACEED7DE14B}" dt="2023-06-18T07:24:31.724" v="169" actId="680"/>
        <pc:sldMkLst>
          <pc:docMk/>
          <pc:sldMk cId="1252794569" sldId="315"/>
        </pc:sldMkLst>
      </pc:sldChg>
      <pc:sldChg chg="delSp modSp add mod ord">
        <pc:chgData name="Theoneste Murangira" userId="1020c2ec896d7adc" providerId="LiveId" clId="{A0D435D6-6169-48F7-9C8E-5ACEED7DE14B}" dt="2023-06-18T07:54:51.232" v="454" actId="478"/>
        <pc:sldMkLst>
          <pc:docMk/>
          <pc:sldMk cId="3395920393" sldId="316"/>
        </pc:sldMkLst>
        <pc:spChg chg="del">
          <ac:chgData name="Theoneste Murangira" userId="1020c2ec896d7adc" providerId="LiveId" clId="{A0D435D6-6169-48F7-9C8E-5ACEED7DE14B}" dt="2023-06-18T07:54:48.111" v="453" actId="478"/>
          <ac:spMkLst>
            <pc:docMk/>
            <pc:sldMk cId="3395920393" sldId="316"/>
            <ac:spMk id="9" creationId="{A7A961B1-10D1-B0B0-5AC8-4C4AD09CBB72}"/>
          </ac:spMkLst>
        </pc:spChg>
        <pc:spChg chg="del">
          <ac:chgData name="Theoneste Murangira" userId="1020c2ec896d7adc" providerId="LiveId" clId="{A0D435D6-6169-48F7-9C8E-5ACEED7DE14B}" dt="2023-06-18T07:54:44.803" v="452" actId="478"/>
          <ac:spMkLst>
            <pc:docMk/>
            <pc:sldMk cId="3395920393" sldId="316"/>
            <ac:spMk id="10" creationId="{63C97F69-567D-873C-5C51-652CA803A234}"/>
          </ac:spMkLst>
        </pc:spChg>
        <pc:spChg chg="del mod">
          <ac:chgData name="Theoneste Murangira" userId="1020c2ec896d7adc" providerId="LiveId" clId="{A0D435D6-6169-48F7-9C8E-5ACEED7DE14B}" dt="2023-06-18T07:54:40.190" v="451" actId="478"/>
          <ac:spMkLst>
            <pc:docMk/>
            <pc:sldMk cId="3395920393" sldId="316"/>
            <ac:spMk id="11" creationId="{F07E94F8-66FE-326E-ADC1-832254ECE000}"/>
          </ac:spMkLst>
        </pc:spChg>
        <pc:spChg chg="del">
          <ac:chgData name="Theoneste Murangira" userId="1020c2ec896d7adc" providerId="LiveId" clId="{A0D435D6-6169-48F7-9C8E-5ACEED7DE14B}" dt="2023-06-18T07:54:51.232" v="454" actId="478"/>
          <ac:spMkLst>
            <pc:docMk/>
            <pc:sldMk cId="3395920393" sldId="316"/>
            <ac:spMk id="12" creationId="{81A76797-6781-4504-3DB9-25C3294C50F3}"/>
          </ac:spMkLst>
        </pc:spChg>
      </pc:sldChg>
      <pc:sldChg chg="addSp delSp modSp new mod">
        <pc:chgData name="Theoneste Murangira" userId="1020c2ec896d7adc" providerId="LiveId" clId="{A0D435D6-6169-48F7-9C8E-5ACEED7DE14B}" dt="2023-06-18T08:08:22.656" v="693" actId="14100"/>
        <pc:sldMkLst>
          <pc:docMk/>
          <pc:sldMk cId="3589136932" sldId="317"/>
        </pc:sldMkLst>
        <pc:spChg chg="del">
          <ac:chgData name="Theoneste Murangira" userId="1020c2ec896d7adc" providerId="LiveId" clId="{A0D435D6-6169-48F7-9C8E-5ACEED7DE14B}" dt="2023-06-18T07:56:20.063" v="456" actId="478"/>
          <ac:spMkLst>
            <pc:docMk/>
            <pc:sldMk cId="3589136932" sldId="317"/>
            <ac:spMk id="3" creationId="{838380FC-CBEB-8D7A-59D7-A56CCE94B8C5}"/>
          </ac:spMkLst>
        </pc:spChg>
        <pc:spChg chg="add mod">
          <ac:chgData name="Theoneste Murangira" userId="1020c2ec896d7adc" providerId="LiveId" clId="{A0D435D6-6169-48F7-9C8E-5ACEED7DE14B}" dt="2023-06-18T08:02:40.501" v="579" actId="207"/>
          <ac:spMkLst>
            <pc:docMk/>
            <pc:sldMk cId="3589136932" sldId="317"/>
            <ac:spMk id="5" creationId="{C889DF15-3A6D-FD0E-FE5F-A7076AD46937}"/>
          </ac:spMkLst>
        </pc:spChg>
        <pc:spChg chg="add mod">
          <ac:chgData name="Theoneste Murangira" userId="1020c2ec896d7adc" providerId="LiveId" clId="{A0D435D6-6169-48F7-9C8E-5ACEED7DE14B}" dt="2023-06-18T07:58:29.005" v="483" actId="255"/>
          <ac:spMkLst>
            <pc:docMk/>
            <pc:sldMk cId="3589136932" sldId="317"/>
            <ac:spMk id="6" creationId="{39316FAE-2764-B637-C618-71F7D94B87B9}"/>
          </ac:spMkLst>
        </pc:spChg>
        <pc:spChg chg="add mod">
          <ac:chgData name="Theoneste Murangira" userId="1020c2ec896d7adc" providerId="LiveId" clId="{A0D435D6-6169-48F7-9C8E-5ACEED7DE14B}" dt="2023-06-18T07:59:08.786" v="496" actId="14100"/>
          <ac:spMkLst>
            <pc:docMk/>
            <pc:sldMk cId="3589136932" sldId="317"/>
            <ac:spMk id="7" creationId="{C9D4736E-59B5-11ED-585B-8CE917F985D5}"/>
          </ac:spMkLst>
        </pc:spChg>
        <pc:spChg chg="add mod">
          <ac:chgData name="Theoneste Murangira" userId="1020c2ec896d7adc" providerId="LiveId" clId="{A0D435D6-6169-48F7-9C8E-5ACEED7DE14B}" dt="2023-06-18T07:59:41.149" v="513" actId="14100"/>
          <ac:spMkLst>
            <pc:docMk/>
            <pc:sldMk cId="3589136932" sldId="317"/>
            <ac:spMk id="8" creationId="{65CFF74D-1565-EE9A-2830-2CD03B3AF105}"/>
          </ac:spMkLst>
        </pc:spChg>
        <pc:spChg chg="add mod">
          <ac:chgData name="Theoneste Murangira" userId="1020c2ec896d7adc" providerId="LiveId" clId="{A0D435D6-6169-48F7-9C8E-5ACEED7DE14B}" dt="2023-06-18T08:00:20.683" v="536" actId="14100"/>
          <ac:spMkLst>
            <pc:docMk/>
            <pc:sldMk cId="3589136932" sldId="317"/>
            <ac:spMk id="9" creationId="{C99A9976-A868-E1D3-66FB-38A09C1ECA96}"/>
          </ac:spMkLst>
        </pc:spChg>
        <pc:spChg chg="add">
          <ac:chgData name="Theoneste Murangira" userId="1020c2ec896d7adc" providerId="LiveId" clId="{A0D435D6-6169-48F7-9C8E-5ACEED7DE14B}" dt="2023-06-18T08:00:37.976" v="537" actId="11529"/>
          <ac:spMkLst>
            <pc:docMk/>
            <pc:sldMk cId="3589136932" sldId="317"/>
            <ac:spMk id="10" creationId="{D0D88FAA-E264-E64C-B93F-D9EF3A1B4562}"/>
          </ac:spMkLst>
        </pc:spChg>
        <pc:spChg chg="add mod">
          <ac:chgData name="Theoneste Murangira" userId="1020c2ec896d7adc" providerId="LiveId" clId="{A0D435D6-6169-48F7-9C8E-5ACEED7DE14B}" dt="2023-06-18T08:01:06.264" v="539" actId="14100"/>
          <ac:spMkLst>
            <pc:docMk/>
            <pc:sldMk cId="3589136932" sldId="317"/>
            <ac:spMk id="11" creationId="{D8A78A52-F9B3-8F9B-C399-DB201F115CE3}"/>
          </ac:spMkLst>
        </pc:spChg>
        <pc:spChg chg="add mod">
          <ac:chgData name="Theoneste Murangira" userId="1020c2ec896d7adc" providerId="LiveId" clId="{A0D435D6-6169-48F7-9C8E-5ACEED7DE14B}" dt="2023-06-18T08:01:27.714" v="548" actId="14100"/>
          <ac:spMkLst>
            <pc:docMk/>
            <pc:sldMk cId="3589136932" sldId="317"/>
            <ac:spMk id="12" creationId="{4A468E4E-76C0-C763-73FB-C2DB4F5BA0A2}"/>
          </ac:spMkLst>
        </pc:spChg>
        <pc:spChg chg="add mod">
          <ac:chgData name="Theoneste Murangira" userId="1020c2ec896d7adc" providerId="LiveId" clId="{A0D435D6-6169-48F7-9C8E-5ACEED7DE14B}" dt="2023-06-18T08:08:22.656" v="693" actId="14100"/>
          <ac:spMkLst>
            <pc:docMk/>
            <pc:sldMk cId="3589136932" sldId="317"/>
            <ac:spMk id="13" creationId="{D18A1546-CC20-FCAC-B28A-B81940D7895C}"/>
          </ac:spMkLst>
        </pc:spChg>
      </pc:sldChg>
      <pc:sldChg chg="addSp delSp modSp new mod">
        <pc:chgData name="Theoneste Murangira" userId="1020c2ec896d7adc" providerId="LiveId" clId="{A0D435D6-6169-48F7-9C8E-5ACEED7DE14B}" dt="2023-06-18T08:31:08.919" v="813" actId="20577"/>
        <pc:sldMkLst>
          <pc:docMk/>
          <pc:sldMk cId="2579903666" sldId="318"/>
        </pc:sldMkLst>
        <pc:spChg chg="del">
          <ac:chgData name="Theoneste Murangira" userId="1020c2ec896d7adc" providerId="LiveId" clId="{A0D435D6-6169-48F7-9C8E-5ACEED7DE14B}" dt="2023-06-18T08:26:33.345" v="720" actId="478"/>
          <ac:spMkLst>
            <pc:docMk/>
            <pc:sldMk cId="2579903666" sldId="318"/>
            <ac:spMk id="3" creationId="{16CD619C-B18B-82AF-607A-A55B99A2352C}"/>
          </ac:spMkLst>
        </pc:spChg>
        <pc:spChg chg="add mod">
          <ac:chgData name="Theoneste Murangira" userId="1020c2ec896d7adc" providerId="LiveId" clId="{A0D435D6-6169-48F7-9C8E-5ACEED7DE14B}" dt="2023-06-18T08:26:09.616" v="718" actId="207"/>
          <ac:spMkLst>
            <pc:docMk/>
            <pc:sldMk cId="2579903666" sldId="318"/>
            <ac:spMk id="5" creationId="{DAAB8658-803A-0AB7-A69F-E8536D3D19C0}"/>
          </ac:spMkLst>
        </pc:spChg>
        <pc:spChg chg="add del mod">
          <ac:chgData name="Theoneste Murangira" userId="1020c2ec896d7adc" providerId="LiveId" clId="{A0D435D6-6169-48F7-9C8E-5ACEED7DE14B}" dt="2023-06-18T08:26:33.351" v="722"/>
          <ac:spMkLst>
            <pc:docMk/>
            <pc:sldMk cId="2579903666" sldId="318"/>
            <ac:spMk id="6" creationId="{CF320C75-7B2C-BFAC-9777-9B850F2CFE63}"/>
          </ac:spMkLst>
        </pc:spChg>
        <pc:spChg chg="add mod">
          <ac:chgData name="Theoneste Murangira" userId="1020c2ec896d7adc" providerId="LiveId" clId="{A0D435D6-6169-48F7-9C8E-5ACEED7DE14B}" dt="2023-06-18T08:28:34.137" v="779" actId="255"/>
          <ac:spMkLst>
            <pc:docMk/>
            <pc:sldMk cId="2579903666" sldId="318"/>
            <ac:spMk id="7" creationId="{6DD06E0C-0BF1-F7A2-346F-3E9157A1C600}"/>
          </ac:spMkLst>
        </pc:spChg>
        <pc:spChg chg="add mod">
          <ac:chgData name="Theoneste Murangira" userId="1020c2ec896d7adc" providerId="LiveId" clId="{A0D435D6-6169-48F7-9C8E-5ACEED7DE14B}" dt="2023-06-18T08:31:08.919" v="813" actId="20577"/>
          <ac:spMkLst>
            <pc:docMk/>
            <pc:sldMk cId="2579903666" sldId="318"/>
            <ac:spMk id="8" creationId="{1A175918-1634-D8E2-0FC7-2CC0CC8461FD}"/>
          </ac:spMkLst>
        </pc:spChg>
        <pc:spChg chg="add">
          <ac:chgData name="Theoneste Murangira" userId="1020c2ec896d7adc" providerId="LiveId" clId="{A0D435D6-6169-48F7-9C8E-5ACEED7DE14B}" dt="2023-06-18T08:29:56.012" v="788" actId="11529"/>
          <ac:spMkLst>
            <pc:docMk/>
            <pc:sldMk cId="2579903666" sldId="318"/>
            <ac:spMk id="9" creationId="{42367A4B-CFE0-C372-BC6B-487A84CD9802}"/>
          </ac:spMkLst>
        </pc:spChg>
        <pc:spChg chg="add mod">
          <ac:chgData name="Theoneste Murangira" userId="1020c2ec896d7adc" providerId="LiveId" clId="{A0D435D6-6169-48F7-9C8E-5ACEED7DE14B}" dt="2023-06-18T08:30:28.654" v="803" actId="1076"/>
          <ac:spMkLst>
            <pc:docMk/>
            <pc:sldMk cId="2579903666" sldId="318"/>
            <ac:spMk id="10" creationId="{3D43570F-F6F1-B470-69B1-8A08D51AC23C}"/>
          </ac:spMkLst>
        </pc:spChg>
      </pc:sldChg>
      <pc:sldChg chg="addSp delSp modSp new mod">
        <pc:chgData name="Theoneste Murangira" userId="1020c2ec896d7adc" providerId="LiveId" clId="{A0D435D6-6169-48F7-9C8E-5ACEED7DE14B}" dt="2023-06-18T08:42:59.827" v="884" actId="478"/>
        <pc:sldMkLst>
          <pc:docMk/>
          <pc:sldMk cId="354830660" sldId="319"/>
        </pc:sldMkLst>
        <pc:spChg chg="del">
          <ac:chgData name="Theoneste Murangira" userId="1020c2ec896d7adc" providerId="LiveId" clId="{A0D435D6-6169-48F7-9C8E-5ACEED7DE14B}" dt="2023-06-18T08:42:59.827" v="884" actId="478"/>
          <ac:spMkLst>
            <pc:docMk/>
            <pc:sldMk cId="354830660" sldId="319"/>
            <ac:spMk id="3" creationId="{589E9E0D-BC96-FF68-FE83-0406C6130775}"/>
          </ac:spMkLst>
        </pc:spChg>
        <pc:spChg chg="add mod">
          <ac:chgData name="Theoneste Murangira" userId="1020c2ec896d7adc" providerId="LiveId" clId="{A0D435D6-6169-48F7-9C8E-5ACEED7DE14B}" dt="2023-06-18T08:35:34.852" v="831" actId="207"/>
          <ac:spMkLst>
            <pc:docMk/>
            <pc:sldMk cId="354830660" sldId="319"/>
            <ac:spMk id="5" creationId="{6072D94B-1D13-BADD-F26B-7801A70AFA8F}"/>
          </ac:spMkLst>
        </pc:spChg>
        <pc:spChg chg="add mod">
          <ac:chgData name="Theoneste Murangira" userId="1020c2ec896d7adc" providerId="LiveId" clId="{A0D435D6-6169-48F7-9C8E-5ACEED7DE14B}" dt="2023-06-18T08:36:38.216" v="834" actId="255"/>
          <ac:spMkLst>
            <pc:docMk/>
            <pc:sldMk cId="354830660" sldId="319"/>
            <ac:spMk id="6" creationId="{04636177-87F9-8CCE-6AAF-56A04677B185}"/>
          </ac:spMkLst>
        </pc:spChg>
        <pc:spChg chg="add mod">
          <ac:chgData name="Theoneste Murangira" userId="1020c2ec896d7adc" providerId="LiveId" clId="{A0D435D6-6169-48F7-9C8E-5ACEED7DE14B}" dt="2023-06-18T08:42:12.495" v="883" actId="255"/>
          <ac:spMkLst>
            <pc:docMk/>
            <pc:sldMk cId="354830660" sldId="319"/>
            <ac:spMk id="7" creationId="{5F6D2517-CD05-1095-E8B4-1C5278C62C0F}"/>
          </ac:spMkLst>
        </pc:spChg>
        <pc:spChg chg="add mod">
          <ac:chgData name="Theoneste Murangira" userId="1020c2ec896d7adc" providerId="LiveId" clId="{A0D435D6-6169-48F7-9C8E-5ACEED7DE14B}" dt="2023-06-18T08:41:48.166" v="881" actId="255"/>
          <ac:spMkLst>
            <pc:docMk/>
            <pc:sldMk cId="354830660" sldId="319"/>
            <ac:spMk id="8" creationId="{73F64434-FC7F-C8CA-ED7F-FAACBD1F2F2B}"/>
          </ac:spMkLst>
        </pc:spChg>
        <pc:spChg chg="add mod">
          <ac:chgData name="Theoneste Murangira" userId="1020c2ec896d7adc" providerId="LiveId" clId="{A0D435D6-6169-48F7-9C8E-5ACEED7DE14B}" dt="2023-06-18T08:38:25.855" v="869" actId="14100"/>
          <ac:spMkLst>
            <pc:docMk/>
            <pc:sldMk cId="354830660" sldId="319"/>
            <ac:spMk id="9" creationId="{B11BD711-368A-1956-5FD4-41582F2AE3D4}"/>
          </ac:spMkLst>
        </pc:spChg>
        <pc:spChg chg="add del mod">
          <ac:chgData name="Theoneste Murangira" userId="1020c2ec896d7adc" providerId="LiveId" clId="{A0D435D6-6169-48F7-9C8E-5ACEED7DE14B}" dt="2023-06-18T08:39:57.191" v="875" actId="478"/>
          <ac:spMkLst>
            <pc:docMk/>
            <pc:sldMk cId="354830660" sldId="319"/>
            <ac:spMk id="10" creationId="{477F616A-60C4-2E0B-3BE8-13F2CD723988}"/>
          </ac:spMkLst>
        </pc:spChg>
        <pc:spChg chg="add mod">
          <ac:chgData name="Theoneste Murangira" userId="1020c2ec896d7adc" providerId="LiveId" clId="{A0D435D6-6169-48F7-9C8E-5ACEED7DE14B}" dt="2023-06-18T08:41:21.363" v="879" actId="1076"/>
          <ac:spMkLst>
            <pc:docMk/>
            <pc:sldMk cId="354830660" sldId="319"/>
            <ac:spMk id="11" creationId="{5E517C84-128B-241D-B824-1C5917EFE037}"/>
          </ac:spMkLst>
        </pc:spChg>
      </pc:sldChg>
      <pc:sldChg chg="addSp delSp modSp new mod">
        <pc:chgData name="Theoneste Murangira" userId="1020c2ec896d7adc" providerId="LiveId" clId="{A0D435D6-6169-48F7-9C8E-5ACEED7DE14B}" dt="2023-06-19T05:51:32.334" v="1536" actId="20577"/>
        <pc:sldMkLst>
          <pc:docMk/>
          <pc:sldMk cId="1456653458" sldId="320"/>
        </pc:sldMkLst>
        <pc:spChg chg="del">
          <ac:chgData name="Theoneste Murangira" userId="1020c2ec896d7adc" providerId="LiveId" clId="{A0D435D6-6169-48F7-9C8E-5ACEED7DE14B}" dt="2023-06-18T08:51:38.862" v="886" actId="931"/>
          <ac:spMkLst>
            <pc:docMk/>
            <pc:sldMk cId="1456653458" sldId="320"/>
            <ac:spMk id="2" creationId="{E1FB5277-D344-B3B4-23BC-9E70101E7666}"/>
          </ac:spMkLst>
        </pc:spChg>
        <pc:spChg chg="mod">
          <ac:chgData name="Theoneste Murangira" userId="1020c2ec896d7adc" providerId="LiveId" clId="{A0D435D6-6169-48F7-9C8E-5ACEED7DE14B}" dt="2023-06-18T18:51:51.275" v="1227" actId="1076"/>
          <ac:spMkLst>
            <pc:docMk/>
            <pc:sldMk cId="1456653458" sldId="320"/>
            <ac:spMk id="3" creationId="{DE1EFDF8-BA50-FF9A-3D09-9D5951C981DD}"/>
          </ac:spMkLst>
        </pc:spChg>
        <pc:spChg chg="mod">
          <ac:chgData name="Theoneste Murangira" userId="1020c2ec896d7adc" providerId="LiveId" clId="{A0D435D6-6169-48F7-9C8E-5ACEED7DE14B}" dt="2023-06-18T18:52:07.205" v="1228" actId="1076"/>
          <ac:spMkLst>
            <pc:docMk/>
            <pc:sldMk cId="1456653458" sldId="320"/>
            <ac:spMk id="4" creationId="{33E540B5-69C8-A4ED-0A24-D8D577BA84E2}"/>
          </ac:spMkLst>
        </pc:spChg>
        <pc:spChg chg="del">
          <ac:chgData name="Theoneste Murangira" userId="1020c2ec896d7adc" providerId="LiveId" clId="{A0D435D6-6169-48F7-9C8E-5ACEED7DE14B}" dt="2023-06-18T18:44:49.835" v="932" actId="478"/>
          <ac:spMkLst>
            <pc:docMk/>
            <pc:sldMk cId="1456653458" sldId="320"/>
            <ac:spMk id="6" creationId="{EBEA94A9-7EBC-93B8-AB6E-B1FA3DEFA7D5}"/>
          </ac:spMkLst>
        </pc:spChg>
        <pc:spChg chg="mod">
          <ac:chgData name="Theoneste Murangira" userId="1020c2ec896d7adc" providerId="LiveId" clId="{A0D435D6-6169-48F7-9C8E-5ACEED7DE14B}" dt="2023-06-18T08:51:42.580" v="888" actId="962"/>
          <ac:spMkLst>
            <pc:docMk/>
            <pc:sldMk cId="1456653458" sldId="320"/>
            <ac:spMk id="7" creationId="{FEF0F9C8-A425-CCAA-92A6-7B4D36257080}"/>
          </ac:spMkLst>
        </pc:spChg>
        <pc:spChg chg="add del mod">
          <ac:chgData name="Theoneste Murangira" userId="1020c2ec896d7adc" providerId="LiveId" clId="{A0D435D6-6169-48F7-9C8E-5ACEED7DE14B}" dt="2023-06-18T08:52:19.175" v="891" actId="478"/>
          <ac:spMkLst>
            <pc:docMk/>
            <pc:sldMk cId="1456653458" sldId="320"/>
            <ac:spMk id="10" creationId="{F5FA4D56-97E5-3604-3FAC-A2CF1E12210B}"/>
          </ac:spMkLst>
        </pc:spChg>
        <pc:spChg chg="add del mod">
          <ac:chgData name="Theoneste Murangira" userId="1020c2ec896d7adc" providerId="LiveId" clId="{A0D435D6-6169-48F7-9C8E-5ACEED7DE14B}" dt="2023-06-18T18:47:24.047" v="933" actId="931"/>
          <ac:spMkLst>
            <pc:docMk/>
            <pc:sldMk cId="1456653458" sldId="320"/>
            <ac:spMk id="12" creationId="{6549672E-5B3F-4BF0-0DE8-BC73D5D9457D}"/>
          </ac:spMkLst>
        </pc:spChg>
        <pc:spChg chg="add mod">
          <ac:chgData name="Theoneste Murangira" userId="1020c2ec896d7adc" providerId="LiveId" clId="{A0D435D6-6169-48F7-9C8E-5ACEED7DE14B}" dt="2023-06-18T18:55:37.019" v="1258" actId="207"/>
          <ac:spMkLst>
            <pc:docMk/>
            <pc:sldMk cId="1456653458" sldId="320"/>
            <ac:spMk id="15" creationId="{ECD03C3D-F59B-E5F7-08C2-AD5287820B90}"/>
          </ac:spMkLst>
        </pc:spChg>
        <pc:spChg chg="add mod">
          <ac:chgData name="Theoneste Murangira" userId="1020c2ec896d7adc" providerId="LiveId" clId="{A0D435D6-6169-48F7-9C8E-5ACEED7DE14B}" dt="2023-06-18T19:01:29.494" v="1533" actId="14100"/>
          <ac:spMkLst>
            <pc:docMk/>
            <pc:sldMk cId="1456653458" sldId="320"/>
            <ac:spMk id="16" creationId="{A391F255-6FB9-30C5-A127-FA15861CFBC5}"/>
          </ac:spMkLst>
        </pc:spChg>
        <pc:spChg chg="add mod">
          <ac:chgData name="Theoneste Murangira" userId="1020c2ec896d7adc" providerId="LiveId" clId="{A0D435D6-6169-48F7-9C8E-5ACEED7DE14B}" dt="2023-06-19T05:51:32.334" v="1536" actId="20577"/>
          <ac:spMkLst>
            <pc:docMk/>
            <pc:sldMk cId="1456653458" sldId="320"/>
            <ac:spMk id="17" creationId="{FF845AEE-0977-0811-8C98-63613CACEA3B}"/>
          </ac:spMkLst>
        </pc:spChg>
        <pc:picChg chg="add del mod">
          <ac:chgData name="Theoneste Murangira" userId="1020c2ec896d7adc" providerId="LiveId" clId="{A0D435D6-6169-48F7-9C8E-5ACEED7DE14B}" dt="2023-06-18T08:52:19.175" v="891" actId="478"/>
          <ac:picMkLst>
            <pc:docMk/>
            <pc:sldMk cId="1456653458" sldId="320"/>
            <ac:picMk id="9" creationId="{6D05FBD4-5A7F-1ABF-F744-6F07628E3002}"/>
          </ac:picMkLst>
        </pc:picChg>
        <pc:picChg chg="add mod">
          <ac:chgData name="Theoneste Murangira" userId="1020c2ec896d7adc" providerId="LiveId" clId="{A0D435D6-6169-48F7-9C8E-5ACEED7DE14B}" dt="2023-06-19T05:51:07.141" v="1535" actId="1076"/>
          <ac:picMkLst>
            <pc:docMk/>
            <pc:sldMk cId="1456653458" sldId="320"/>
            <ac:picMk id="14" creationId="{7679E19C-DB6B-E450-BDD7-E98F2A03C980}"/>
          </ac:picMkLst>
        </pc:picChg>
      </pc:sldChg>
      <pc:sldChg chg="addSp delSp modSp add mod ord">
        <pc:chgData name="Theoneste Murangira" userId="1020c2ec896d7adc" providerId="LiveId" clId="{A0D435D6-6169-48F7-9C8E-5ACEED7DE14B}" dt="2023-06-19T06:05:02.026" v="1684" actId="20577"/>
        <pc:sldMkLst>
          <pc:docMk/>
          <pc:sldMk cId="3891393923" sldId="321"/>
        </pc:sldMkLst>
        <pc:spChg chg="add del mod">
          <ac:chgData name="Theoneste Murangira" userId="1020c2ec896d7adc" providerId="LiveId" clId="{A0D435D6-6169-48F7-9C8E-5ACEED7DE14B}" dt="2023-06-19T06:04:18.240" v="1667" actId="478"/>
          <ac:spMkLst>
            <pc:docMk/>
            <pc:sldMk cId="3891393923" sldId="321"/>
            <ac:spMk id="3" creationId="{588F4A6A-DC70-1BCB-900B-B7D516E144E1}"/>
          </ac:spMkLst>
        </pc:spChg>
        <pc:spChg chg="mod">
          <ac:chgData name="Theoneste Murangira" userId="1020c2ec896d7adc" providerId="LiveId" clId="{A0D435D6-6169-48F7-9C8E-5ACEED7DE14B}" dt="2023-06-19T06:01:46.760" v="1618" actId="1076"/>
          <ac:spMkLst>
            <pc:docMk/>
            <pc:sldMk cId="3891393923" sldId="321"/>
            <ac:spMk id="6" creationId="{2E599FEF-7C4D-9895-43AD-5E37FFBA569D}"/>
          </ac:spMkLst>
        </pc:spChg>
        <pc:spChg chg="add mod">
          <ac:chgData name="Theoneste Murangira" userId="1020c2ec896d7adc" providerId="LiveId" clId="{A0D435D6-6169-48F7-9C8E-5ACEED7DE14B}" dt="2023-06-19T06:03:52.172" v="1664" actId="20577"/>
          <ac:spMkLst>
            <pc:docMk/>
            <pc:sldMk cId="3891393923" sldId="321"/>
            <ac:spMk id="7" creationId="{8280D6C6-CBBD-2936-444C-4E21B774925D}"/>
          </ac:spMkLst>
        </pc:spChg>
        <pc:spChg chg="add mod">
          <ac:chgData name="Theoneste Murangira" userId="1020c2ec896d7adc" providerId="LiveId" clId="{A0D435D6-6169-48F7-9C8E-5ACEED7DE14B}" dt="2023-06-19T06:05:02.026" v="1684" actId="20577"/>
          <ac:spMkLst>
            <pc:docMk/>
            <pc:sldMk cId="3891393923" sldId="321"/>
            <ac:spMk id="9" creationId="{A0885732-059A-5324-511D-66C472F42816}"/>
          </ac:spMkLst>
        </pc:spChg>
      </pc:sldChg>
      <pc:sldChg chg="addSp delSp modSp new mod">
        <pc:chgData name="Theoneste Murangira" userId="1020c2ec896d7adc" providerId="LiveId" clId="{A0D435D6-6169-48F7-9C8E-5ACEED7DE14B}" dt="2023-06-19T06:50:40.983" v="1796" actId="14100"/>
        <pc:sldMkLst>
          <pc:docMk/>
          <pc:sldMk cId="1388695923" sldId="322"/>
        </pc:sldMkLst>
        <pc:spChg chg="del">
          <ac:chgData name="Theoneste Murangira" userId="1020c2ec896d7adc" providerId="LiveId" clId="{A0D435D6-6169-48F7-9C8E-5ACEED7DE14B}" dt="2023-06-19T05:58:53.072" v="1554" actId="478"/>
          <ac:spMkLst>
            <pc:docMk/>
            <pc:sldMk cId="1388695923" sldId="322"/>
            <ac:spMk id="3" creationId="{82FBFB2C-5CB2-ED7F-6A18-892711250ABD}"/>
          </ac:spMkLst>
        </pc:spChg>
        <pc:spChg chg="add del mod">
          <ac:chgData name="Theoneste Murangira" userId="1020c2ec896d7adc" providerId="LiveId" clId="{A0D435D6-6169-48F7-9C8E-5ACEED7DE14B}" dt="2023-06-19T05:58:32.383" v="1546" actId="767"/>
          <ac:spMkLst>
            <pc:docMk/>
            <pc:sldMk cId="1388695923" sldId="322"/>
            <ac:spMk id="7" creationId="{300FDB87-4458-C3F8-A0BF-7CBDFBBA0695}"/>
          </ac:spMkLst>
        </pc:spChg>
        <pc:spChg chg="add mod">
          <ac:chgData name="Theoneste Murangira" userId="1020c2ec896d7adc" providerId="LiveId" clId="{A0D435D6-6169-48F7-9C8E-5ACEED7DE14B}" dt="2023-06-19T06:41:28.466" v="1756" actId="207"/>
          <ac:spMkLst>
            <pc:docMk/>
            <pc:sldMk cId="1388695923" sldId="322"/>
            <ac:spMk id="8" creationId="{546A00E8-6B75-1406-5B79-607C75B4D4EB}"/>
          </ac:spMkLst>
        </pc:spChg>
        <pc:spChg chg="add mod">
          <ac:chgData name="Theoneste Murangira" userId="1020c2ec896d7adc" providerId="LiveId" clId="{A0D435D6-6169-48F7-9C8E-5ACEED7DE14B}" dt="2023-06-19T06:49:28.680" v="1788" actId="207"/>
          <ac:spMkLst>
            <pc:docMk/>
            <pc:sldMk cId="1388695923" sldId="322"/>
            <ac:spMk id="9" creationId="{6EBD4ABD-580F-728A-562D-D893AF35C6D9}"/>
          </ac:spMkLst>
        </pc:spChg>
        <pc:spChg chg="add mod">
          <ac:chgData name="Theoneste Murangira" userId="1020c2ec896d7adc" providerId="LiveId" clId="{A0D435D6-6169-48F7-9C8E-5ACEED7DE14B}" dt="2023-06-19T06:49:47.715" v="1790" actId="207"/>
          <ac:spMkLst>
            <pc:docMk/>
            <pc:sldMk cId="1388695923" sldId="322"/>
            <ac:spMk id="10" creationId="{C7695C68-CFE2-8D7C-72EB-305E98EF1EA8}"/>
          </ac:spMkLst>
        </pc:spChg>
        <pc:spChg chg="add mod">
          <ac:chgData name="Theoneste Murangira" userId="1020c2ec896d7adc" providerId="LiveId" clId="{A0D435D6-6169-48F7-9C8E-5ACEED7DE14B}" dt="2023-06-19T06:50:40.983" v="1796" actId="14100"/>
          <ac:spMkLst>
            <pc:docMk/>
            <pc:sldMk cId="1388695923" sldId="322"/>
            <ac:spMk id="11" creationId="{0BF6DA4A-F34F-0187-EEB2-44311F0B7157}"/>
          </ac:spMkLst>
        </pc:spChg>
        <pc:picChg chg="add del mod ord">
          <ac:chgData name="Theoneste Murangira" userId="1020c2ec896d7adc" providerId="LiveId" clId="{A0D435D6-6169-48F7-9C8E-5ACEED7DE14B}" dt="2023-06-19T05:58:43.114" v="1553" actId="931"/>
          <ac:picMkLst>
            <pc:docMk/>
            <pc:sldMk cId="1388695923" sldId="322"/>
            <ac:picMk id="6" creationId="{37EC0EE3-DA6C-E7FA-29DD-297D80920D5D}"/>
          </ac:picMkLst>
        </pc:picChg>
      </pc:sldChg>
      <pc:sldChg chg="addSp delSp modSp add mod">
        <pc:chgData name="Theoneste Murangira" userId="1020c2ec896d7adc" providerId="LiveId" clId="{A0D435D6-6169-48F7-9C8E-5ACEED7DE14B}" dt="2023-06-19T06:56:30.129" v="1859" actId="3680"/>
        <pc:sldMkLst>
          <pc:docMk/>
          <pc:sldMk cId="4114330814" sldId="323"/>
        </pc:sldMkLst>
        <pc:spChg chg="add mod">
          <ac:chgData name="Theoneste Murangira" userId="1020c2ec896d7adc" providerId="LiveId" clId="{A0D435D6-6169-48F7-9C8E-5ACEED7DE14B}" dt="2023-06-19T06:53:02.103" v="1823" actId="1076"/>
          <ac:spMkLst>
            <pc:docMk/>
            <pc:sldMk cId="4114330814" sldId="323"/>
            <ac:spMk id="3" creationId="{56B924EE-8EB8-BC29-E640-EE0608191666}"/>
          </ac:spMkLst>
        </pc:spChg>
        <pc:spChg chg="add mod">
          <ac:chgData name="Theoneste Murangira" userId="1020c2ec896d7adc" providerId="LiveId" clId="{A0D435D6-6169-48F7-9C8E-5ACEED7DE14B}" dt="2023-06-19T06:53:55.563" v="1851" actId="14100"/>
          <ac:spMkLst>
            <pc:docMk/>
            <pc:sldMk cId="4114330814" sldId="323"/>
            <ac:spMk id="5" creationId="{C1DB176E-B441-60C6-5CD2-C86B048BCB95}"/>
          </ac:spMkLst>
        </pc:spChg>
        <pc:graphicFrameChg chg="add del mod modGraphic">
          <ac:chgData name="Theoneste Murangira" userId="1020c2ec896d7adc" providerId="LiveId" clId="{A0D435D6-6169-48F7-9C8E-5ACEED7DE14B}" dt="2023-06-19T06:56:30.129" v="1859" actId="3680"/>
          <ac:graphicFrameMkLst>
            <pc:docMk/>
            <pc:sldMk cId="4114330814" sldId="323"/>
            <ac:graphicFrameMk id="6" creationId="{6245E265-7DEF-6F49-2BC6-89D3DF6494C0}"/>
          </ac:graphicFrameMkLst>
        </pc:graphicFrameChg>
      </pc:sldChg>
      <pc:sldMasterChg chg="addSp delSp modSp mod modSldLayout">
        <pc:chgData name="Theoneste Murangira" userId="1020c2ec896d7adc" providerId="LiveId" clId="{A0D435D6-6169-48F7-9C8E-5ACEED7DE14B}" dt="2023-06-18T06:05:31.067" v="13" actId="478"/>
        <pc:sldMasterMkLst>
          <pc:docMk/>
          <pc:sldMasterMk cId="1999713800" sldId="2147483696"/>
        </pc:sldMasterMkLst>
        <pc:spChg chg="del">
          <ac:chgData name="Theoneste Murangira" userId="1020c2ec896d7adc" providerId="LiveId" clId="{A0D435D6-6169-48F7-9C8E-5ACEED7DE14B}" dt="2023-06-18T06:02:44.358" v="12" actId="478"/>
          <ac:spMkLst>
            <pc:docMk/>
            <pc:sldMasterMk cId="1999713800" sldId="2147483696"/>
            <ac:spMk id="5" creationId="{609AC0B6-4CC4-4E41-8A4D-F62E17F28576}"/>
          </ac:spMkLst>
        </pc:spChg>
        <pc:picChg chg="add mod">
          <ac:chgData name="Theoneste Murangira" userId="1020c2ec896d7adc" providerId="LiveId" clId="{A0D435D6-6169-48F7-9C8E-5ACEED7DE14B}" dt="2023-06-18T06:01:57.207" v="11" actId="1076"/>
          <ac:picMkLst>
            <pc:docMk/>
            <pc:sldMasterMk cId="1999713800" sldId="2147483696"/>
            <ac:picMk id="8" creationId="{D9E456D1-5A66-2857-2746-BC38531F8335}"/>
          </ac:picMkLst>
        </pc:picChg>
        <pc:sldLayoutChg chg="addSp delSp modSp mod">
          <pc:chgData name="Theoneste Murangira" userId="1020c2ec896d7adc" providerId="LiveId" clId="{A0D435D6-6169-48F7-9C8E-5ACEED7DE14B}" dt="2023-06-18T06:01:10.156" v="4" actId="478"/>
          <pc:sldLayoutMkLst>
            <pc:docMk/>
            <pc:sldMasterMk cId="1999713800" sldId="2147483696"/>
            <pc:sldLayoutMk cId="2137906023" sldId="2147483708"/>
          </pc:sldLayoutMkLst>
          <pc:picChg chg="add del mod">
            <ac:chgData name="Theoneste Murangira" userId="1020c2ec896d7adc" providerId="LiveId" clId="{A0D435D6-6169-48F7-9C8E-5ACEED7DE14B}" dt="2023-06-18T06:01:10.156" v="4" actId="478"/>
            <ac:picMkLst>
              <pc:docMk/>
              <pc:sldMasterMk cId="1999713800" sldId="2147483696"/>
              <pc:sldLayoutMk cId="2137906023" sldId="2147483708"/>
              <ac:picMk id="5" creationId="{586E71AE-8CD1-CAFA-AC2E-13E4BD248EC0}"/>
            </ac:picMkLst>
          </pc:picChg>
        </pc:sldLayoutChg>
        <pc:sldLayoutChg chg="delSp mod">
          <pc:chgData name="Theoneste Murangira" userId="1020c2ec896d7adc" providerId="LiveId" clId="{A0D435D6-6169-48F7-9C8E-5ACEED7DE14B}" dt="2023-06-18T06:05:31.067" v="13" actId="478"/>
          <pc:sldLayoutMkLst>
            <pc:docMk/>
            <pc:sldMasterMk cId="1999713800" sldId="2147483696"/>
            <pc:sldLayoutMk cId="122263523" sldId="2147483712"/>
          </pc:sldLayoutMkLst>
          <pc:spChg chg="del">
            <ac:chgData name="Theoneste Murangira" userId="1020c2ec896d7adc" providerId="LiveId" clId="{A0D435D6-6169-48F7-9C8E-5ACEED7DE14B}" dt="2023-06-18T06:05:31.067" v="13" actId="478"/>
            <ac:spMkLst>
              <pc:docMk/>
              <pc:sldMasterMk cId="1999713800" sldId="2147483696"/>
              <pc:sldLayoutMk cId="122263523" sldId="2147483712"/>
              <ac:spMk id="5" creationId="{6140F15D-DD72-46D5-BF0F-F5064710700E}"/>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9/17/2024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8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98448" y="594360"/>
            <a:ext cx="6272784" cy="2843784"/>
          </a:xfrm>
        </p:spPr>
        <p:txBody>
          <a:bodyPr anchor="b"/>
          <a:lstStyle>
            <a:lvl1pPr algn="l">
              <a:defRPr sz="5400" b="1" i="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5641848" y="4700016"/>
            <a:ext cx="5093208" cy="1197864"/>
          </a:xfrm>
        </p:spPr>
        <p:txBody>
          <a:bodyPr>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Straight Connector 8">
            <a:extLst>
              <a:ext uri="{FF2B5EF4-FFF2-40B4-BE49-F238E27FC236}">
                <a16:creationId xmlns:a16="http://schemas.microsoft.com/office/drawing/2014/main" id="{8E825845-66DD-4B77-A729-CD97D156FE6C}"/>
              </a:ext>
            </a:extLst>
          </p:cNvPr>
          <p:cNvCxnSpPr>
            <a:cxnSpLocks/>
          </p:cNvCxnSpPr>
          <p:nvPr userDrawn="1"/>
        </p:nvCxnSpPr>
        <p:spPr>
          <a:xfrm>
            <a:off x="1301262"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spTree>
    <p:extLst>
      <p:ext uri="{BB962C8B-B14F-4D97-AF65-F5344CB8AC3E}">
        <p14:creationId xmlns:p14="http://schemas.microsoft.com/office/powerpoint/2010/main" val="213790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p:nvPr>
        </p:nvSpPr>
        <p:spPr>
          <a:xfrm>
            <a:off x="1366432"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anchor="ctr">
            <a:noAutofit/>
          </a:bodyPr>
          <a:lstStyle>
            <a:lvl1pPr algn="ctr">
              <a:buNone/>
              <a:defRPr sz="1600" b="1">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202936" y="585216"/>
            <a:ext cx="5833872" cy="2276856"/>
          </a:xfrm>
        </p:spPr>
        <p:txBody>
          <a:bodyPr anchor="b"/>
          <a:lstStyle>
            <a:lvl1pPr algn="r">
              <a:defRPr sz="6000" b="1" cap="all" spc="400" baseline="0">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a:lstStyle>
            <a:lvl1pPr>
              <a:defRPr>
                <a:solidFill>
                  <a:schemeClr val="bg1"/>
                </a:solidFill>
              </a:defRPr>
            </a:lvl1pPr>
          </a:lstStyle>
          <a:p>
            <a:fld id="{2855CE4A-F3FF-42FE-B817-C1A1597637DB}" type="datetime1">
              <a:rPr lang="LID4096" smtClean="0"/>
              <a:t>09/17/2024</a:t>
            </a:fld>
            <a:endParaRPr lang="en-US" dirty="0"/>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a:prstGeom prst="rect">
            <a:avLst/>
          </a:prstGeom>
        </p:spPr>
        <p:txBody>
          <a:bodyPr/>
          <a:lstStyle>
            <a:lvl1pPr>
              <a:defRPr>
                <a:solidFill>
                  <a:schemeClr val="bg1"/>
                </a:solidFill>
              </a:defRPr>
            </a:lvl1p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202936" y="3127248"/>
            <a:ext cx="5833872" cy="3118104"/>
          </a:xfrm>
        </p:spPr>
        <p:txBody>
          <a:bodyPr/>
          <a:lstStyle>
            <a:lvl1pPr marL="0" indent="0" algn="r">
              <a:buNone/>
              <a:defRPr sz="1800">
                <a:solidFill>
                  <a:schemeClr val="bg1"/>
                </a:solidFill>
              </a:defRPr>
            </a:lvl1pPr>
          </a:lstStyle>
          <a:p>
            <a:pPr lvl="0"/>
            <a:r>
              <a:rPr lang="en-US"/>
              <a:t>Click to edit Master text styles</a:t>
            </a:r>
          </a:p>
        </p:txBody>
      </p:sp>
      <p:sp>
        <p:nvSpPr>
          <p:cNvPr id="11" name="Graphic 12">
            <a:extLst>
              <a:ext uri="{FF2B5EF4-FFF2-40B4-BE49-F238E27FC236}">
                <a16:creationId xmlns:a16="http://schemas.microsoft.com/office/drawing/2014/main" id="{EA1B6985-3E5A-40F4-9268-D4AB3BBF8C9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Lst>
          </p:cNvPr>
          <p:cNvSpPr/>
          <p:nvPr userDrawn="1"/>
        </p:nvSpPr>
        <p:spPr>
          <a:xfrm>
            <a:off x="1669987"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p:nvPr>
        </p:nvSpPr>
        <p:spPr>
          <a:xfrm>
            <a:off x="7451965" y="1665520"/>
            <a:ext cx="4266960" cy="426696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a:xfrm>
            <a:off x="804672" y="1335024"/>
            <a:ext cx="6190488" cy="1179576"/>
          </a:xfrm>
        </p:spPr>
        <p:txBody>
          <a:bodyPr lIns="91440" tIns="45720" rIns="91440" bIns="45720" anchor="b"/>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850392" y="2825496"/>
            <a:ext cx="6190488" cy="3346704"/>
          </a:xfrm>
        </p:spPr>
        <p:txBody>
          <a:bodyPr/>
          <a:lstStyle>
            <a:lvl1pPr marL="0" indent="0">
              <a:lnSpc>
                <a:spcPct val="110000"/>
              </a:lnSpc>
              <a:buNone/>
              <a:defRPr sz="2000"/>
            </a:lvl1pPr>
            <a:lvl2pPr marL="228600">
              <a:defRPr sz="1800"/>
            </a:lvl2pPr>
            <a:lvl3pPr marL="457200">
              <a:defRPr sz="1600"/>
            </a:lvl3pPr>
            <a:lvl4pPr marL="685800">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lvl1pPr>
              <a:defRPr>
                <a:solidFill>
                  <a:schemeClr val="accent2"/>
                </a:solidFill>
              </a:defRPr>
            </a:lvl1pPr>
          </a:lstStyle>
          <a:p>
            <a:fld id="{4D15D22D-5EF0-4907-B3D9-62E94BC904F5}" type="datetime1">
              <a:rPr lang="LID4096" smtClean="0"/>
              <a:t>09/17/2024</a:t>
            </a:fld>
            <a:endParaRPr lang="en-US" dirty="0"/>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7964424" y="621792"/>
            <a:ext cx="4114800" cy="365125"/>
          </a:xfrm>
          <a:prstGeom prst="rect">
            <a:avLst/>
          </a:prstGeom>
        </p:spPr>
        <p:txBody>
          <a:bodyPr/>
          <a:lstStyle>
            <a:lvl1pPr>
              <a:defRPr baseline="0">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9" name="Straight Connector 8">
            <a:extLst>
              <a:ext uri="{FF2B5EF4-FFF2-40B4-BE49-F238E27FC236}">
                <a16:creationId xmlns:a16="http://schemas.microsoft.com/office/drawing/2014/main" id="{FA8B3D0E-ED3F-46FA-AE79-5FEFDE9168E3}"/>
              </a:ext>
            </a:extLst>
          </p:cNvPr>
          <p:cNvCxnSpPr>
            <a:cxnSpLocks/>
          </p:cNvCxnSpPr>
          <p:nvPr userDrawn="1"/>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7" name="Graphic 10">
            <a:extLst>
              <a:ext uri="{FF2B5EF4-FFF2-40B4-BE49-F238E27FC236}">
                <a16:creationId xmlns:a16="http://schemas.microsoft.com/office/drawing/2014/main" id="{AAD06B87-D9B2-4F94-B734-A8F039A2033F}"/>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Tree>
    <p:extLst>
      <p:ext uri="{BB962C8B-B14F-4D97-AF65-F5344CB8AC3E}">
        <p14:creationId xmlns:p14="http://schemas.microsoft.com/office/powerpoint/2010/main" val="189711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Header">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463040"/>
            <a:ext cx="9144000" cy="2340864"/>
          </a:xfrm>
        </p:spPr>
        <p:txBody>
          <a:bodyPr anchor="b">
            <a:normAutofit/>
          </a:bodyPr>
          <a:lstStyle>
            <a:lvl1pPr algn="ctr">
              <a:defRPr sz="6000" b="1" i="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7048" y="3858768"/>
            <a:ext cx="9144000" cy="1325880"/>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Graphic 12">
            <a:extLst>
              <a:ext uri="{FF2B5EF4-FFF2-40B4-BE49-F238E27FC236}">
                <a16:creationId xmlns:a16="http://schemas.microsoft.com/office/drawing/2014/main" id="{8A41917E-4B97-447C-98AB-970D625F1DE6}"/>
              </a:ext>
            </a:extLst>
          </p:cNvPr>
          <p:cNvSpPr/>
          <p:nvPr userDrawn="1"/>
        </p:nvSpPr>
        <p:spPr>
          <a:xfrm>
            <a:off x="10772266" y="30543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3B3FD238-4561-4AF8-A1F1-185B0CAFE2AC}"/>
              </a:ext>
            </a:extLst>
          </p:cNvPr>
          <p:cNvSpPr/>
          <p:nvPr userDrawn="1"/>
        </p:nvSpPr>
        <p:spPr>
          <a:xfrm>
            <a:off x="10724364" y="2515838"/>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BAB9414C-AE69-4648-873E-9CE6B2DF8A71}"/>
              </a:ext>
            </a:extLst>
          </p:cNvPr>
          <p:cNvSpPr/>
          <p:nvPr userDrawn="1"/>
        </p:nvSpPr>
        <p:spPr>
          <a:xfrm>
            <a:off x="11024834" y="2787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Graphic 22">
            <a:extLst>
              <a:ext uri="{FF2B5EF4-FFF2-40B4-BE49-F238E27FC236}">
                <a16:creationId xmlns:a16="http://schemas.microsoft.com/office/drawing/2014/main" id="{3BF75235-4E6E-4184-82A5-EE6FE7993BBC}"/>
              </a:ext>
            </a:extLst>
          </p:cNvPr>
          <p:cNvSpPr/>
          <p:nvPr userDrawn="1"/>
        </p:nvSpPr>
        <p:spPr>
          <a:xfrm>
            <a:off x="1261869" y="263344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1">
            <a:extLst>
              <a:ext uri="{FF2B5EF4-FFF2-40B4-BE49-F238E27FC236}">
                <a16:creationId xmlns:a16="http://schemas.microsoft.com/office/drawing/2014/main" id="{E66FE37C-2F4B-42DA-BFF6-92DD00BDC49B}"/>
              </a:ext>
            </a:extLst>
          </p:cNvPr>
          <p:cNvSpPr/>
          <p:nvPr userDrawn="1"/>
        </p:nvSpPr>
        <p:spPr>
          <a:xfrm>
            <a:off x="1064053" y="3083338"/>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dirty="0"/>
          </a:p>
        </p:txBody>
      </p:sp>
      <p:sp>
        <p:nvSpPr>
          <p:cNvPr id="13" name="Graphic 23">
            <a:extLst>
              <a:ext uri="{FF2B5EF4-FFF2-40B4-BE49-F238E27FC236}">
                <a16:creationId xmlns:a16="http://schemas.microsoft.com/office/drawing/2014/main" id="{DDD38822-731A-48DA-A8A0-FBBAF7A6D65D}"/>
              </a:ext>
            </a:extLst>
          </p:cNvPr>
          <p:cNvSpPr/>
          <p:nvPr userDrawn="1"/>
        </p:nvSpPr>
        <p:spPr>
          <a:xfrm>
            <a:off x="1413405" y="349287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344248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74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6391656" y="841248"/>
            <a:ext cx="4434840" cy="3236976"/>
          </a:xfrm>
        </p:spPr>
        <p:txBody>
          <a:bodyPr anchor="b"/>
          <a:lstStyle>
            <a:lvl1pPr algn="l">
              <a:lnSpc>
                <a:spcPct val="110000"/>
              </a:lnSpc>
              <a:spcBef>
                <a:spcPts val="1000"/>
              </a:spcBef>
              <a:defRPr sz="3600" b="0" i="0" cap="none"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5" y="4498848"/>
            <a:ext cx="4434835" cy="510474"/>
          </a:xfrm>
        </p:spPr>
        <p:txBody>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a:prstGeom prst="rect">
            <a:avLst/>
          </a:prstGeo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01752"/>
            <a:ext cx="5221224" cy="6263640"/>
          </a:xfrm>
        </p:spPr>
        <p:txBody>
          <a:bodyPr anchor="ctr"/>
          <a:lstStyle>
            <a:lvl1pPr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299048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3_Title and Content">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576072" y="365125"/>
            <a:ext cx="10771632" cy="1325563"/>
          </a:xfrm>
        </p:spPr>
        <p:txBody>
          <a:bodyPr/>
          <a:lstStyle>
            <a:lvl1pPr>
              <a:defRPr sz="5400" b="1" cap="all" baseline="0">
                <a:solidFill>
                  <a:schemeClr val="bg1"/>
                </a:solidFill>
              </a:defRPr>
            </a:lvl1pPr>
          </a:lstStyle>
          <a:p>
            <a:r>
              <a:rPr lang="en-US" dirty="0"/>
              <a:t>Title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576072" y="1825625"/>
            <a:ext cx="10771632"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a:xfrm>
            <a:off x="658368" y="6356350"/>
            <a:ext cx="2743200" cy="365125"/>
          </a:xfrm>
        </p:spPr>
        <p:txBody>
          <a:bodyPr/>
          <a:lstStyle>
            <a:lvl1pPr>
              <a:defRPr>
                <a:solidFill>
                  <a:schemeClr val="bg1"/>
                </a:solidFill>
              </a:defRPr>
            </a:lvl1pPr>
          </a:lstStyle>
          <a:p>
            <a:fld id="{4673FE97-CF3C-4005-8D7B-7759D5352C72}" type="datetime1">
              <a:rPr lang="LID4096" smtClean="0"/>
              <a:t>09/17/2024</a:t>
            </a:fld>
            <a:endParaRPr lang="en-US" dirty="0"/>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9" name="Graphic 22">
            <a:extLst>
              <a:ext uri="{FF2B5EF4-FFF2-40B4-BE49-F238E27FC236}">
                <a16:creationId xmlns:a16="http://schemas.microsoft.com/office/drawing/2014/main" id="{4EADA2ED-8A8C-4D17-8798-F26BF3B4CE25}"/>
              </a:ext>
            </a:extLst>
          </p:cNvPr>
          <p:cNvSpPr/>
          <p:nvPr userDrawn="1"/>
        </p:nvSpPr>
        <p:spPr>
          <a:xfrm>
            <a:off x="11202264" y="344083"/>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3">
            <a:extLst>
              <a:ext uri="{FF2B5EF4-FFF2-40B4-BE49-F238E27FC236}">
                <a16:creationId xmlns:a16="http://schemas.microsoft.com/office/drawing/2014/main" id="{54AB3A25-6605-4446-9E53-ACEECD25E27B}"/>
              </a:ext>
            </a:extLst>
          </p:cNvPr>
          <p:cNvSpPr/>
          <p:nvPr userDrawn="1"/>
        </p:nvSpPr>
        <p:spPr>
          <a:xfrm>
            <a:off x="11563141" y="59091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12226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1444752" y="1825625"/>
            <a:ext cx="4553712"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784848" y="1825625"/>
            <a:ext cx="4553712"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Graphic 15">
            <a:extLst>
              <a:ext uri="{FF2B5EF4-FFF2-40B4-BE49-F238E27FC236}">
                <a16:creationId xmlns:a16="http://schemas.microsoft.com/office/drawing/2014/main" id="{D8685329-C6A1-4CB4-8AAE-150D0341F6A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2" name="Graphic 16">
            <a:extLst>
              <a:ext uri="{FF2B5EF4-FFF2-40B4-BE49-F238E27FC236}">
                <a16:creationId xmlns:a16="http://schemas.microsoft.com/office/drawing/2014/main" id="{83CE1DAA-30A3-41AE-8AE1-A7EE5C48A6F3}"/>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4" name="Graphic 14">
            <a:extLst>
              <a:ext uri="{FF2B5EF4-FFF2-40B4-BE49-F238E27FC236}">
                <a16:creationId xmlns:a16="http://schemas.microsoft.com/office/drawing/2014/main" id="{065162DD-7ACB-4F9C-90DD-24C743035892}"/>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120528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45537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4553712"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784848" y="1681163"/>
            <a:ext cx="45537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784848" y="2505075"/>
            <a:ext cx="4553712"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4983480" y="1681163"/>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4983480" y="2505075"/>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5" name="Text Placeholder 4">
            <a:extLst>
              <a:ext uri="{FF2B5EF4-FFF2-40B4-BE49-F238E27FC236}">
                <a16:creationId xmlns:a16="http://schemas.microsoft.com/office/drawing/2014/main" id="{2D693B15-7265-4478-9579-62FCD5222D04}"/>
              </a:ext>
            </a:extLst>
          </p:cNvPr>
          <p:cNvSpPr>
            <a:spLocks noGrp="1"/>
          </p:cNvSpPr>
          <p:nvPr>
            <p:ph type="body" sz="quarter" idx="13"/>
          </p:nvPr>
        </p:nvSpPr>
        <p:spPr>
          <a:xfrm>
            <a:off x="8531352" y="1769269"/>
            <a:ext cx="28346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5">
            <a:extLst>
              <a:ext uri="{FF2B5EF4-FFF2-40B4-BE49-F238E27FC236}">
                <a16:creationId xmlns:a16="http://schemas.microsoft.com/office/drawing/2014/main" id="{48F9E92F-BB16-4896-A47F-6497C3D705B9}"/>
              </a:ext>
            </a:extLst>
          </p:cNvPr>
          <p:cNvSpPr>
            <a:spLocks noGrp="1"/>
          </p:cNvSpPr>
          <p:nvPr>
            <p:ph sz="quarter" idx="14"/>
          </p:nvPr>
        </p:nvSpPr>
        <p:spPr>
          <a:xfrm>
            <a:off x="8531352" y="2593181"/>
            <a:ext cx="28346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73079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6391656" y="804672"/>
            <a:ext cx="4434840" cy="886968"/>
          </a:xfrm>
        </p:spPr>
        <p:txBody>
          <a:bodyPr anchor="b"/>
          <a:lstStyle>
            <a:lvl1pPr algn="l">
              <a:defRPr sz="5400" b="0" i="0" cap="none" baseline="0"/>
            </a:lvl1pPr>
          </a:lstStyle>
          <a:p>
            <a:r>
              <a:rPr lang="en-US" dirty="0"/>
              <a:t>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4" y="1801368"/>
            <a:ext cx="4434840" cy="4754880"/>
          </a:xfrm>
        </p:spPr>
        <p:txBody>
          <a:bodyPr>
            <a:normAutofit/>
          </a:bodyPr>
          <a:lstStyle>
            <a:lvl1pPr marL="0" indent="0" algn="l">
              <a:lnSpc>
                <a:spcPct val="11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a:prstGeom prst="rect">
            <a:avLst/>
          </a:prstGeo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108960"/>
            <a:ext cx="5221224" cy="3447288"/>
          </a:xfrm>
        </p:spPr>
        <p:txBody>
          <a:bodyPr anchor="ctr"/>
          <a:lstStyle>
            <a:lvl1pPr algn="ctr">
              <a:buNone/>
              <a:defRPr>
                <a:solidFill>
                  <a:schemeClr val="bg1"/>
                </a:solidFill>
              </a:defRPr>
            </a:lvl1pPr>
          </a:lstStyle>
          <a:p>
            <a:r>
              <a:rPr lang="en-US"/>
              <a:t>Click icon to add picture</a:t>
            </a:r>
            <a:endParaRPr lang="en-US" dirty="0"/>
          </a:p>
        </p:txBody>
      </p:sp>
      <p:sp>
        <p:nvSpPr>
          <p:cNvPr id="10" name="Picture Placeholder 12">
            <a:extLst>
              <a:ext uri="{FF2B5EF4-FFF2-40B4-BE49-F238E27FC236}">
                <a16:creationId xmlns:a16="http://schemas.microsoft.com/office/drawing/2014/main" id="{F146D6C1-343E-4F97-A565-55BBB15F4C77}"/>
              </a:ext>
            </a:extLst>
          </p:cNvPr>
          <p:cNvSpPr>
            <a:spLocks noGrp="1"/>
          </p:cNvSpPr>
          <p:nvPr>
            <p:ph type="pic" sz="quarter" idx="14"/>
          </p:nvPr>
        </p:nvSpPr>
        <p:spPr>
          <a:xfrm>
            <a:off x="283464" y="301752"/>
            <a:ext cx="2459736" cy="2505456"/>
          </a:xfrm>
        </p:spPr>
        <p:txBody>
          <a:bodyPr anchor="ctr"/>
          <a:lstStyle>
            <a:lvl1pPr algn="ctr">
              <a:buNone/>
              <a:defRPr>
                <a:solidFill>
                  <a:schemeClr val="bg1"/>
                </a:solidFill>
              </a:defRPr>
            </a:lvl1pPr>
          </a:lstStyle>
          <a:p>
            <a:r>
              <a:rPr lang="en-US"/>
              <a:t>Click icon to add picture</a:t>
            </a:r>
            <a:endParaRPr lang="en-US" dirty="0"/>
          </a:p>
        </p:txBody>
      </p:sp>
      <p:sp>
        <p:nvSpPr>
          <p:cNvPr id="11" name="Picture Placeholder 12">
            <a:extLst>
              <a:ext uri="{FF2B5EF4-FFF2-40B4-BE49-F238E27FC236}">
                <a16:creationId xmlns:a16="http://schemas.microsoft.com/office/drawing/2014/main" id="{BA123E2D-4554-47D5-B0EC-0C47EDB41626}"/>
              </a:ext>
            </a:extLst>
          </p:cNvPr>
          <p:cNvSpPr>
            <a:spLocks noGrp="1"/>
          </p:cNvSpPr>
          <p:nvPr>
            <p:ph type="pic" sz="quarter" idx="15"/>
          </p:nvPr>
        </p:nvSpPr>
        <p:spPr>
          <a:xfrm>
            <a:off x="3044952" y="301752"/>
            <a:ext cx="2459736" cy="2505456"/>
          </a:xfrm>
        </p:spPr>
        <p:txBody>
          <a:bodyPr anchor="ctr"/>
          <a:lstStyle>
            <a:lvl1pPr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257891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3186EA6A-5CD5-4DF7-9C8A-EDFAF28A80D9}"/>
              </a:ext>
            </a:extLst>
          </p:cNvPr>
          <p:cNvSpPr>
            <a:spLocks noGrp="1"/>
          </p:cNvSpPr>
          <p:nvPr>
            <p:ph type="pic" sz="quarter" idx="14"/>
          </p:nvPr>
        </p:nvSpPr>
        <p:spPr>
          <a:xfrm>
            <a:off x="1777111" y="407499"/>
            <a:ext cx="1952279" cy="1952279"/>
          </a:xfrm>
          <a:custGeom>
            <a:avLst/>
            <a:gdLst>
              <a:gd name="connsiteX0" fmla="*/ 976140 w 1952279"/>
              <a:gd name="connsiteY0" fmla="*/ 0 h 1952279"/>
              <a:gd name="connsiteX1" fmla="*/ 1952279 w 1952279"/>
              <a:gd name="connsiteY1" fmla="*/ 976140 h 1952279"/>
              <a:gd name="connsiteX2" fmla="*/ 976140 w 1952279"/>
              <a:gd name="connsiteY2" fmla="*/ 1952279 h 1952279"/>
              <a:gd name="connsiteX3" fmla="*/ 0 w 1952279"/>
              <a:gd name="connsiteY3" fmla="*/ 976140 h 1952279"/>
              <a:gd name="connsiteX4" fmla="*/ 976140 w 1952279"/>
              <a:gd name="connsiteY4" fmla="*/ 0 h 1952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279" h="1952279">
                <a:moveTo>
                  <a:pt x="976140" y="0"/>
                </a:moveTo>
                <a:cubicBezTo>
                  <a:pt x="1515247" y="0"/>
                  <a:pt x="1952279" y="437033"/>
                  <a:pt x="1952279" y="976140"/>
                </a:cubicBezTo>
                <a:cubicBezTo>
                  <a:pt x="1952279" y="1515246"/>
                  <a:pt x="1515247" y="1952279"/>
                  <a:pt x="976140" y="1952279"/>
                </a:cubicBezTo>
                <a:cubicBezTo>
                  <a:pt x="437033" y="1952279"/>
                  <a:pt x="0" y="1515246"/>
                  <a:pt x="0" y="976140"/>
                </a:cubicBezTo>
                <a:cubicBezTo>
                  <a:pt x="0" y="437033"/>
                  <a:pt x="437033" y="0"/>
                  <a:pt x="976140"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83D5117F-F235-498D-99A5-9DE2D665576C}"/>
              </a:ext>
            </a:extLst>
          </p:cNvPr>
          <p:cNvSpPr>
            <a:spLocks noGrp="1"/>
          </p:cNvSpPr>
          <p:nvPr>
            <p:ph type="pic" sz="quarter" idx="15"/>
          </p:nvPr>
        </p:nvSpPr>
        <p:spPr>
          <a:xfrm>
            <a:off x="3528345" y="1972581"/>
            <a:ext cx="2290065" cy="2273502"/>
          </a:xfrm>
          <a:custGeom>
            <a:avLst/>
            <a:gdLst>
              <a:gd name="connsiteX0" fmla="*/ 1145032 w 2290065"/>
              <a:gd name="connsiteY0" fmla="*/ 0 h 2273502"/>
              <a:gd name="connsiteX1" fmla="*/ 2290065 w 2290065"/>
              <a:gd name="connsiteY1" fmla="*/ 1145033 h 2273502"/>
              <a:gd name="connsiteX2" fmla="*/ 1375797 w 2290065"/>
              <a:gd name="connsiteY2" fmla="*/ 2266803 h 2273502"/>
              <a:gd name="connsiteX3" fmla="*/ 1331903 w 2290065"/>
              <a:gd name="connsiteY3" fmla="*/ 2273502 h 2273502"/>
              <a:gd name="connsiteX4" fmla="*/ 958162 w 2290065"/>
              <a:gd name="connsiteY4" fmla="*/ 2273502 h 2273502"/>
              <a:gd name="connsiteX5" fmla="*/ 914268 w 2290065"/>
              <a:gd name="connsiteY5" fmla="*/ 2266803 h 2273502"/>
              <a:gd name="connsiteX6" fmla="*/ 5911 w 2290065"/>
              <a:gd name="connsiteY6" fmla="*/ 1262106 h 2273502"/>
              <a:gd name="connsiteX7" fmla="*/ 0 w 2290065"/>
              <a:gd name="connsiteY7" fmla="*/ 1145053 h 2273502"/>
              <a:gd name="connsiteX8" fmla="*/ 0 w 2290065"/>
              <a:gd name="connsiteY8" fmla="*/ 1145014 h 2273502"/>
              <a:gd name="connsiteX9" fmla="*/ 5911 w 2290065"/>
              <a:gd name="connsiteY9" fmla="*/ 1027960 h 2273502"/>
              <a:gd name="connsiteX10" fmla="*/ 1145032 w 2290065"/>
              <a:gd name="connsiteY10" fmla="*/ 0 h 22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0065" h="2273502">
                <a:moveTo>
                  <a:pt x="1145032" y="0"/>
                </a:moveTo>
                <a:cubicBezTo>
                  <a:pt x="1777417" y="0"/>
                  <a:pt x="2290065" y="512649"/>
                  <a:pt x="2290065" y="1145033"/>
                </a:cubicBezTo>
                <a:cubicBezTo>
                  <a:pt x="2290065" y="1698370"/>
                  <a:pt x="1897569" y="2160033"/>
                  <a:pt x="1375797" y="2266803"/>
                </a:cubicBezTo>
                <a:lnTo>
                  <a:pt x="1331903" y="2273502"/>
                </a:lnTo>
                <a:lnTo>
                  <a:pt x="958162" y="2273502"/>
                </a:lnTo>
                <a:lnTo>
                  <a:pt x="914268" y="2266803"/>
                </a:lnTo>
                <a:cubicBezTo>
                  <a:pt x="429765" y="2167660"/>
                  <a:pt x="56730" y="1762511"/>
                  <a:pt x="5911" y="1262106"/>
                </a:cubicBezTo>
                <a:lnTo>
                  <a:pt x="0" y="1145053"/>
                </a:lnTo>
                <a:lnTo>
                  <a:pt x="0" y="1145014"/>
                </a:lnTo>
                <a:lnTo>
                  <a:pt x="5911" y="1027960"/>
                </a:lnTo>
                <a:cubicBezTo>
                  <a:pt x="64548" y="450571"/>
                  <a:pt x="552172" y="0"/>
                  <a:pt x="1145032"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1" name="Picture Placeholder 30">
            <a:extLst>
              <a:ext uri="{FF2B5EF4-FFF2-40B4-BE49-F238E27FC236}">
                <a16:creationId xmlns:a16="http://schemas.microsoft.com/office/drawing/2014/main" id="{E1E0A794-F1D3-4628-B5B1-9D48AB34C3D4}"/>
              </a:ext>
            </a:extLst>
          </p:cNvPr>
          <p:cNvSpPr>
            <a:spLocks noGrp="1"/>
          </p:cNvSpPr>
          <p:nvPr>
            <p:ph type="pic" sz="quarter" idx="16"/>
          </p:nvPr>
        </p:nvSpPr>
        <p:spPr>
          <a:xfrm>
            <a:off x="5579539" y="4386312"/>
            <a:ext cx="3119293" cy="2462810"/>
          </a:xfrm>
          <a:custGeom>
            <a:avLst/>
            <a:gdLst>
              <a:gd name="connsiteX0" fmla="*/ 1559647 w 3119293"/>
              <a:gd name="connsiteY0" fmla="*/ 0 h 2462810"/>
              <a:gd name="connsiteX1" fmla="*/ 3119293 w 3119293"/>
              <a:gd name="connsiteY1" fmla="*/ 1559647 h 2462810"/>
              <a:gd name="connsiteX2" fmla="*/ 2852930 w 3119293"/>
              <a:gd name="connsiteY2" fmla="*/ 2431660 h 2462810"/>
              <a:gd name="connsiteX3" fmla="*/ 2829636 w 3119293"/>
              <a:gd name="connsiteY3" fmla="*/ 2462810 h 2462810"/>
              <a:gd name="connsiteX4" fmla="*/ 289658 w 3119293"/>
              <a:gd name="connsiteY4" fmla="*/ 2462810 h 2462810"/>
              <a:gd name="connsiteX5" fmla="*/ 266363 w 3119293"/>
              <a:gd name="connsiteY5" fmla="*/ 2431660 h 2462810"/>
              <a:gd name="connsiteX6" fmla="*/ 0 w 3119293"/>
              <a:gd name="connsiteY6" fmla="*/ 1559647 h 2462810"/>
              <a:gd name="connsiteX7" fmla="*/ 1559647 w 3119293"/>
              <a:gd name="connsiteY7" fmla="*/ 0 h 246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9293" h="2462810">
                <a:moveTo>
                  <a:pt x="1559647" y="0"/>
                </a:moveTo>
                <a:cubicBezTo>
                  <a:pt x="2421016" y="0"/>
                  <a:pt x="3119293" y="698278"/>
                  <a:pt x="3119293" y="1559647"/>
                </a:cubicBezTo>
                <a:cubicBezTo>
                  <a:pt x="3119293" y="1882660"/>
                  <a:pt x="3021098" y="2182739"/>
                  <a:pt x="2852930" y="2431660"/>
                </a:cubicBezTo>
                <a:lnTo>
                  <a:pt x="2829636" y="2462810"/>
                </a:lnTo>
                <a:lnTo>
                  <a:pt x="289658" y="2462810"/>
                </a:lnTo>
                <a:lnTo>
                  <a:pt x="266363" y="2431660"/>
                </a:lnTo>
                <a:cubicBezTo>
                  <a:pt x="98195" y="2182739"/>
                  <a:pt x="0" y="1882660"/>
                  <a:pt x="0" y="1559647"/>
                </a:cubicBezTo>
                <a:cubicBezTo>
                  <a:pt x="0" y="698278"/>
                  <a:pt x="698278" y="0"/>
                  <a:pt x="1559647"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B8D3F45B-B631-47D3-A33C-71CEC2B3602C}"/>
              </a:ext>
            </a:extLst>
          </p:cNvPr>
          <p:cNvSpPr>
            <a:spLocks noGrp="1"/>
          </p:cNvSpPr>
          <p:nvPr>
            <p:ph type="pic" sz="quarter" idx="17"/>
          </p:nvPr>
        </p:nvSpPr>
        <p:spPr>
          <a:xfrm>
            <a:off x="1092905" y="4018982"/>
            <a:ext cx="3854161" cy="2839018"/>
          </a:xfrm>
          <a:custGeom>
            <a:avLst/>
            <a:gdLst>
              <a:gd name="connsiteX0" fmla="*/ 1927061 w 3854161"/>
              <a:gd name="connsiteY0" fmla="*/ 0 h 2839018"/>
              <a:gd name="connsiteX1" fmla="*/ 1927101 w 3854161"/>
              <a:gd name="connsiteY1" fmla="*/ 0 h 2839018"/>
              <a:gd name="connsiteX2" fmla="*/ 2124114 w 3854161"/>
              <a:gd name="connsiteY2" fmla="*/ 9948 h 2839018"/>
              <a:gd name="connsiteX3" fmla="*/ 3854161 w 3854161"/>
              <a:gd name="connsiteY3" fmla="*/ 1927080 h 2839018"/>
              <a:gd name="connsiteX4" fmla="*/ 3702722 w 3854161"/>
              <a:gd name="connsiteY4" fmla="*/ 2677187 h 2839018"/>
              <a:gd name="connsiteX5" fmla="*/ 3624763 w 3854161"/>
              <a:gd name="connsiteY5" fmla="*/ 2839018 h 2839018"/>
              <a:gd name="connsiteX6" fmla="*/ 229398 w 3854161"/>
              <a:gd name="connsiteY6" fmla="*/ 2839018 h 2839018"/>
              <a:gd name="connsiteX7" fmla="*/ 151440 w 3854161"/>
              <a:gd name="connsiteY7" fmla="*/ 2677187 h 2839018"/>
              <a:gd name="connsiteX8" fmla="*/ 0 w 3854161"/>
              <a:gd name="connsiteY8" fmla="*/ 1927080 h 2839018"/>
              <a:gd name="connsiteX9" fmla="*/ 1730048 w 3854161"/>
              <a:gd name="connsiteY9" fmla="*/ 9948 h 283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54161" h="2839018">
                <a:moveTo>
                  <a:pt x="1927061" y="0"/>
                </a:moveTo>
                <a:lnTo>
                  <a:pt x="1927101" y="0"/>
                </a:lnTo>
                <a:lnTo>
                  <a:pt x="2124114" y="9948"/>
                </a:lnTo>
                <a:cubicBezTo>
                  <a:pt x="3095856" y="108634"/>
                  <a:pt x="3854161" y="929301"/>
                  <a:pt x="3854161" y="1927080"/>
                </a:cubicBezTo>
                <a:cubicBezTo>
                  <a:pt x="3854161" y="2193154"/>
                  <a:pt x="3800237" y="2446634"/>
                  <a:pt x="3702722" y="2677187"/>
                </a:cubicBezTo>
                <a:lnTo>
                  <a:pt x="3624763" y="2839018"/>
                </a:lnTo>
                <a:lnTo>
                  <a:pt x="229398" y="2839018"/>
                </a:lnTo>
                <a:lnTo>
                  <a:pt x="151440" y="2677187"/>
                </a:lnTo>
                <a:cubicBezTo>
                  <a:pt x="53924" y="2446634"/>
                  <a:pt x="0" y="2193154"/>
                  <a:pt x="0" y="1927080"/>
                </a:cubicBezTo>
                <a:cubicBezTo>
                  <a:pt x="0" y="929301"/>
                  <a:pt x="758305" y="108634"/>
                  <a:pt x="1730048" y="9948"/>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5760720" y="585216"/>
            <a:ext cx="5276088" cy="2276856"/>
          </a:xfrm>
        </p:spPr>
        <p:txBody>
          <a:bodyPr anchor="b"/>
          <a:lstStyle>
            <a:lvl1pPr algn="r">
              <a:defRPr sz="4800" b="1" cap="all" spc="400" baseline="0">
                <a:solidFill>
                  <a:schemeClr val="bg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a:lstStyle>
            <a:lvl1pPr>
              <a:defRPr>
                <a:solidFill>
                  <a:schemeClr val="bg1"/>
                </a:solidFill>
              </a:defRPr>
            </a:lvl1pPr>
          </a:lstStyle>
          <a:p>
            <a:fld id="{770BFB85-5BAA-4B16-8522-B168A17E85BC}" type="datetime1">
              <a:rPr lang="LID4096" smtClean="0"/>
              <a:t>09/17/2024</a:t>
            </a:fld>
            <a:endParaRPr lang="en-US" dirty="0"/>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a:prstGeom prst="rect">
            <a:avLst/>
          </a:prstGeom>
        </p:spPr>
        <p:txBody>
          <a:bodyPr/>
          <a:lstStyle>
            <a:lvl1pPr>
              <a:defRPr>
                <a:solidFill>
                  <a:schemeClr val="bg1"/>
                </a:solidFill>
              </a:defRPr>
            </a:lvl1p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sp>
        <p:nvSpPr>
          <p:cNvPr id="8" name="Graphic 32">
            <a:extLst>
              <a:ext uri="{FF2B5EF4-FFF2-40B4-BE49-F238E27FC236}">
                <a16:creationId xmlns:a16="http://schemas.microsoft.com/office/drawing/2014/main" id="{846CD0EA-B0AA-4845-81A5-4ADD7C58B12F}"/>
              </a:ext>
            </a:extLst>
          </p:cNvPr>
          <p:cNvSpPr/>
          <p:nvPr userDrawn="1"/>
        </p:nvSpPr>
        <p:spPr>
          <a:xfrm>
            <a:off x="1472366" y="185953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0" name="Graphic 33">
            <a:extLst>
              <a:ext uri="{FF2B5EF4-FFF2-40B4-BE49-F238E27FC236}">
                <a16:creationId xmlns:a16="http://schemas.microsoft.com/office/drawing/2014/main" id="{0E97A0CB-7CB1-47F0-BD48-EEECBAC39CD2}"/>
              </a:ext>
            </a:extLst>
          </p:cNvPr>
          <p:cNvSpPr/>
          <p:nvPr userDrawn="1"/>
        </p:nvSpPr>
        <p:spPr>
          <a:xfrm>
            <a:off x="2014523" y="3146867"/>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12" name="Graphic 31">
            <a:extLst>
              <a:ext uri="{FF2B5EF4-FFF2-40B4-BE49-F238E27FC236}">
                <a16:creationId xmlns:a16="http://schemas.microsoft.com/office/drawing/2014/main" id="{477816C9-06CB-4BC5-B26B-6A2877BD941A}"/>
              </a:ext>
            </a:extLst>
          </p:cNvPr>
          <p:cNvSpPr/>
          <p:nvPr userDrawn="1"/>
        </p:nvSpPr>
        <p:spPr>
          <a:xfrm>
            <a:off x="5404920" y="450829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760720" y="3127248"/>
            <a:ext cx="5276088" cy="1124712"/>
          </a:xfrm>
        </p:spPr>
        <p:txBody>
          <a:bodyPr/>
          <a:lstStyle>
            <a:lvl1pPr marL="0" indent="0" algn="r">
              <a:buNone/>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1045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54381CB8-1FF5-4C8E-8504-0187E58AAEF5}" type="datetime1">
              <a:rPr lang="LID4096" smtClean="0"/>
              <a:t>09/17/2024</a:t>
            </a:fld>
            <a:endParaRPr lang="en-US" dirty="0"/>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867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9559565-FECB-4058-B8EB-84FF4149B3D6}" type="datetime1">
              <a:rPr lang="LID4096" smtClean="0"/>
              <a:t>09/17/2024</a:t>
            </a:fld>
            <a:endParaRPr lang="en-US" dirty="0"/>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805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874D5D74-20D9-452C-B952-7C568AAC0214}" type="datetime1">
              <a:rPr lang="LID4096" smtClean="0"/>
              <a:t>09/17/2024</a:t>
            </a:fld>
            <a:endParaRPr lang="en-US" dirty="0"/>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D8DA9DAA-006C-4F4B-980E-E3DF019B24E2}" type="slidenum">
              <a:rPr lang="en-US" smtClean="0"/>
              <a:t>‹#›</a:t>
            </a:fld>
            <a:endParaRPr lang="en-US" dirty="0"/>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77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4CB77588-B6BA-4417-BC22-E241C7B5E56F}" type="datetime1">
              <a:rPr lang="LID4096" smtClean="0"/>
              <a:t>09/17/2024</a:t>
            </a:fld>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D8DA9DAA-006C-4F4B-980E-E3DF019B24E2}" type="slidenum">
              <a:rPr lang="en-US" smtClean="0"/>
              <a:t>‹#›</a:t>
            </a:fld>
            <a:endParaRPr lang="en-US" dirty="0"/>
          </a:p>
        </p:txBody>
      </p:sp>
      <p:pic>
        <p:nvPicPr>
          <p:cNvPr id="8" name="Picture 7" descr="A blue and white logo&#10;&#10;Description automatically generated with low confidence">
            <a:extLst>
              <a:ext uri="{FF2B5EF4-FFF2-40B4-BE49-F238E27FC236}">
                <a16:creationId xmlns:a16="http://schemas.microsoft.com/office/drawing/2014/main" id="{D9E456D1-5A66-2857-2746-BC38531F8335}"/>
              </a:ext>
            </a:extLst>
          </p:cNvPr>
          <p:cNvPicPr>
            <a:picLocks noChangeAspect="1"/>
          </p:cNvPicPr>
          <p:nvPr userDrawn="1"/>
        </p:nvPicPr>
        <p:blipFill>
          <a:blip r:embed="rId19"/>
          <a:stretch>
            <a:fillRect/>
          </a:stretch>
        </p:blipFill>
        <p:spPr>
          <a:xfrm>
            <a:off x="0" y="40257"/>
            <a:ext cx="770626" cy="770626"/>
          </a:xfrm>
          <a:prstGeom prst="rect">
            <a:avLst/>
          </a:prstGeom>
        </p:spPr>
      </p:pic>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697" r:id="rId1"/>
    <p:sldLayoutId id="2147483708" r:id="rId2"/>
    <p:sldLayoutId id="2147483717" r:id="rId3"/>
    <p:sldLayoutId id="2147483710" r:id="rId4"/>
    <p:sldLayoutId id="2147483709" r:id="rId5"/>
    <p:sldLayoutId id="2147483698" r:id="rId6"/>
    <p:sldLayoutId id="2147483713" r:id="rId7"/>
    <p:sldLayoutId id="2147483712" r:id="rId8"/>
    <p:sldLayoutId id="2147483700" r:id="rId9"/>
    <p:sldLayoutId id="2147483701" r:id="rId10"/>
    <p:sldLayoutId id="2147483716" r:id="rId11"/>
    <p:sldLayoutId id="2147483714" r:id="rId12"/>
    <p:sldLayoutId id="2147483715" r:id="rId13"/>
    <p:sldLayoutId id="2147483702" r:id="rId14"/>
    <p:sldLayoutId id="2147483703" r:id="rId15"/>
    <p:sldLayoutId id="2147483704" r:id="rId16"/>
    <p:sldLayoutId id="2147483705"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embedded-software-engineering.de/c-programmieren-wer-hat-angst-vor-dem-boesen--a-632862/" TargetMode="External"/><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ehack.info/lenguaje-c-introduccion/" TargetMode="External"/><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thebluediamondgallery.com/wooden-tile/s/software.html" TargetMode="External"/><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p:txBody>
          <a:bodyPr>
            <a:normAutofit fontScale="90000"/>
          </a:bodyPr>
          <a:lstStyle/>
          <a:p>
            <a:r>
              <a:rPr lang="en-US" spc="400" dirty="0"/>
              <a:t>CSC2161</a:t>
            </a:r>
            <a:br>
              <a:rPr lang="en-US" spc="400" dirty="0"/>
            </a:br>
            <a:r>
              <a:rPr lang="en-US" spc="400" dirty="0"/>
              <a:t>C++ Programming</a:t>
            </a:r>
            <a:br>
              <a:rPr lang="en-US" spc="400" dirty="0"/>
            </a:br>
            <a:r>
              <a:rPr lang="en-US" spc="400" dirty="0"/>
              <a:t>Functions</a:t>
            </a:r>
            <a:endParaRPr lang="en-US" dirty="0"/>
          </a:p>
        </p:txBody>
      </p:sp>
      <p:sp>
        <p:nvSpPr>
          <p:cNvPr id="3" name="Subtitle 2">
            <a:extLst>
              <a:ext uri="{FF2B5EF4-FFF2-40B4-BE49-F238E27FC236}">
                <a16:creationId xmlns:a16="http://schemas.microsoft.com/office/drawing/2014/main" id="{A5F14073-9F68-4B7E-A576-26899D58C7A9}"/>
              </a:ext>
            </a:extLst>
          </p:cNvPr>
          <p:cNvSpPr>
            <a:spLocks noGrp="1"/>
          </p:cNvSpPr>
          <p:nvPr>
            <p:ph type="subTitle" idx="1"/>
          </p:nvPr>
        </p:nvSpPr>
        <p:spPr/>
        <p:txBody>
          <a:bodyPr/>
          <a:lstStyle/>
          <a:p>
            <a:r>
              <a:rPr lang="en-US"/>
              <a:t>Dieudonne U</a:t>
            </a:r>
            <a:endParaRPr lang="en-US" sz="2000" dirty="0">
              <a:solidFill>
                <a:schemeClr val="bg1"/>
              </a:solidFill>
            </a:endParaRPr>
          </a:p>
          <a:p>
            <a:endParaRPr lang="en-US" dirty="0"/>
          </a:p>
        </p:txBody>
      </p:sp>
    </p:spTree>
    <p:extLst>
      <p:ext uri="{BB962C8B-B14F-4D97-AF65-F5344CB8AC3E}">
        <p14:creationId xmlns:p14="http://schemas.microsoft.com/office/powerpoint/2010/main" val="11476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DBBC93-70DF-4E4E-98E3-08124185AB18}"/>
              </a:ext>
            </a:extLst>
          </p:cNvPr>
          <p:cNvSpPr>
            <a:spLocks noGrp="1"/>
          </p:cNvSpPr>
          <p:nvPr>
            <p:ph type="title"/>
          </p:nvPr>
        </p:nvSpPr>
        <p:spPr/>
        <p:txBody>
          <a:bodyPr/>
          <a:lstStyle/>
          <a:p>
            <a:r>
              <a:rPr lang="en-US" b="1" cap="all" spc="400" dirty="0">
                <a:solidFill>
                  <a:schemeClr val="bg1"/>
                </a:solidFill>
                <a:latin typeface="+mn-lt"/>
              </a:rPr>
              <a:t>Agenda</a:t>
            </a:r>
            <a:endParaRPr lang="en-US" dirty="0"/>
          </a:p>
        </p:txBody>
      </p:sp>
      <p:sp>
        <p:nvSpPr>
          <p:cNvPr id="4" name="Text Placeholder 3">
            <a:extLst>
              <a:ext uri="{FF2B5EF4-FFF2-40B4-BE49-F238E27FC236}">
                <a16:creationId xmlns:a16="http://schemas.microsoft.com/office/drawing/2014/main" id="{65DE74E9-AA78-46C1-845A-0B72FA8AF35E}"/>
              </a:ext>
            </a:extLst>
          </p:cNvPr>
          <p:cNvSpPr>
            <a:spLocks noGrp="1"/>
          </p:cNvSpPr>
          <p:nvPr>
            <p:ph type="body" sz="quarter" idx="13"/>
          </p:nvPr>
        </p:nvSpPr>
        <p:spPr/>
        <p:txBody>
          <a:bodyPr/>
          <a:lstStyle/>
          <a:p>
            <a:pPr algn="r"/>
            <a:endParaRPr lang="en-US" sz="1800" dirty="0">
              <a:solidFill>
                <a:schemeClr val="bg1"/>
              </a:solidFill>
            </a:endParaRPr>
          </a:p>
          <a:p>
            <a:pPr algn="r"/>
            <a:r>
              <a:rPr lang="en-US" sz="1800" dirty="0">
                <a:solidFill>
                  <a:schemeClr val="bg1"/>
                </a:solidFill>
              </a:rPr>
              <a:t>Topic two</a:t>
            </a:r>
          </a:p>
          <a:p>
            <a:pPr algn="r"/>
            <a:r>
              <a:rPr lang="en-US" sz="1800" dirty="0">
                <a:solidFill>
                  <a:schemeClr val="bg1"/>
                </a:solidFill>
              </a:rPr>
              <a:t>Topic three</a:t>
            </a:r>
          </a:p>
          <a:p>
            <a:pPr algn="r"/>
            <a:r>
              <a:rPr lang="en-US" sz="1800" dirty="0">
                <a:solidFill>
                  <a:schemeClr val="bg1"/>
                </a:solidFill>
              </a:rPr>
              <a:t>Topic four</a:t>
            </a:r>
          </a:p>
        </p:txBody>
      </p:sp>
      <p:pic>
        <p:nvPicPr>
          <p:cNvPr id="6" name="Picture Placeholder 5">
            <a:extLst>
              <a:ext uri="{FF2B5EF4-FFF2-40B4-BE49-F238E27FC236}">
                <a16:creationId xmlns:a16="http://schemas.microsoft.com/office/drawing/2014/main" id="{4642631A-6ABE-41EA-A308-9CF1230F1421}"/>
              </a:ext>
            </a:extLst>
          </p:cNvPr>
          <p:cNvPicPr>
            <a:picLocks noGrp="1" noChangeAspect="1"/>
          </p:cNvPicPr>
          <p:nvPr>
            <p:ph type="pic" sz="quarter" idx="14"/>
          </p:nvPr>
        </p:nvPicPr>
        <p:blipFill>
          <a:blip r:embed="rId2">
            <a:extLst>
              <a:ext uri="{837473B0-CC2E-450A-ABE3-18F120FF3D39}">
                <a1611:picAttrSrcUrl xmlns:a1611="http://schemas.microsoft.com/office/drawing/2016/11/main" r:id="rId3"/>
              </a:ext>
            </a:extLst>
          </a:blip>
          <a:srcRect/>
          <a:stretch/>
        </p:blipFill>
        <p:spPr/>
      </p:pic>
      <p:sp>
        <p:nvSpPr>
          <p:cNvPr id="7" name="Date Placeholder 6">
            <a:extLst>
              <a:ext uri="{FF2B5EF4-FFF2-40B4-BE49-F238E27FC236}">
                <a16:creationId xmlns:a16="http://schemas.microsoft.com/office/drawing/2014/main" id="{05C25F72-F9A7-42F9-9720-0801ED77D4D1}"/>
              </a:ext>
            </a:extLst>
          </p:cNvPr>
          <p:cNvSpPr>
            <a:spLocks noGrp="1"/>
          </p:cNvSpPr>
          <p:nvPr>
            <p:ph type="dt" sz="half" idx="10"/>
          </p:nvPr>
        </p:nvSpPr>
        <p:spPr/>
        <p:txBody>
          <a:bodyPr/>
          <a:lstStyle/>
          <a:p>
            <a:fld id="{0B92DBC5-AF74-463F-8C0A-3173918653FF}" type="datetime1">
              <a:rPr lang="LID4096" smtClean="0"/>
              <a:t>09/17/2024</a:t>
            </a:fld>
            <a:endParaRPr lang="en-US" dirty="0"/>
          </a:p>
        </p:txBody>
      </p:sp>
      <p:sp>
        <p:nvSpPr>
          <p:cNvPr id="8" name="Footer Placeholder 7">
            <a:extLst>
              <a:ext uri="{FF2B5EF4-FFF2-40B4-BE49-F238E27FC236}">
                <a16:creationId xmlns:a16="http://schemas.microsoft.com/office/drawing/2014/main" id="{AEEDFC2F-FF0A-4EC9-A0BB-0AA2B1E6BA4A}"/>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6DCF8D89-56D9-4E2B-9838-07DFB6E9D2BB}"/>
              </a:ext>
            </a:extLst>
          </p:cNvPr>
          <p:cNvSpPr>
            <a:spLocks noGrp="1"/>
          </p:cNvSpPr>
          <p:nvPr>
            <p:ph type="sldNum" sz="quarter" idx="12"/>
          </p:nvPr>
        </p:nvSpPr>
        <p:spPr/>
        <p:txBody>
          <a:bodyPr/>
          <a:lstStyle/>
          <a:p>
            <a:fld id="{D8DA9DAA-006C-4F4B-980E-E3DF019B24E2}" type="slidenum">
              <a:rPr lang="en-US" smtClean="0"/>
              <a:pPr/>
              <a:t>2</a:t>
            </a:fld>
            <a:endParaRPr lang="en-US" dirty="0"/>
          </a:p>
        </p:txBody>
      </p:sp>
    </p:spTree>
    <p:extLst>
      <p:ext uri="{BB962C8B-B14F-4D97-AF65-F5344CB8AC3E}">
        <p14:creationId xmlns:p14="http://schemas.microsoft.com/office/powerpoint/2010/main" val="1613598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15FF41-AFA4-4D25-AB42-AB034F4B4FEC}"/>
              </a:ext>
            </a:extLst>
          </p:cNvPr>
          <p:cNvSpPr>
            <a:spLocks noGrp="1"/>
          </p:cNvSpPr>
          <p:nvPr>
            <p:ph type="title"/>
          </p:nvPr>
        </p:nvSpPr>
        <p:spPr/>
        <p:txBody>
          <a:bodyPr>
            <a:normAutofit fontScale="90000"/>
          </a:bodyPr>
          <a:lstStyle/>
          <a:p>
            <a:r>
              <a:rPr lang="en-US" b="0" i="0" dirty="0">
                <a:solidFill>
                  <a:srgbClr val="202124"/>
                </a:solidFill>
                <a:effectLst/>
                <a:latin typeface="Google Sans"/>
              </a:rPr>
              <a:t>What are functions of C++?</a:t>
            </a:r>
            <a:endParaRPr lang="en-US" dirty="0"/>
          </a:p>
        </p:txBody>
      </p:sp>
      <p:sp>
        <p:nvSpPr>
          <p:cNvPr id="4" name="Content Placeholder 3">
            <a:extLst>
              <a:ext uri="{FF2B5EF4-FFF2-40B4-BE49-F238E27FC236}">
                <a16:creationId xmlns:a16="http://schemas.microsoft.com/office/drawing/2014/main" id="{B0881FA9-F3B0-4912-B0E1-352094195C30}"/>
              </a:ext>
            </a:extLst>
          </p:cNvPr>
          <p:cNvSpPr>
            <a:spLocks noGrp="1"/>
          </p:cNvSpPr>
          <p:nvPr>
            <p:ph idx="1"/>
          </p:nvPr>
        </p:nvSpPr>
        <p:spPr>
          <a:xfrm>
            <a:off x="230038" y="2875472"/>
            <a:ext cx="7062158" cy="3255034"/>
          </a:xfrm>
        </p:spPr>
        <p:txBody>
          <a:bodyPr>
            <a:normAutofit/>
          </a:bodyPr>
          <a:lstStyle/>
          <a:p>
            <a:r>
              <a:rPr lang="en-US" sz="2800" b="0" i="0" dirty="0">
                <a:solidFill>
                  <a:srgbClr val="4D5156"/>
                </a:solidFill>
                <a:effectLst/>
                <a:latin typeface="Gill Sans MT" panose="020B0502020104020203" pitchFamily="34" charset="0"/>
              </a:rPr>
              <a:t>A function is </a:t>
            </a:r>
            <a:r>
              <a:rPr lang="en-US" sz="2800" b="0" i="0" dirty="0">
                <a:solidFill>
                  <a:srgbClr val="040C28"/>
                </a:solidFill>
                <a:effectLst/>
                <a:latin typeface="Gill Sans MT" panose="020B0502020104020203" pitchFamily="34" charset="0"/>
              </a:rPr>
              <a:t>a block of code that performs some operation</a:t>
            </a:r>
            <a:r>
              <a:rPr lang="en-US" sz="2800" b="0" i="0" dirty="0">
                <a:solidFill>
                  <a:srgbClr val="4D5156"/>
                </a:solidFill>
                <a:effectLst/>
                <a:latin typeface="Gill Sans MT" panose="020B0502020104020203" pitchFamily="34" charset="0"/>
              </a:rPr>
              <a:t>. A function can optionally define input parameters that enable callers to pass arguments into the function. A function can optionally return a value as output.</a:t>
            </a:r>
            <a:endParaRPr lang="en-US" sz="2800" dirty="0">
              <a:latin typeface="Gill Sans MT" panose="020B0502020104020203" pitchFamily="34" charset="0"/>
            </a:endParaRPr>
          </a:p>
        </p:txBody>
      </p:sp>
      <p:pic>
        <p:nvPicPr>
          <p:cNvPr id="8" name="Picture Placeholder 7">
            <a:extLst>
              <a:ext uri="{FF2B5EF4-FFF2-40B4-BE49-F238E27FC236}">
                <a16:creationId xmlns:a16="http://schemas.microsoft.com/office/drawing/2014/main" id="{B53D1AAB-32B2-4F04-828F-AB1C758AF004}"/>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13500" r="13500"/>
          <a:stretch/>
        </p:blipFill>
        <p:spPr/>
      </p:pic>
      <p:sp>
        <p:nvSpPr>
          <p:cNvPr id="9" name="Date Placeholder 8">
            <a:extLst>
              <a:ext uri="{FF2B5EF4-FFF2-40B4-BE49-F238E27FC236}">
                <a16:creationId xmlns:a16="http://schemas.microsoft.com/office/drawing/2014/main" id="{D45C472E-4078-40A0-83A2-652E8356EDCB}"/>
              </a:ext>
            </a:extLst>
          </p:cNvPr>
          <p:cNvSpPr>
            <a:spLocks noGrp="1"/>
          </p:cNvSpPr>
          <p:nvPr>
            <p:ph type="dt" sz="half" idx="10"/>
          </p:nvPr>
        </p:nvSpPr>
        <p:spPr/>
        <p:txBody>
          <a:bodyPr/>
          <a:lstStyle/>
          <a:p>
            <a:fld id="{88987268-E07F-4CC5-A48E-44AC4F4AAD74}" type="datetime1">
              <a:rPr lang="LID4096" smtClean="0"/>
              <a:t>09/17/2024</a:t>
            </a:fld>
            <a:endParaRPr lang="en-US" dirty="0"/>
          </a:p>
        </p:txBody>
      </p:sp>
      <p:sp>
        <p:nvSpPr>
          <p:cNvPr id="11" name="Slide Number Placeholder 10">
            <a:extLst>
              <a:ext uri="{FF2B5EF4-FFF2-40B4-BE49-F238E27FC236}">
                <a16:creationId xmlns:a16="http://schemas.microsoft.com/office/drawing/2014/main" id="{56AE2454-CE9A-4A6B-AB5A-349E0D967654}"/>
              </a:ext>
            </a:extLst>
          </p:cNvPr>
          <p:cNvSpPr>
            <a:spLocks noGrp="1"/>
          </p:cNvSpPr>
          <p:nvPr>
            <p:ph type="sldNum" sz="quarter" idx="12"/>
          </p:nvPr>
        </p:nvSpPr>
        <p:spPr/>
        <p:txBody>
          <a:bodyPr/>
          <a:lstStyle/>
          <a:p>
            <a:fld id="{D8DA9DAA-006C-4F4B-980E-E3DF019B24E2}" type="slidenum">
              <a:rPr lang="en-US" smtClean="0"/>
              <a:pPr/>
              <a:t>3</a:t>
            </a:fld>
            <a:endParaRPr lang="en-US" dirty="0"/>
          </a:p>
        </p:txBody>
      </p:sp>
    </p:spTree>
    <p:extLst>
      <p:ext uri="{BB962C8B-B14F-4D97-AF65-F5344CB8AC3E}">
        <p14:creationId xmlns:p14="http://schemas.microsoft.com/office/powerpoint/2010/main" val="365334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45CF0CC2-658D-4A87-9D2E-154B0ABE1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a:extLst>
              <a:ext uri="{FF2B5EF4-FFF2-40B4-BE49-F238E27FC236}">
                <a16:creationId xmlns:a16="http://schemas.microsoft.com/office/drawing/2014/main" id="{796C2CE2-29C3-4EBD-A8BB-82C6CC069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gradFill flip="none" rotWithShape="1">
            <a:gsLst>
              <a:gs pos="100000">
                <a:schemeClr val="accent4"/>
              </a:gs>
              <a:gs pos="0">
                <a:schemeClr val="accent2"/>
              </a:gs>
            </a:gsLst>
            <a:lin ang="15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10" name="Picture Placeholder 9" descr="A picture containing wooden block, indoor, wooden&#10;&#10;Description automatically generated">
            <a:extLst>
              <a:ext uri="{FF2B5EF4-FFF2-40B4-BE49-F238E27FC236}">
                <a16:creationId xmlns:a16="http://schemas.microsoft.com/office/drawing/2014/main" id="{EF5E7659-A2B0-BB5D-318B-CF51334E2F91}"/>
              </a:ext>
            </a:extLst>
          </p:cNvPr>
          <p:cNvPicPr>
            <a:picLocks noGrp="1" noChangeAspect="1"/>
          </p:cNvPicPr>
          <p:nvPr>
            <p:ph type="pic" sz="quarter" idx="13"/>
          </p:nvPr>
        </p:nvPicPr>
        <p:blipFill rotWithShape="1">
          <a:blip r:embed="rId2">
            <a:duotone>
              <a:schemeClr val="accent1">
                <a:shade val="45000"/>
                <a:satMod val="135000"/>
              </a:schemeClr>
              <a:prstClr val="white"/>
            </a:duotone>
            <a:alphaModFix amt="35000"/>
            <a:extLst>
              <a:ext uri="{837473B0-CC2E-450A-ABE3-18F120FF3D39}">
                <a1611:picAttrSrcUrl xmlns:a1611="http://schemas.microsoft.com/office/drawing/2016/11/main" r:id="rId3"/>
              </a:ext>
            </a:extLst>
          </a:blip>
          <a:srcRect t="7865" b="7865"/>
          <a:stretch/>
        </p:blipFill>
        <p:spPr>
          <a:xfrm>
            <a:off x="0" y="-8878"/>
            <a:ext cx="12191980" cy="6858000"/>
          </a:xfrm>
          <a:prstGeom prst="rect">
            <a:avLst/>
          </a:prstGeom>
        </p:spPr>
      </p:pic>
      <p:sp>
        <p:nvSpPr>
          <p:cNvPr id="3" name="Title 2">
            <a:extLst>
              <a:ext uri="{FF2B5EF4-FFF2-40B4-BE49-F238E27FC236}">
                <a16:creationId xmlns:a16="http://schemas.microsoft.com/office/drawing/2014/main" id="{634B2AFD-3BB9-66C4-1669-BF73D7BABB9D}"/>
              </a:ext>
            </a:extLst>
          </p:cNvPr>
          <p:cNvSpPr>
            <a:spLocks noGrp="1"/>
          </p:cNvSpPr>
          <p:nvPr>
            <p:ph type="title"/>
          </p:nvPr>
        </p:nvSpPr>
        <p:spPr>
          <a:xfrm>
            <a:off x="5846617" y="381935"/>
            <a:ext cx="5366040" cy="2344840"/>
          </a:xfrm>
        </p:spPr>
        <p:txBody>
          <a:bodyPr vert="horz" lIns="91440" tIns="45720" rIns="91440" bIns="45720" rtlCol="0" anchor="b">
            <a:normAutofit/>
          </a:bodyPr>
          <a:lstStyle/>
          <a:p>
            <a:r>
              <a:rPr lang="en-US" sz="7200" kern="1200">
                <a:solidFill>
                  <a:srgbClr val="FFFFFF"/>
                </a:solidFill>
                <a:latin typeface="+mj-lt"/>
                <a:ea typeface="+mj-ea"/>
                <a:cs typeface="+mj-cs"/>
              </a:rPr>
              <a:t>BENEFITS</a:t>
            </a:r>
          </a:p>
        </p:txBody>
      </p:sp>
      <p:sp>
        <p:nvSpPr>
          <p:cNvPr id="6" name="Footer Placeholder 5">
            <a:extLst>
              <a:ext uri="{FF2B5EF4-FFF2-40B4-BE49-F238E27FC236}">
                <a16:creationId xmlns:a16="http://schemas.microsoft.com/office/drawing/2014/main" id="{36D4FE21-236B-8708-93E5-FB3D1E807281}"/>
              </a:ext>
            </a:extLst>
          </p:cNvPr>
          <p:cNvSpPr>
            <a:spLocks noGrp="1"/>
          </p:cNvSpPr>
          <p:nvPr>
            <p:ph type="ftr" sz="quarter" idx="11"/>
          </p:nvPr>
        </p:nvSpPr>
        <p:spPr>
          <a:xfrm rot="16200000">
            <a:off x="-1150424" y="1591484"/>
            <a:ext cx="3548094" cy="365125"/>
          </a:xfrm>
        </p:spPr>
        <p:txBody>
          <a:bodyPr vert="horz" lIns="91440" tIns="45720" rIns="91440" bIns="45720" rtlCol="0" anchor="ctr">
            <a:normAutofit/>
          </a:bodyPr>
          <a:lstStyle/>
          <a:p>
            <a:pPr algn="ctr">
              <a:spcAft>
                <a:spcPts val="600"/>
              </a:spcAft>
            </a:pPr>
            <a:r>
              <a:rPr lang="en-US" sz="1200" b="1" i="0" kern="1200" cap="all" spc="100" baseline="0">
                <a:solidFill>
                  <a:srgbClr val="FFFFFF"/>
                </a:solidFill>
                <a:latin typeface="+mn-lt"/>
                <a:ea typeface="+mn-ea"/>
                <a:cs typeface="+mn-cs"/>
              </a:rPr>
              <a:t>FUNCTIONS</a:t>
            </a:r>
          </a:p>
        </p:txBody>
      </p:sp>
      <p:sp>
        <p:nvSpPr>
          <p:cNvPr id="2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960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rgbClr val="FFFFFF"/>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2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6116"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2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2748"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rgbClr val="FFFFFF"/>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cxnSp>
        <p:nvCxnSpPr>
          <p:cNvPr id="28" name="Straight Connector">
            <a:extLst>
              <a:ext uri="{FF2B5EF4-FFF2-40B4-BE49-F238E27FC236}">
                <a16:creationId xmlns:a16="http://schemas.microsoft.com/office/drawing/2014/main" id="{BF76EB78-6E9D-49A9-ADC5-7BCCD6F1FD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B0A72EF-CEC9-D02C-E169-A91B1E7B2125}"/>
              </a:ext>
            </a:extLst>
          </p:cNvPr>
          <p:cNvSpPr>
            <a:spLocks noGrp="1"/>
          </p:cNvSpPr>
          <p:nvPr>
            <p:ph idx="1"/>
          </p:nvPr>
        </p:nvSpPr>
        <p:spPr>
          <a:xfrm>
            <a:off x="3393060" y="3175552"/>
            <a:ext cx="8016810" cy="2809114"/>
          </a:xfrm>
        </p:spPr>
        <p:txBody>
          <a:bodyPr vert="horz" lIns="91440" tIns="45720" rIns="91440" bIns="45720" rtlCol="0" anchor="t">
            <a:normAutofit/>
          </a:bodyPr>
          <a:lstStyle/>
          <a:p>
            <a:pPr indent="-228600">
              <a:lnSpc>
                <a:spcPct val="90000"/>
              </a:lnSpc>
              <a:buFont typeface="Arial" panose="020B0604020202020204" pitchFamily="34" charset="0"/>
              <a:buChar char="•"/>
            </a:pPr>
            <a:r>
              <a:rPr lang="en-US" sz="3000" dirty="0">
                <a:solidFill>
                  <a:srgbClr val="FFFFFF"/>
                </a:solidFill>
              </a:rPr>
              <a:t>MODULARITY (DECMPOSITION)</a:t>
            </a:r>
          </a:p>
          <a:p>
            <a:pPr indent="-228600">
              <a:lnSpc>
                <a:spcPct val="90000"/>
              </a:lnSpc>
              <a:buFont typeface="Arial" panose="020B0604020202020204" pitchFamily="34" charset="0"/>
              <a:buChar char="•"/>
            </a:pPr>
            <a:r>
              <a:rPr lang="en-US" sz="3000" dirty="0">
                <a:solidFill>
                  <a:srgbClr val="FFFFFF"/>
                </a:solidFill>
              </a:rPr>
              <a:t>READABILITY</a:t>
            </a:r>
          </a:p>
          <a:p>
            <a:pPr indent="-228600">
              <a:lnSpc>
                <a:spcPct val="90000"/>
              </a:lnSpc>
              <a:buFont typeface="Arial" panose="020B0604020202020204" pitchFamily="34" charset="0"/>
              <a:buChar char="•"/>
            </a:pPr>
            <a:r>
              <a:rPr lang="en-US" sz="3000" dirty="0">
                <a:solidFill>
                  <a:srgbClr val="FFFFFF"/>
                </a:solidFill>
              </a:rPr>
              <a:t>MAINTANABILITY</a:t>
            </a:r>
          </a:p>
          <a:p>
            <a:pPr indent="-228600">
              <a:lnSpc>
                <a:spcPct val="90000"/>
              </a:lnSpc>
              <a:buFont typeface="Arial" panose="020B0604020202020204" pitchFamily="34" charset="0"/>
              <a:buChar char="•"/>
            </a:pPr>
            <a:r>
              <a:rPr lang="en-US" sz="3000" dirty="0">
                <a:solidFill>
                  <a:srgbClr val="FFFFFF"/>
                </a:solidFill>
              </a:rPr>
              <a:t>REUSABILITY</a:t>
            </a:r>
          </a:p>
        </p:txBody>
      </p:sp>
      <p:sp>
        <p:nvSpPr>
          <p:cNvPr id="5" name="Date Placeholder 4">
            <a:extLst>
              <a:ext uri="{FF2B5EF4-FFF2-40B4-BE49-F238E27FC236}">
                <a16:creationId xmlns:a16="http://schemas.microsoft.com/office/drawing/2014/main" id="{A47034FD-E44F-2545-1591-DF767F65638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4D15D22D-5EF0-4907-B3D9-62E94BC904F5}" type="datetime1">
              <a:rPr lang="en-US">
                <a:solidFill>
                  <a:srgbClr val="FFFFFF"/>
                </a:solidFill>
              </a:rPr>
              <a:pPr>
                <a:spcAft>
                  <a:spcPts val="600"/>
                </a:spcAft>
              </a:pPr>
              <a:t>9/17/2024</a:t>
            </a:fld>
            <a:endParaRPr lang="en-US">
              <a:solidFill>
                <a:srgbClr val="FFFFFF"/>
              </a:solidFill>
            </a:endParaRPr>
          </a:p>
        </p:txBody>
      </p:sp>
      <p:sp>
        <p:nvSpPr>
          <p:cNvPr id="7" name="Slide Number Placeholder 6">
            <a:extLst>
              <a:ext uri="{FF2B5EF4-FFF2-40B4-BE49-F238E27FC236}">
                <a16:creationId xmlns:a16="http://schemas.microsoft.com/office/drawing/2014/main" id="{B29D3532-32C7-2D28-AA1A-70D6D914BCD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D8DA9DAA-006C-4F4B-980E-E3DF019B24E2}" type="slidenum">
              <a:rPr lang="en-US">
                <a:solidFill>
                  <a:srgbClr val="FFFFFF"/>
                </a:solidFill>
              </a:rPr>
              <a:pPr>
                <a:spcAft>
                  <a:spcPts val="600"/>
                </a:spcAft>
              </a:pPr>
              <a:t>4</a:t>
            </a:fld>
            <a:endParaRPr lang="en-US">
              <a:solidFill>
                <a:srgbClr val="FFFFFF"/>
              </a:solidFill>
            </a:endParaRPr>
          </a:p>
        </p:txBody>
      </p:sp>
    </p:spTree>
    <p:extLst>
      <p:ext uri="{BB962C8B-B14F-4D97-AF65-F5344CB8AC3E}">
        <p14:creationId xmlns:p14="http://schemas.microsoft.com/office/powerpoint/2010/main" val="159634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2FB0B-15EC-453B-BC9B-69AD35DDCEA3}"/>
              </a:ext>
            </a:extLst>
          </p:cNvPr>
          <p:cNvSpPr>
            <a:spLocks noGrp="1"/>
          </p:cNvSpPr>
          <p:nvPr>
            <p:ph type="ctrTitle"/>
          </p:nvPr>
        </p:nvSpPr>
        <p:spPr/>
        <p:txBody>
          <a:bodyPr/>
          <a:lstStyle/>
          <a:p>
            <a:r>
              <a:rPr lang="en-US" spc="400" dirty="0">
                <a:latin typeface="+mn-lt"/>
              </a:rPr>
              <a:t>FUNCTION DEFINITION</a:t>
            </a:r>
            <a:endParaRPr lang="en-US" dirty="0"/>
          </a:p>
        </p:txBody>
      </p:sp>
      <p:sp>
        <p:nvSpPr>
          <p:cNvPr id="5" name="Subtitle 4">
            <a:extLst>
              <a:ext uri="{FF2B5EF4-FFF2-40B4-BE49-F238E27FC236}">
                <a16:creationId xmlns:a16="http://schemas.microsoft.com/office/drawing/2014/main" id="{8BDC1873-6CAA-CFEC-89A5-E1A75867984B}"/>
              </a:ext>
            </a:extLst>
          </p:cNvPr>
          <p:cNvSpPr>
            <a:spLocks noGrp="1"/>
          </p:cNvSpPr>
          <p:nvPr>
            <p:ph type="subTitle" idx="1"/>
          </p:nvPr>
        </p:nvSpPr>
        <p:spPr/>
        <p:txBody>
          <a:bodyPr/>
          <a:lstStyle/>
          <a:p>
            <a:endParaRPr lang="LID4096"/>
          </a:p>
        </p:txBody>
      </p:sp>
    </p:spTree>
    <p:extLst>
      <p:ext uri="{BB962C8B-B14F-4D97-AF65-F5344CB8AC3E}">
        <p14:creationId xmlns:p14="http://schemas.microsoft.com/office/powerpoint/2010/main" val="2227882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333E5-4F67-DFD0-2A62-711BE116AD8F}"/>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4" name="Slide Number Placeholder 3">
            <a:extLst>
              <a:ext uri="{FF2B5EF4-FFF2-40B4-BE49-F238E27FC236}">
                <a16:creationId xmlns:a16="http://schemas.microsoft.com/office/drawing/2014/main" id="{60FD184D-4DB4-D5A4-6B40-AB80397B74E4}"/>
              </a:ext>
            </a:extLst>
          </p:cNvPr>
          <p:cNvSpPr>
            <a:spLocks noGrp="1"/>
          </p:cNvSpPr>
          <p:nvPr>
            <p:ph type="sldNum" sz="quarter" idx="12"/>
          </p:nvPr>
        </p:nvSpPr>
        <p:spPr/>
        <p:txBody>
          <a:bodyPr/>
          <a:lstStyle/>
          <a:p>
            <a:fld id="{D8DA9DAA-006C-4F4B-980E-E3DF019B24E2}" type="slidenum">
              <a:rPr lang="en-US" smtClean="0"/>
              <a:t>6</a:t>
            </a:fld>
            <a:endParaRPr lang="en-US" dirty="0"/>
          </a:p>
        </p:txBody>
      </p:sp>
      <p:sp>
        <p:nvSpPr>
          <p:cNvPr id="5" name="TextBox 4">
            <a:extLst>
              <a:ext uri="{FF2B5EF4-FFF2-40B4-BE49-F238E27FC236}">
                <a16:creationId xmlns:a16="http://schemas.microsoft.com/office/drawing/2014/main" id="{2D5FF495-146F-F29A-CC5F-1A5B640E2989}"/>
              </a:ext>
            </a:extLst>
          </p:cNvPr>
          <p:cNvSpPr txBox="1"/>
          <p:nvPr/>
        </p:nvSpPr>
        <p:spPr>
          <a:xfrm>
            <a:off x="1012166" y="649857"/>
            <a:ext cx="10972800" cy="1477328"/>
          </a:xfrm>
          <a:prstGeom prst="rect">
            <a:avLst/>
          </a:prstGeom>
          <a:solidFill>
            <a:srgbClr val="92D050"/>
          </a:solidFill>
        </p:spPr>
        <p:txBody>
          <a:bodyPr wrap="square" rtlCol="0">
            <a:spAutoFit/>
          </a:bodyPr>
          <a:lstStyle/>
          <a:p>
            <a:r>
              <a:rPr lang="en-US" sz="3000" dirty="0"/>
              <a:t>C++ HAS  </a:t>
            </a:r>
            <a:r>
              <a:rPr lang="en-US" sz="3000" dirty="0">
                <a:solidFill>
                  <a:schemeClr val="accent5">
                    <a:lumMod val="75000"/>
                  </a:schemeClr>
                </a:solidFill>
              </a:rPr>
              <a:t>ONE DEFINITION RULE (ODR)</a:t>
            </a:r>
            <a:r>
              <a:rPr lang="en-US" sz="3000" dirty="0"/>
              <a:t>: A FUNCTION CAN DECLARED OR INVOKED IN MANY DIFFERENT  PLACES, BUT IT IS DEFINED IN ONE PLACE.</a:t>
            </a:r>
            <a:endParaRPr lang="LID4096" sz="3000" dirty="0"/>
          </a:p>
        </p:txBody>
      </p:sp>
      <p:sp>
        <p:nvSpPr>
          <p:cNvPr id="6" name="TextBox 5">
            <a:extLst>
              <a:ext uri="{FF2B5EF4-FFF2-40B4-BE49-F238E27FC236}">
                <a16:creationId xmlns:a16="http://schemas.microsoft.com/office/drawing/2014/main" id="{2E599FEF-7C4D-9895-43AD-5E37FFBA569D}"/>
              </a:ext>
            </a:extLst>
          </p:cNvPr>
          <p:cNvSpPr txBox="1"/>
          <p:nvPr/>
        </p:nvSpPr>
        <p:spPr>
          <a:xfrm>
            <a:off x="1012167" y="2145493"/>
            <a:ext cx="6510067" cy="4401205"/>
          </a:xfrm>
          <a:prstGeom prst="rect">
            <a:avLst/>
          </a:prstGeom>
          <a:solidFill>
            <a:schemeClr val="tx2">
              <a:lumMod val="10000"/>
              <a:lumOff val="90000"/>
            </a:schemeClr>
          </a:solidFill>
        </p:spPr>
        <p:txBody>
          <a:bodyPr wrap="square" rtlCol="0">
            <a:spAutoFit/>
          </a:bodyPr>
          <a:lstStyle/>
          <a:p>
            <a:r>
              <a:rPr lang="en-US" sz="2000" dirty="0">
                <a:solidFill>
                  <a:srgbClr val="808080"/>
                </a:solidFill>
                <a:latin typeface="Cascadia Mono" panose="020B0609020000020004" pitchFamily="49" charset="0"/>
              </a:rPr>
              <a:t>#include</a:t>
            </a:r>
            <a:r>
              <a:rPr lang="en-US" sz="2000" dirty="0">
                <a:solidFill>
                  <a:srgbClr val="000000"/>
                </a:solidFill>
                <a:latin typeface="Cascadia Mono" panose="020B0609020000020004" pitchFamily="49" charset="0"/>
              </a:rPr>
              <a:t> </a:t>
            </a:r>
            <a:r>
              <a:rPr lang="en-US" sz="2000" dirty="0">
                <a:solidFill>
                  <a:srgbClr val="A31515"/>
                </a:solidFill>
                <a:latin typeface="Cascadia Mono" panose="020B0609020000020004" pitchFamily="49" charset="0"/>
              </a:rPr>
              <a:t>&lt;iostream&gt;</a:t>
            </a:r>
            <a:endParaRPr lang="en-US" sz="2000" dirty="0">
              <a:solidFill>
                <a:srgbClr val="000000"/>
              </a:solidFill>
              <a:latin typeface="Cascadia Mono" panose="020B0609020000020004" pitchFamily="49" charset="0"/>
            </a:endParaRPr>
          </a:p>
          <a:p>
            <a:r>
              <a:rPr lang="en-US" sz="2000" dirty="0">
                <a:solidFill>
                  <a:srgbClr val="0000FF"/>
                </a:solidFill>
                <a:latin typeface="Cascadia Mono" panose="020B0609020000020004" pitchFamily="49" charset="0"/>
              </a:rPr>
              <a:t>bool</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isPrime</a:t>
            </a:r>
            <a:r>
              <a:rPr lang="en-US" sz="2000" dirty="0">
                <a:solidFill>
                  <a:srgbClr val="000000"/>
                </a:solidFill>
                <a:latin typeface="Cascadia Mono" panose="020B0609020000020004" pitchFamily="49" charset="0"/>
              </a:rPr>
              <a:t>(</a:t>
            </a:r>
            <a:r>
              <a:rPr lang="en-US" sz="2000" dirty="0">
                <a:solidFill>
                  <a:srgbClr val="0000FF"/>
                </a:solidFill>
                <a:latin typeface="Cascadia Mono" panose="020B0609020000020004" pitchFamily="49" charset="0"/>
              </a:rPr>
              <a:t>int</a:t>
            </a:r>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int</a:t>
            </a:r>
            <a:r>
              <a:rPr lang="en-US" sz="2000" dirty="0">
                <a:solidFill>
                  <a:srgbClr val="000000"/>
                </a:solidFill>
                <a:latin typeface="Cascadia Mono" panose="020B0609020000020004" pitchFamily="49" charset="0"/>
              </a:rPr>
              <a:t> main()</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 int</a:t>
            </a:r>
            <a:r>
              <a:rPr lang="en-US" sz="2000" dirty="0">
                <a:solidFill>
                  <a:srgbClr val="000000"/>
                </a:solidFill>
                <a:latin typeface="Cascadia Mono" panose="020B0609020000020004" pitchFamily="49" charset="0"/>
              </a:rPr>
              <a:t> n;</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cout</a:t>
            </a:r>
            <a:r>
              <a:rPr lang="en-US" sz="2000" dirty="0">
                <a:solidFill>
                  <a:srgbClr val="000000"/>
                </a:solidFill>
                <a:latin typeface="Cascadia Mono" panose="020B0609020000020004" pitchFamily="49" charset="0"/>
              </a:rPr>
              <a:t> &lt;&lt; </a:t>
            </a:r>
            <a:r>
              <a:rPr lang="en-US" sz="2000" dirty="0">
                <a:solidFill>
                  <a:srgbClr val="A31515"/>
                </a:solidFill>
                <a:latin typeface="Cascadia Mono" panose="020B0609020000020004" pitchFamily="49" charset="0"/>
              </a:rPr>
              <a:t>"Enter a positive number\n"</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cin</a:t>
            </a:r>
            <a:r>
              <a:rPr lang="en-US" sz="2000" dirty="0">
                <a:solidFill>
                  <a:srgbClr val="000000"/>
                </a:solidFill>
                <a:latin typeface="Cascadia Mono" panose="020B0609020000020004" pitchFamily="49" charset="0"/>
              </a:rPr>
              <a:t> &gt;&gt; n;</a:t>
            </a:r>
          </a:p>
          <a:p>
            <a:r>
              <a:rPr lang="nn-NO" sz="2000" dirty="0">
                <a:solidFill>
                  <a:srgbClr val="0000FF"/>
                </a:solidFill>
                <a:latin typeface="Cascadia Mono" panose="020B0609020000020004" pitchFamily="49" charset="0"/>
              </a:rPr>
              <a:t>for</a:t>
            </a:r>
            <a:r>
              <a:rPr lang="nn-NO" sz="2000" dirty="0">
                <a:solidFill>
                  <a:srgbClr val="000000"/>
                </a:solidFill>
                <a:latin typeface="Cascadia Mono" panose="020B0609020000020004" pitchFamily="49" charset="0"/>
              </a:rPr>
              <a:t> (</a:t>
            </a:r>
            <a:r>
              <a:rPr lang="nn-NO" sz="2000" dirty="0">
                <a:solidFill>
                  <a:srgbClr val="0000FF"/>
                </a:solidFill>
                <a:latin typeface="Cascadia Mono" panose="020B0609020000020004" pitchFamily="49" charset="0"/>
              </a:rPr>
              <a:t>int</a:t>
            </a:r>
            <a:r>
              <a:rPr lang="nn-NO" sz="2000" dirty="0">
                <a:solidFill>
                  <a:srgbClr val="000000"/>
                </a:solidFill>
                <a:latin typeface="Cascadia Mono" panose="020B0609020000020004" pitchFamily="49" charset="0"/>
              </a:rPr>
              <a:t> i = 2; i &lt; n; ++i)</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  if</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isPrime</a:t>
            </a:r>
            <a:r>
              <a:rPr lang="en-US" sz="2000" dirty="0">
                <a:solidFill>
                  <a:srgbClr val="000000"/>
                </a:solidFill>
                <a:latin typeface="Cascadia Mono" panose="020B0609020000020004" pitchFamily="49" charset="0"/>
              </a:rPr>
              <a:t>(</a:t>
            </a:r>
            <a:r>
              <a:rPr lang="en-US" sz="2000" dirty="0" err="1">
                <a:solidFill>
                  <a:srgbClr val="000000"/>
                </a:solidFill>
                <a:latin typeface="Cascadia Mono" panose="020B0609020000020004" pitchFamily="49" charset="0"/>
              </a:rPr>
              <a:t>i</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cout</a:t>
            </a:r>
            <a:r>
              <a:rPr lang="en-US" sz="2000" dirty="0">
                <a:solidFill>
                  <a:srgbClr val="000000"/>
                </a:solidFill>
                <a:latin typeface="Cascadia Mono" panose="020B0609020000020004" pitchFamily="49" charset="0"/>
              </a:rPr>
              <a:t> &lt;&lt; </a:t>
            </a:r>
            <a:r>
              <a:rPr lang="en-US" sz="2000" dirty="0" err="1">
                <a:solidFill>
                  <a:srgbClr val="000000"/>
                </a:solidFill>
                <a:latin typeface="Cascadia Mono" panose="020B0609020000020004" pitchFamily="49" charset="0"/>
              </a:rPr>
              <a:t>i</a:t>
            </a:r>
            <a:r>
              <a:rPr lang="en-US" sz="2000" dirty="0">
                <a:solidFill>
                  <a:srgbClr val="000000"/>
                </a:solidFill>
                <a:latin typeface="Cascadia Mono" panose="020B0609020000020004" pitchFamily="49" charset="0"/>
              </a:rPr>
              <a:t> &lt;&lt; </a:t>
            </a:r>
            <a:r>
              <a:rPr lang="en-US" sz="2000" dirty="0">
                <a:solidFill>
                  <a:srgbClr val="A31515"/>
                </a:solidFill>
                <a:latin typeface="Cascadia Mono" panose="020B0609020000020004" pitchFamily="49" charset="0"/>
              </a:rPr>
              <a:t>"\n"</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return</a:t>
            </a:r>
            <a:r>
              <a:rPr lang="en-US" sz="2000" dirty="0">
                <a:solidFill>
                  <a:srgbClr val="000000"/>
                </a:solidFill>
                <a:latin typeface="Cascadia Mono" panose="020B0609020000020004" pitchFamily="49" charset="0"/>
              </a:rPr>
              <a:t> 0;</a:t>
            </a:r>
          </a:p>
          <a:p>
            <a:r>
              <a:rPr lang="en-US" sz="2000" dirty="0">
                <a:solidFill>
                  <a:srgbClr val="000000"/>
                </a:solidFill>
                <a:latin typeface="Cascadia Mono" panose="020B0609020000020004" pitchFamily="49" charset="0"/>
              </a:rPr>
              <a:t>}</a:t>
            </a:r>
            <a:endParaRPr lang="LID4096" sz="2000" dirty="0"/>
          </a:p>
        </p:txBody>
      </p:sp>
      <p:sp>
        <p:nvSpPr>
          <p:cNvPr id="8" name="TextBox 7">
            <a:extLst>
              <a:ext uri="{FF2B5EF4-FFF2-40B4-BE49-F238E27FC236}">
                <a16:creationId xmlns:a16="http://schemas.microsoft.com/office/drawing/2014/main" id="{761A2F8C-530F-1AC8-6303-4FA91EC230B2}"/>
              </a:ext>
            </a:extLst>
          </p:cNvPr>
          <p:cNvSpPr txBox="1"/>
          <p:nvPr/>
        </p:nvSpPr>
        <p:spPr>
          <a:xfrm>
            <a:off x="7458974" y="2085619"/>
            <a:ext cx="4618008" cy="3139321"/>
          </a:xfrm>
          <a:prstGeom prst="rect">
            <a:avLst/>
          </a:prstGeom>
          <a:solidFill>
            <a:schemeClr val="accent4">
              <a:lumMod val="20000"/>
              <a:lumOff val="80000"/>
            </a:schemeClr>
          </a:solidFill>
        </p:spPr>
        <p:txBody>
          <a:bodyPr wrap="square" rtlCol="0">
            <a:spAutoFit/>
          </a:bodyPr>
          <a:lstStyle/>
          <a:p>
            <a:r>
              <a:rPr lang="en-US" sz="1800" dirty="0">
                <a:solidFill>
                  <a:srgbClr val="0000FF"/>
                </a:solidFill>
                <a:latin typeface="Cascadia Mono" panose="020B0609020000020004" pitchFamily="49" charset="0"/>
              </a:rPr>
              <a:t>bool</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isPrime</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&lt;= 1)</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false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 2)</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true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for</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 2;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&lt;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 0)</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false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true</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endParaRPr lang="LID4096" dirty="0"/>
          </a:p>
        </p:txBody>
      </p:sp>
    </p:spTree>
    <p:extLst>
      <p:ext uri="{BB962C8B-B14F-4D97-AF65-F5344CB8AC3E}">
        <p14:creationId xmlns:p14="http://schemas.microsoft.com/office/powerpoint/2010/main" val="3395920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333E5-4F67-DFD0-2A62-711BE116AD8F}"/>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4" name="Slide Number Placeholder 3">
            <a:extLst>
              <a:ext uri="{FF2B5EF4-FFF2-40B4-BE49-F238E27FC236}">
                <a16:creationId xmlns:a16="http://schemas.microsoft.com/office/drawing/2014/main" id="{60FD184D-4DB4-D5A4-6B40-AB80397B74E4}"/>
              </a:ext>
            </a:extLst>
          </p:cNvPr>
          <p:cNvSpPr>
            <a:spLocks noGrp="1"/>
          </p:cNvSpPr>
          <p:nvPr>
            <p:ph type="sldNum" sz="quarter" idx="12"/>
          </p:nvPr>
        </p:nvSpPr>
        <p:spPr/>
        <p:txBody>
          <a:bodyPr/>
          <a:lstStyle/>
          <a:p>
            <a:fld id="{D8DA9DAA-006C-4F4B-980E-E3DF019B24E2}" type="slidenum">
              <a:rPr lang="en-US" smtClean="0"/>
              <a:t>7</a:t>
            </a:fld>
            <a:endParaRPr lang="en-US" dirty="0"/>
          </a:p>
        </p:txBody>
      </p:sp>
      <p:sp>
        <p:nvSpPr>
          <p:cNvPr id="5" name="TextBox 4">
            <a:extLst>
              <a:ext uri="{FF2B5EF4-FFF2-40B4-BE49-F238E27FC236}">
                <a16:creationId xmlns:a16="http://schemas.microsoft.com/office/drawing/2014/main" id="{2D5FF495-146F-F29A-CC5F-1A5B640E2989}"/>
              </a:ext>
            </a:extLst>
          </p:cNvPr>
          <p:cNvSpPr txBox="1"/>
          <p:nvPr/>
        </p:nvSpPr>
        <p:spPr>
          <a:xfrm>
            <a:off x="1012166" y="649857"/>
            <a:ext cx="10972800" cy="1477328"/>
          </a:xfrm>
          <a:prstGeom prst="rect">
            <a:avLst/>
          </a:prstGeom>
          <a:solidFill>
            <a:srgbClr val="92D050"/>
          </a:solidFill>
        </p:spPr>
        <p:txBody>
          <a:bodyPr wrap="square" rtlCol="0">
            <a:spAutoFit/>
          </a:bodyPr>
          <a:lstStyle/>
          <a:p>
            <a:r>
              <a:rPr lang="en-US" sz="3000" dirty="0"/>
              <a:t>C++ HAS  </a:t>
            </a:r>
            <a:r>
              <a:rPr lang="en-US" sz="3000" dirty="0">
                <a:solidFill>
                  <a:schemeClr val="accent5">
                    <a:lumMod val="75000"/>
                  </a:schemeClr>
                </a:solidFill>
              </a:rPr>
              <a:t>ONE DEFINITION RULE (ODR)</a:t>
            </a:r>
            <a:r>
              <a:rPr lang="en-US" sz="3000" dirty="0"/>
              <a:t>: A FUNCTION CAN DECLARED OR INVOKED IN MANY DIFFERENT  PLACES, BUT IT IS DEFINED IN ONE PLACE.</a:t>
            </a:r>
            <a:endParaRPr lang="LID4096" sz="3000" dirty="0"/>
          </a:p>
        </p:txBody>
      </p:sp>
      <p:sp>
        <p:nvSpPr>
          <p:cNvPr id="6" name="TextBox 5">
            <a:extLst>
              <a:ext uri="{FF2B5EF4-FFF2-40B4-BE49-F238E27FC236}">
                <a16:creationId xmlns:a16="http://schemas.microsoft.com/office/drawing/2014/main" id="{2E599FEF-7C4D-9895-43AD-5E37FFBA569D}"/>
              </a:ext>
            </a:extLst>
          </p:cNvPr>
          <p:cNvSpPr txBox="1"/>
          <p:nvPr/>
        </p:nvSpPr>
        <p:spPr>
          <a:xfrm>
            <a:off x="1012167" y="2145493"/>
            <a:ext cx="6510067" cy="4401205"/>
          </a:xfrm>
          <a:prstGeom prst="rect">
            <a:avLst/>
          </a:prstGeom>
          <a:solidFill>
            <a:schemeClr val="tx2">
              <a:lumMod val="10000"/>
              <a:lumOff val="90000"/>
            </a:schemeClr>
          </a:solidFill>
        </p:spPr>
        <p:txBody>
          <a:bodyPr wrap="square" rtlCol="0">
            <a:spAutoFit/>
          </a:bodyPr>
          <a:lstStyle/>
          <a:p>
            <a:r>
              <a:rPr lang="en-US" sz="2000" dirty="0">
                <a:solidFill>
                  <a:srgbClr val="808080"/>
                </a:solidFill>
                <a:latin typeface="Cascadia Mono" panose="020B0609020000020004" pitchFamily="49" charset="0"/>
              </a:rPr>
              <a:t>#include</a:t>
            </a:r>
            <a:r>
              <a:rPr lang="en-US" sz="2000" dirty="0">
                <a:solidFill>
                  <a:srgbClr val="000000"/>
                </a:solidFill>
                <a:latin typeface="Cascadia Mono" panose="020B0609020000020004" pitchFamily="49" charset="0"/>
              </a:rPr>
              <a:t> </a:t>
            </a:r>
            <a:r>
              <a:rPr lang="en-US" sz="2000" dirty="0">
                <a:solidFill>
                  <a:srgbClr val="A31515"/>
                </a:solidFill>
                <a:latin typeface="Cascadia Mono" panose="020B0609020000020004" pitchFamily="49" charset="0"/>
              </a:rPr>
              <a:t>&lt;iostream&gt;</a:t>
            </a:r>
            <a:endParaRPr lang="en-US" sz="2000" dirty="0">
              <a:solidFill>
                <a:srgbClr val="000000"/>
              </a:solidFill>
              <a:latin typeface="Cascadia Mono" panose="020B0609020000020004" pitchFamily="49" charset="0"/>
            </a:endParaRPr>
          </a:p>
          <a:p>
            <a:r>
              <a:rPr lang="en-US" sz="2000" dirty="0">
                <a:solidFill>
                  <a:srgbClr val="0000FF"/>
                </a:solidFill>
                <a:latin typeface="Cascadia Mono" panose="020B0609020000020004" pitchFamily="49" charset="0"/>
              </a:rPr>
              <a:t>bool</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isPrime</a:t>
            </a:r>
            <a:r>
              <a:rPr lang="en-US" sz="2000" dirty="0">
                <a:solidFill>
                  <a:srgbClr val="000000"/>
                </a:solidFill>
                <a:latin typeface="Cascadia Mono" panose="020B0609020000020004" pitchFamily="49" charset="0"/>
              </a:rPr>
              <a:t>(</a:t>
            </a:r>
            <a:r>
              <a:rPr lang="en-US" sz="2000" dirty="0">
                <a:solidFill>
                  <a:srgbClr val="0000FF"/>
                </a:solidFill>
                <a:latin typeface="Cascadia Mono" panose="020B0609020000020004" pitchFamily="49" charset="0"/>
              </a:rPr>
              <a:t>int</a:t>
            </a:r>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int</a:t>
            </a:r>
            <a:r>
              <a:rPr lang="en-US" sz="2000" dirty="0">
                <a:solidFill>
                  <a:srgbClr val="000000"/>
                </a:solidFill>
                <a:latin typeface="Cascadia Mono" panose="020B0609020000020004" pitchFamily="49" charset="0"/>
              </a:rPr>
              <a:t> main()</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 int</a:t>
            </a:r>
            <a:r>
              <a:rPr lang="en-US" sz="2000" dirty="0">
                <a:solidFill>
                  <a:srgbClr val="000000"/>
                </a:solidFill>
                <a:latin typeface="Cascadia Mono" panose="020B0609020000020004" pitchFamily="49" charset="0"/>
              </a:rPr>
              <a:t> n;</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cout</a:t>
            </a:r>
            <a:r>
              <a:rPr lang="en-US" sz="2000" dirty="0">
                <a:solidFill>
                  <a:srgbClr val="000000"/>
                </a:solidFill>
                <a:latin typeface="Cascadia Mono" panose="020B0609020000020004" pitchFamily="49" charset="0"/>
              </a:rPr>
              <a:t> &lt;&lt; </a:t>
            </a:r>
            <a:r>
              <a:rPr lang="en-US" sz="2000" dirty="0">
                <a:solidFill>
                  <a:srgbClr val="A31515"/>
                </a:solidFill>
                <a:latin typeface="Cascadia Mono" panose="020B0609020000020004" pitchFamily="49" charset="0"/>
              </a:rPr>
              <a:t>"Enter a positive number\n"</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cin</a:t>
            </a:r>
            <a:r>
              <a:rPr lang="en-US" sz="2000" dirty="0">
                <a:solidFill>
                  <a:srgbClr val="000000"/>
                </a:solidFill>
                <a:latin typeface="Cascadia Mono" panose="020B0609020000020004" pitchFamily="49" charset="0"/>
              </a:rPr>
              <a:t> &gt;&gt; n;</a:t>
            </a:r>
          </a:p>
          <a:p>
            <a:r>
              <a:rPr lang="nn-NO" sz="2000" dirty="0">
                <a:solidFill>
                  <a:srgbClr val="0000FF"/>
                </a:solidFill>
                <a:latin typeface="Cascadia Mono" panose="020B0609020000020004" pitchFamily="49" charset="0"/>
              </a:rPr>
              <a:t>for</a:t>
            </a:r>
            <a:r>
              <a:rPr lang="nn-NO" sz="2000" dirty="0">
                <a:solidFill>
                  <a:srgbClr val="000000"/>
                </a:solidFill>
                <a:latin typeface="Cascadia Mono" panose="020B0609020000020004" pitchFamily="49" charset="0"/>
              </a:rPr>
              <a:t> (</a:t>
            </a:r>
            <a:r>
              <a:rPr lang="nn-NO" sz="2000" dirty="0">
                <a:solidFill>
                  <a:srgbClr val="0000FF"/>
                </a:solidFill>
                <a:latin typeface="Cascadia Mono" panose="020B0609020000020004" pitchFamily="49" charset="0"/>
              </a:rPr>
              <a:t>int</a:t>
            </a:r>
            <a:r>
              <a:rPr lang="nn-NO" sz="2000" dirty="0">
                <a:solidFill>
                  <a:srgbClr val="000000"/>
                </a:solidFill>
                <a:latin typeface="Cascadia Mono" panose="020B0609020000020004" pitchFamily="49" charset="0"/>
              </a:rPr>
              <a:t> i = 2; i &lt; n; ++i)</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  if</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isPrime</a:t>
            </a:r>
            <a:r>
              <a:rPr lang="en-US" sz="2000" dirty="0">
                <a:solidFill>
                  <a:srgbClr val="000000"/>
                </a:solidFill>
                <a:latin typeface="Cascadia Mono" panose="020B0609020000020004" pitchFamily="49" charset="0"/>
              </a:rPr>
              <a:t>(</a:t>
            </a:r>
            <a:r>
              <a:rPr lang="en-US" sz="2000" dirty="0" err="1">
                <a:solidFill>
                  <a:srgbClr val="000000"/>
                </a:solidFill>
                <a:latin typeface="Cascadia Mono" panose="020B0609020000020004" pitchFamily="49" charset="0"/>
              </a:rPr>
              <a:t>i</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cout</a:t>
            </a:r>
            <a:r>
              <a:rPr lang="en-US" sz="2000" dirty="0">
                <a:solidFill>
                  <a:srgbClr val="000000"/>
                </a:solidFill>
                <a:latin typeface="Cascadia Mono" panose="020B0609020000020004" pitchFamily="49" charset="0"/>
              </a:rPr>
              <a:t> &lt;&lt; </a:t>
            </a:r>
            <a:r>
              <a:rPr lang="en-US" sz="2000" dirty="0" err="1">
                <a:solidFill>
                  <a:srgbClr val="000000"/>
                </a:solidFill>
                <a:latin typeface="Cascadia Mono" panose="020B0609020000020004" pitchFamily="49" charset="0"/>
              </a:rPr>
              <a:t>i</a:t>
            </a:r>
            <a:r>
              <a:rPr lang="en-US" sz="2000" dirty="0">
                <a:solidFill>
                  <a:srgbClr val="000000"/>
                </a:solidFill>
                <a:latin typeface="Cascadia Mono" panose="020B0609020000020004" pitchFamily="49" charset="0"/>
              </a:rPr>
              <a:t> &lt;&lt; </a:t>
            </a:r>
            <a:r>
              <a:rPr lang="en-US" sz="2000" dirty="0">
                <a:solidFill>
                  <a:srgbClr val="A31515"/>
                </a:solidFill>
                <a:latin typeface="Cascadia Mono" panose="020B0609020000020004" pitchFamily="49" charset="0"/>
              </a:rPr>
              <a:t>"\n"</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return</a:t>
            </a:r>
            <a:r>
              <a:rPr lang="en-US" sz="2000" dirty="0">
                <a:solidFill>
                  <a:srgbClr val="000000"/>
                </a:solidFill>
                <a:latin typeface="Cascadia Mono" panose="020B0609020000020004" pitchFamily="49" charset="0"/>
              </a:rPr>
              <a:t> 0;</a:t>
            </a:r>
          </a:p>
          <a:p>
            <a:r>
              <a:rPr lang="en-US" sz="2000" dirty="0">
                <a:solidFill>
                  <a:srgbClr val="000000"/>
                </a:solidFill>
                <a:latin typeface="Cascadia Mono" panose="020B0609020000020004" pitchFamily="49" charset="0"/>
              </a:rPr>
              <a:t>}</a:t>
            </a:r>
            <a:endParaRPr lang="LID4096" sz="2000" dirty="0"/>
          </a:p>
        </p:txBody>
      </p:sp>
      <p:sp>
        <p:nvSpPr>
          <p:cNvPr id="8" name="TextBox 7">
            <a:extLst>
              <a:ext uri="{FF2B5EF4-FFF2-40B4-BE49-F238E27FC236}">
                <a16:creationId xmlns:a16="http://schemas.microsoft.com/office/drawing/2014/main" id="{761A2F8C-530F-1AC8-6303-4FA91EC230B2}"/>
              </a:ext>
            </a:extLst>
          </p:cNvPr>
          <p:cNvSpPr txBox="1"/>
          <p:nvPr/>
        </p:nvSpPr>
        <p:spPr>
          <a:xfrm>
            <a:off x="7458974" y="2085619"/>
            <a:ext cx="4618008" cy="3139321"/>
          </a:xfrm>
          <a:prstGeom prst="rect">
            <a:avLst/>
          </a:prstGeom>
          <a:solidFill>
            <a:schemeClr val="accent4">
              <a:lumMod val="20000"/>
              <a:lumOff val="80000"/>
            </a:schemeClr>
          </a:solidFill>
        </p:spPr>
        <p:txBody>
          <a:bodyPr wrap="square" rtlCol="0">
            <a:spAutoFit/>
          </a:bodyPr>
          <a:lstStyle/>
          <a:p>
            <a:r>
              <a:rPr lang="en-US" sz="1800" dirty="0">
                <a:solidFill>
                  <a:srgbClr val="0000FF"/>
                </a:solidFill>
                <a:latin typeface="Cascadia Mono" panose="020B0609020000020004" pitchFamily="49" charset="0"/>
              </a:rPr>
              <a:t>bool</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isPrime</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&lt;= 1)</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false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 2)</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true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for</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 2;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&lt;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 0)</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false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true</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endParaRPr lang="LID4096" dirty="0"/>
          </a:p>
        </p:txBody>
      </p:sp>
      <p:sp>
        <p:nvSpPr>
          <p:cNvPr id="9" name="Rectangle: Rounded Corners 8">
            <a:extLst>
              <a:ext uri="{FF2B5EF4-FFF2-40B4-BE49-F238E27FC236}">
                <a16:creationId xmlns:a16="http://schemas.microsoft.com/office/drawing/2014/main" id="{A7A961B1-10D1-B0B0-5AC8-4C4AD09CBB72}"/>
              </a:ext>
            </a:extLst>
          </p:cNvPr>
          <p:cNvSpPr/>
          <p:nvPr/>
        </p:nvSpPr>
        <p:spPr>
          <a:xfrm>
            <a:off x="8103080" y="5709369"/>
            <a:ext cx="2599426" cy="11214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FUNCTION DEFINITION</a:t>
            </a:r>
            <a:endParaRPr lang="LID4096" dirty="0"/>
          </a:p>
        </p:txBody>
      </p:sp>
      <p:sp>
        <p:nvSpPr>
          <p:cNvPr id="10" name="Rectangle: Rounded Corners 9">
            <a:extLst>
              <a:ext uri="{FF2B5EF4-FFF2-40B4-BE49-F238E27FC236}">
                <a16:creationId xmlns:a16="http://schemas.microsoft.com/office/drawing/2014/main" id="{63C97F69-567D-873C-5C51-652CA803A234}"/>
              </a:ext>
            </a:extLst>
          </p:cNvPr>
          <p:cNvSpPr/>
          <p:nvPr/>
        </p:nvSpPr>
        <p:spPr>
          <a:xfrm>
            <a:off x="3663351" y="4704478"/>
            <a:ext cx="1863306" cy="5405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FUNCTION CALL</a:t>
            </a:r>
            <a:endParaRPr lang="LID4096" dirty="0"/>
          </a:p>
        </p:txBody>
      </p:sp>
      <p:sp>
        <p:nvSpPr>
          <p:cNvPr id="11" name="Rectangle: Rounded Corners 10">
            <a:extLst>
              <a:ext uri="{FF2B5EF4-FFF2-40B4-BE49-F238E27FC236}">
                <a16:creationId xmlns:a16="http://schemas.microsoft.com/office/drawing/2014/main" id="{F07E94F8-66FE-326E-ADC1-832254ECE000}"/>
              </a:ext>
            </a:extLst>
          </p:cNvPr>
          <p:cNvSpPr/>
          <p:nvPr/>
        </p:nvSpPr>
        <p:spPr>
          <a:xfrm>
            <a:off x="3870384" y="2444151"/>
            <a:ext cx="2081842" cy="54058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PROTOTYPE</a:t>
            </a:r>
            <a:endParaRPr lang="LID4096" dirty="0"/>
          </a:p>
        </p:txBody>
      </p:sp>
      <p:sp>
        <p:nvSpPr>
          <p:cNvPr id="12" name="Arrow: Up 11">
            <a:extLst>
              <a:ext uri="{FF2B5EF4-FFF2-40B4-BE49-F238E27FC236}">
                <a16:creationId xmlns:a16="http://schemas.microsoft.com/office/drawing/2014/main" id="{81A76797-6781-4504-3DB9-25C3294C50F3}"/>
              </a:ext>
            </a:extLst>
          </p:cNvPr>
          <p:cNvSpPr/>
          <p:nvPr/>
        </p:nvSpPr>
        <p:spPr>
          <a:xfrm>
            <a:off x="9028982" y="5164347"/>
            <a:ext cx="247290" cy="592347"/>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739199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6ADD39-571A-7D4C-0753-247FE8F00399}"/>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4" name="Slide Number Placeholder 3">
            <a:extLst>
              <a:ext uri="{FF2B5EF4-FFF2-40B4-BE49-F238E27FC236}">
                <a16:creationId xmlns:a16="http://schemas.microsoft.com/office/drawing/2014/main" id="{F5DE0887-F824-1B02-4F29-31409DB285BA}"/>
              </a:ext>
            </a:extLst>
          </p:cNvPr>
          <p:cNvSpPr>
            <a:spLocks noGrp="1"/>
          </p:cNvSpPr>
          <p:nvPr>
            <p:ph type="sldNum" sz="quarter" idx="12"/>
          </p:nvPr>
        </p:nvSpPr>
        <p:spPr/>
        <p:txBody>
          <a:bodyPr/>
          <a:lstStyle/>
          <a:p>
            <a:fld id="{D8DA9DAA-006C-4F4B-980E-E3DF019B24E2}" type="slidenum">
              <a:rPr lang="en-US" smtClean="0"/>
              <a:t>8</a:t>
            </a:fld>
            <a:endParaRPr lang="en-US" dirty="0"/>
          </a:p>
        </p:txBody>
      </p:sp>
      <p:sp>
        <p:nvSpPr>
          <p:cNvPr id="5" name="TextBox 4">
            <a:extLst>
              <a:ext uri="{FF2B5EF4-FFF2-40B4-BE49-F238E27FC236}">
                <a16:creationId xmlns:a16="http://schemas.microsoft.com/office/drawing/2014/main" id="{C889DF15-3A6D-FD0E-FE5F-A7076AD46937}"/>
              </a:ext>
            </a:extLst>
          </p:cNvPr>
          <p:cNvSpPr txBox="1"/>
          <p:nvPr/>
        </p:nvSpPr>
        <p:spPr>
          <a:xfrm>
            <a:off x="1040921" y="442823"/>
            <a:ext cx="10541479" cy="646331"/>
          </a:xfrm>
          <a:prstGeom prst="rect">
            <a:avLst/>
          </a:prstGeom>
          <a:solidFill>
            <a:srgbClr val="92D050"/>
          </a:solidFill>
        </p:spPr>
        <p:txBody>
          <a:bodyPr wrap="square" rtlCol="0">
            <a:spAutoFit/>
          </a:bodyPr>
          <a:lstStyle/>
          <a:p>
            <a:r>
              <a:rPr lang="en-US" sz="3600" dirty="0"/>
              <a:t>FUNCTION PROTOTYPE : </a:t>
            </a:r>
            <a:r>
              <a:rPr lang="en-US" sz="3600" dirty="0">
                <a:solidFill>
                  <a:schemeClr val="accent4"/>
                </a:solidFill>
              </a:rPr>
              <a:t>DECLARATION</a:t>
            </a:r>
            <a:endParaRPr lang="LID4096" sz="3600" dirty="0">
              <a:solidFill>
                <a:schemeClr val="accent4"/>
              </a:solidFill>
            </a:endParaRPr>
          </a:p>
        </p:txBody>
      </p:sp>
      <p:sp>
        <p:nvSpPr>
          <p:cNvPr id="6" name="TextBox 5">
            <a:extLst>
              <a:ext uri="{FF2B5EF4-FFF2-40B4-BE49-F238E27FC236}">
                <a16:creationId xmlns:a16="http://schemas.microsoft.com/office/drawing/2014/main" id="{39316FAE-2764-B637-C618-71F7D94B87B9}"/>
              </a:ext>
            </a:extLst>
          </p:cNvPr>
          <p:cNvSpPr txBox="1"/>
          <p:nvPr/>
        </p:nvSpPr>
        <p:spPr>
          <a:xfrm>
            <a:off x="1817299" y="2219863"/>
            <a:ext cx="8338868" cy="1138773"/>
          </a:xfrm>
          <a:prstGeom prst="rect">
            <a:avLst/>
          </a:prstGeom>
          <a:noFill/>
        </p:spPr>
        <p:txBody>
          <a:bodyPr wrap="square" rtlCol="0">
            <a:spAutoFit/>
          </a:bodyPr>
          <a:lstStyle/>
          <a:p>
            <a:r>
              <a:rPr lang="en-US" sz="5000" dirty="0">
                <a:solidFill>
                  <a:srgbClr val="0000FF"/>
                </a:solidFill>
                <a:latin typeface="Cascadia Mono" panose="020B0609020000020004" pitchFamily="49" charset="0"/>
              </a:rPr>
              <a:t>bool</a:t>
            </a:r>
            <a:r>
              <a:rPr lang="en-US" sz="5000" dirty="0">
                <a:solidFill>
                  <a:srgbClr val="000000"/>
                </a:solidFill>
                <a:latin typeface="Cascadia Mono" panose="020B0609020000020004" pitchFamily="49" charset="0"/>
              </a:rPr>
              <a:t> </a:t>
            </a:r>
            <a:r>
              <a:rPr lang="en-US" sz="5000" dirty="0" err="1">
                <a:solidFill>
                  <a:srgbClr val="000000"/>
                </a:solidFill>
                <a:latin typeface="Cascadia Mono" panose="020B0609020000020004" pitchFamily="49" charset="0"/>
              </a:rPr>
              <a:t>isPrime</a:t>
            </a:r>
            <a:r>
              <a:rPr lang="en-US" sz="5000" dirty="0">
                <a:solidFill>
                  <a:srgbClr val="000000"/>
                </a:solidFill>
                <a:latin typeface="Cascadia Mono" panose="020B0609020000020004" pitchFamily="49" charset="0"/>
              </a:rPr>
              <a:t>(</a:t>
            </a:r>
            <a:r>
              <a:rPr lang="en-US" sz="5000" dirty="0">
                <a:solidFill>
                  <a:srgbClr val="0000FF"/>
                </a:solidFill>
                <a:latin typeface="Cascadia Mono" panose="020B0609020000020004" pitchFamily="49" charset="0"/>
              </a:rPr>
              <a:t>int</a:t>
            </a:r>
            <a:r>
              <a:rPr lang="en-US" sz="5000" dirty="0">
                <a:solidFill>
                  <a:srgbClr val="000000"/>
                </a:solidFill>
                <a:latin typeface="Cascadia Mono" panose="020B0609020000020004" pitchFamily="49" charset="0"/>
              </a:rPr>
              <a:t>);</a:t>
            </a:r>
          </a:p>
          <a:p>
            <a:endParaRPr lang="LID4096" dirty="0"/>
          </a:p>
        </p:txBody>
      </p:sp>
      <p:sp>
        <p:nvSpPr>
          <p:cNvPr id="7" name="Rectangle: Rounded Corners 6">
            <a:extLst>
              <a:ext uri="{FF2B5EF4-FFF2-40B4-BE49-F238E27FC236}">
                <a16:creationId xmlns:a16="http://schemas.microsoft.com/office/drawing/2014/main" id="{C9D4736E-59B5-11ED-585B-8CE917F985D5}"/>
              </a:ext>
            </a:extLst>
          </p:cNvPr>
          <p:cNvSpPr/>
          <p:nvPr/>
        </p:nvSpPr>
        <p:spPr>
          <a:xfrm>
            <a:off x="1092679" y="5187351"/>
            <a:ext cx="1805796" cy="810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 TYPE</a:t>
            </a:r>
            <a:endParaRPr lang="LID4096" dirty="0"/>
          </a:p>
        </p:txBody>
      </p:sp>
      <p:sp>
        <p:nvSpPr>
          <p:cNvPr id="8" name="Rectangle: Rounded Corners 7">
            <a:extLst>
              <a:ext uri="{FF2B5EF4-FFF2-40B4-BE49-F238E27FC236}">
                <a16:creationId xmlns:a16="http://schemas.microsoft.com/office/drawing/2014/main" id="{65CFF74D-1565-EE9A-2830-2CD03B3AF105}"/>
              </a:ext>
            </a:extLst>
          </p:cNvPr>
          <p:cNvSpPr/>
          <p:nvPr/>
        </p:nvSpPr>
        <p:spPr>
          <a:xfrm>
            <a:off x="3272287" y="5187351"/>
            <a:ext cx="2242868" cy="810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FUNCTION NAME</a:t>
            </a:r>
            <a:endParaRPr lang="LID4096" dirty="0"/>
          </a:p>
        </p:txBody>
      </p:sp>
      <p:sp>
        <p:nvSpPr>
          <p:cNvPr id="9" name="Rectangle: Rounded Corners 8">
            <a:extLst>
              <a:ext uri="{FF2B5EF4-FFF2-40B4-BE49-F238E27FC236}">
                <a16:creationId xmlns:a16="http://schemas.microsoft.com/office/drawing/2014/main" id="{C99A9976-A868-E1D3-66FB-38A09C1ECA96}"/>
              </a:ext>
            </a:extLst>
          </p:cNvPr>
          <p:cNvSpPr/>
          <p:nvPr/>
        </p:nvSpPr>
        <p:spPr>
          <a:xfrm>
            <a:off x="5940724" y="5187352"/>
            <a:ext cx="2283125" cy="8108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LIST OF PARAMETERS</a:t>
            </a:r>
            <a:endParaRPr lang="LID4096" dirty="0"/>
          </a:p>
        </p:txBody>
      </p:sp>
      <p:sp>
        <p:nvSpPr>
          <p:cNvPr id="10" name="Arrow: Up 9">
            <a:extLst>
              <a:ext uri="{FF2B5EF4-FFF2-40B4-BE49-F238E27FC236}">
                <a16:creationId xmlns:a16="http://schemas.microsoft.com/office/drawing/2014/main" id="{D0D88FAA-E264-E64C-B93F-D9EF3A1B4562}"/>
              </a:ext>
            </a:extLst>
          </p:cNvPr>
          <p:cNvSpPr/>
          <p:nvPr/>
        </p:nvSpPr>
        <p:spPr>
          <a:xfrm>
            <a:off x="1616015" y="2961736"/>
            <a:ext cx="1052423" cy="222561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Arrow: Up 10">
            <a:extLst>
              <a:ext uri="{FF2B5EF4-FFF2-40B4-BE49-F238E27FC236}">
                <a16:creationId xmlns:a16="http://schemas.microsoft.com/office/drawing/2014/main" id="{D8A78A52-F9B3-8F9B-C399-DB201F115CE3}"/>
              </a:ext>
            </a:extLst>
          </p:cNvPr>
          <p:cNvSpPr/>
          <p:nvPr/>
        </p:nvSpPr>
        <p:spPr>
          <a:xfrm>
            <a:off x="4042913" y="2915728"/>
            <a:ext cx="1219200" cy="227162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Arrow: Up 11">
            <a:extLst>
              <a:ext uri="{FF2B5EF4-FFF2-40B4-BE49-F238E27FC236}">
                <a16:creationId xmlns:a16="http://schemas.microsoft.com/office/drawing/2014/main" id="{4A468E4E-76C0-C763-73FB-C2DB4F5BA0A2}"/>
              </a:ext>
            </a:extLst>
          </p:cNvPr>
          <p:cNvSpPr/>
          <p:nvPr/>
        </p:nvSpPr>
        <p:spPr>
          <a:xfrm>
            <a:off x="6492820" y="3246449"/>
            <a:ext cx="874139" cy="203008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Rectangle: Rounded Corners 12">
            <a:extLst>
              <a:ext uri="{FF2B5EF4-FFF2-40B4-BE49-F238E27FC236}">
                <a16:creationId xmlns:a16="http://schemas.microsoft.com/office/drawing/2014/main" id="{D18A1546-CC20-FCAC-B28A-B81940D7895C}"/>
              </a:ext>
            </a:extLst>
          </p:cNvPr>
          <p:cNvSpPr/>
          <p:nvPr/>
        </p:nvSpPr>
        <p:spPr>
          <a:xfrm>
            <a:off x="8689676" y="1902843"/>
            <a:ext cx="3082506" cy="48667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dirty="0"/>
              <a:t>Prototype is required when the function call comes before the compiler sees the function definition.</a:t>
            </a:r>
            <a:endParaRPr lang="LID4096" sz="3000" dirty="0"/>
          </a:p>
        </p:txBody>
      </p:sp>
    </p:spTree>
    <p:extLst>
      <p:ext uri="{BB962C8B-B14F-4D97-AF65-F5344CB8AC3E}">
        <p14:creationId xmlns:p14="http://schemas.microsoft.com/office/powerpoint/2010/main" val="3589136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0D3CE-61CC-D051-9879-A402DB889949}"/>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4" name="Slide Number Placeholder 3">
            <a:extLst>
              <a:ext uri="{FF2B5EF4-FFF2-40B4-BE49-F238E27FC236}">
                <a16:creationId xmlns:a16="http://schemas.microsoft.com/office/drawing/2014/main" id="{5CA0983A-7E75-5B8E-AD00-B154D07886F7}"/>
              </a:ext>
            </a:extLst>
          </p:cNvPr>
          <p:cNvSpPr>
            <a:spLocks noGrp="1"/>
          </p:cNvSpPr>
          <p:nvPr>
            <p:ph type="sldNum" sz="quarter" idx="12"/>
          </p:nvPr>
        </p:nvSpPr>
        <p:spPr/>
        <p:txBody>
          <a:bodyPr/>
          <a:lstStyle/>
          <a:p>
            <a:fld id="{D8DA9DAA-006C-4F4B-980E-E3DF019B24E2}" type="slidenum">
              <a:rPr lang="en-US" smtClean="0"/>
              <a:t>9</a:t>
            </a:fld>
            <a:endParaRPr lang="en-US" dirty="0"/>
          </a:p>
        </p:txBody>
      </p:sp>
      <p:sp>
        <p:nvSpPr>
          <p:cNvPr id="5" name="TextBox 4">
            <a:extLst>
              <a:ext uri="{FF2B5EF4-FFF2-40B4-BE49-F238E27FC236}">
                <a16:creationId xmlns:a16="http://schemas.microsoft.com/office/drawing/2014/main" id="{DAAB8658-803A-0AB7-A69F-E8536D3D19C0}"/>
              </a:ext>
            </a:extLst>
          </p:cNvPr>
          <p:cNvSpPr txBox="1"/>
          <p:nvPr/>
        </p:nvSpPr>
        <p:spPr>
          <a:xfrm>
            <a:off x="1311215" y="563592"/>
            <a:ext cx="9943381" cy="646331"/>
          </a:xfrm>
          <a:prstGeom prst="rect">
            <a:avLst/>
          </a:prstGeom>
          <a:solidFill>
            <a:srgbClr val="92D050"/>
          </a:solidFill>
        </p:spPr>
        <p:txBody>
          <a:bodyPr wrap="square" rtlCol="0">
            <a:spAutoFit/>
          </a:bodyPr>
          <a:lstStyle/>
          <a:p>
            <a:r>
              <a:rPr lang="en-US" sz="3600" dirty="0"/>
              <a:t>FUNCTION DEFINITION </a:t>
            </a:r>
            <a:endParaRPr lang="LID4096" sz="3600" dirty="0"/>
          </a:p>
        </p:txBody>
      </p:sp>
      <p:sp>
        <p:nvSpPr>
          <p:cNvPr id="7" name="TextBox 6">
            <a:extLst>
              <a:ext uri="{FF2B5EF4-FFF2-40B4-BE49-F238E27FC236}">
                <a16:creationId xmlns:a16="http://schemas.microsoft.com/office/drawing/2014/main" id="{6DD06E0C-0BF1-F7A2-346F-3E9157A1C600}"/>
              </a:ext>
            </a:extLst>
          </p:cNvPr>
          <p:cNvSpPr txBox="1"/>
          <p:nvPr/>
        </p:nvSpPr>
        <p:spPr>
          <a:xfrm>
            <a:off x="1524000" y="1602688"/>
            <a:ext cx="5923472" cy="5262979"/>
          </a:xfrm>
          <a:prstGeom prst="rect">
            <a:avLst/>
          </a:prstGeom>
          <a:noFill/>
        </p:spPr>
        <p:txBody>
          <a:bodyPr wrap="square" rtlCol="0">
            <a:spAutoFit/>
          </a:bodyPr>
          <a:lstStyle/>
          <a:p>
            <a:r>
              <a:rPr lang="en-US" sz="2800" dirty="0">
                <a:solidFill>
                  <a:srgbClr val="0000FF"/>
                </a:solidFill>
                <a:latin typeface="Cascadia Mono" panose="020B0609020000020004" pitchFamily="49" charset="0"/>
              </a:rPr>
              <a:t>bool</a:t>
            </a:r>
            <a:r>
              <a:rPr lang="en-US" sz="2800" dirty="0">
                <a:solidFill>
                  <a:srgbClr val="000000"/>
                </a:solidFill>
                <a:latin typeface="Cascadia Mono" panose="020B0609020000020004" pitchFamily="49" charset="0"/>
              </a:rPr>
              <a:t> </a:t>
            </a:r>
            <a:r>
              <a:rPr lang="en-US" sz="2800" dirty="0" err="1">
                <a:solidFill>
                  <a:srgbClr val="000000"/>
                </a:solidFill>
                <a:latin typeface="Cascadia Mono" panose="020B0609020000020004" pitchFamily="49" charset="0"/>
              </a:rPr>
              <a:t>isPrime</a:t>
            </a:r>
            <a:r>
              <a:rPr lang="en-US" sz="2800" dirty="0">
                <a:solidFill>
                  <a:srgbClr val="000000"/>
                </a:solidFill>
                <a:latin typeface="Cascadia Mono" panose="020B0609020000020004" pitchFamily="49" charset="0"/>
              </a:rPr>
              <a:t>(</a:t>
            </a:r>
            <a:r>
              <a:rPr lang="en-US" sz="2800" dirty="0">
                <a:solidFill>
                  <a:srgbClr val="0000FF"/>
                </a:solidFill>
                <a:latin typeface="Cascadia Mono" panose="020B0609020000020004" pitchFamily="49" charset="0"/>
              </a:rPr>
              <a:t>int</a:t>
            </a:r>
            <a:r>
              <a:rPr lang="en-US" sz="2800" dirty="0">
                <a:solidFill>
                  <a:srgbClr val="000000"/>
                </a:solidFill>
                <a:latin typeface="Cascadia Mono" panose="020B0609020000020004" pitchFamily="49" charset="0"/>
              </a:rPr>
              <a:t> </a:t>
            </a:r>
            <a:r>
              <a:rPr lang="en-US" sz="2800" dirty="0">
                <a:solidFill>
                  <a:srgbClr val="808080"/>
                </a:solidFill>
                <a:latin typeface="Cascadia Mono" panose="020B0609020000020004" pitchFamily="49" charset="0"/>
              </a:rPr>
              <a:t>number</a:t>
            </a:r>
            <a:r>
              <a:rPr lang="en-US" sz="2800" dirty="0">
                <a:solidFill>
                  <a:srgbClr val="000000"/>
                </a:solidFill>
                <a:latin typeface="Cascadia Mono" panose="020B0609020000020004" pitchFamily="49" charset="0"/>
              </a:rPr>
              <a:t>)</a:t>
            </a:r>
          </a:p>
          <a:p>
            <a:r>
              <a:rPr lang="en-US" sz="2800" dirty="0">
                <a:solidFill>
                  <a:srgbClr val="000000"/>
                </a:solidFill>
                <a:latin typeface="Cascadia Mono" panose="020B0609020000020004" pitchFamily="49" charset="0"/>
              </a:rPr>
              <a:t>{</a:t>
            </a:r>
          </a:p>
          <a:p>
            <a:r>
              <a:rPr lang="en-US" sz="2800" dirty="0">
                <a:solidFill>
                  <a:srgbClr val="0000FF"/>
                </a:solidFill>
                <a:latin typeface="Cascadia Mono" panose="020B0609020000020004" pitchFamily="49" charset="0"/>
              </a:rPr>
              <a:t>   if</a:t>
            </a:r>
            <a:r>
              <a:rPr lang="en-US" sz="2800" dirty="0">
                <a:solidFill>
                  <a:srgbClr val="000000"/>
                </a:solidFill>
                <a:latin typeface="Cascadia Mono" panose="020B0609020000020004" pitchFamily="49" charset="0"/>
              </a:rPr>
              <a:t> (</a:t>
            </a:r>
            <a:r>
              <a:rPr lang="en-US" sz="2800" dirty="0">
                <a:solidFill>
                  <a:srgbClr val="808080"/>
                </a:solidFill>
                <a:latin typeface="Cascadia Mono" panose="020B0609020000020004" pitchFamily="49" charset="0"/>
              </a:rPr>
              <a:t>number</a:t>
            </a:r>
            <a:r>
              <a:rPr lang="en-US" sz="2800" dirty="0">
                <a:solidFill>
                  <a:srgbClr val="000000"/>
                </a:solidFill>
                <a:latin typeface="Cascadia Mono" panose="020B0609020000020004" pitchFamily="49" charset="0"/>
              </a:rPr>
              <a:t> &lt;= 1)</a:t>
            </a:r>
          </a:p>
          <a:p>
            <a:r>
              <a:rPr lang="en-US" sz="2800" dirty="0">
                <a:solidFill>
                  <a:srgbClr val="0000FF"/>
                </a:solidFill>
                <a:latin typeface="Cascadia Mono" panose="020B0609020000020004" pitchFamily="49" charset="0"/>
              </a:rPr>
              <a:t>       return</a:t>
            </a:r>
            <a:r>
              <a:rPr lang="en-US" sz="2800" dirty="0">
                <a:solidFill>
                  <a:srgbClr val="000000"/>
                </a:solidFill>
                <a:latin typeface="Cascadia Mono" panose="020B0609020000020004" pitchFamily="49" charset="0"/>
              </a:rPr>
              <a:t> </a:t>
            </a:r>
            <a:r>
              <a:rPr lang="en-US" sz="2800" dirty="0">
                <a:solidFill>
                  <a:srgbClr val="0000FF"/>
                </a:solidFill>
                <a:latin typeface="Cascadia Mono" panose="020B0609020000020004" pitchFamily="49" charset="0"/>
              </a:rPr>
              <a:t>false</a:t>
            </a:r>
            <a:r>
              <a:rPr lang="en-US" sz="2800" dirty="0">
                <a:solidFill>
                  <a:srgbClr val="000000"/>
                </a:solidFill>
                <a:latin typeface="Cascadia Mono" panose="020B0609020000020004" pitchFamily="49" charset="0"/>
              </a:rPr>
              <a:t>;</a:t>
            </a:r>
          </a:p>
          <a:p>
            <a:r>
              <a:rPr lang="en-US" sz="2800" dirty="0">
                <a:solidFill>
                  <a:srgbClr val="0000FF"/>
                </a:solidFill>
                <a:latin typeface="Cascadia Mono" panose="020B0609020000020004" pitchFamily="49" charset="0"/>
              </a:rPr>
              <a:t>   if</a:t>
            </a:r>
            <a:r>
              <a:rPr lang="en-US" sz="2800" dirty="0">
                <a:solidFill>
                  <a:srgbClr val="000000"/>
                </a:solidFill>
                <a:latin typeface="Cascadia Mono" panose="020B0609020000020004" pitchFamily="49" charset="0"/>
              </a:rPr>
              <a:t> (</a:t>
            </a:r>
            <a:r>
              <a:rPr lang="en-US" sz="2800" dirty="0">
                <a:solidFill>
                  <a:srgbClr val="808080"/>
                </a:solidFill>
                <a:latin typeface="Cascadia Mono" panose="020B0609020000020004" pitchFamily="49" charset="0"/>
              </a:rPr>
              <a:t>number</a:t>
            </a:r>
            <a:r>
              <a:rPr lang="en-US" sz="2800" dirty="0">
                <a:solidFill>
                  <a:srgbClr val="000000"/>
                </a:solidFill>
                <a:latin typeface="Cascadia Mono" panose="020B0609020000020004" pitchFamily="49" charset="0"/>
              </a:rPr>
              <a:t> == 2)</a:t>
            </a:r>
          </a:p>
          <a:p>
            <a:r>
              <a:rPr lang="en-US" sz="2800" dirty="0">
                <a:solidFill>
                  <a:srgbClr val="0000FF"/>
                </a:solidFill>
                <a:latin typeface="Cascadia Mono" panose="020B0609020000020004" pitchFamily="49" charset="0"/>
              </a:rPr>
              <a:t>       return</a:t>
            </a:r>
            <a:r>
              <a:rPr lang="en-US" sz="2800" dirty="0">
                <a:solidFill>
                  <a:srgbClr val="000000"/>
                </a:solidFill>
                <a:latin typeface="Cascadia Mono" panose="020B0609020000020004" pitchFamily="49" charset="0"/>
              </a:rPr>
              <a:t> </a:t>
            </a:r>
            <a:r>
              <a:rPr lang="en-US" sz="2800" dirty="0">
                <a:solidFill>
                  <a:srgbClr val="0000FF"/>
                </a:solidFill>
                <a:latin typeface="Cascadia Mono" panose="020B0609020000020004" pitchFamily="49" charset="0"/>
              </a:rPr>
              <a:t>true</a:t>
            </a:r>
            <a:r>
              <a:rPr lang="en-US" sz="2800" dirty="0">
                <a:solidFill>
                  <a:srgbClr val="000000"/>
                </a:solidFill>
                <a:latin typeface="Cascadia Mono" panose="020B0609020000020004" pitchFamily="49" charset="0"/>
              </a:rPr>
              <a:t>;</a:t>
            </a:r>
          </a:p>
          <a:p>
            <a:r>
              <a:rPr lang="en-US" sz="2800" dirty="0">
                <a:solidFill>
                  <a:srgbClr val="0000FF"/>
                </a:solidFill>
                <a:latin typeface="Cascadia Mono" panose="020B0609020000020004" pitchFamily="49" charset="0"/>
              </a:rPr>
              <a:t>   for</a:t>
            </a:r>
            <a:r>
              <a:rPr lang="en-US" sz="2800" dirty="0">
                <a:solidFill>
                  <a:srgbClr val="000000"/>
                </a:solidFill>
                <a:latin typeface="Cascadia Mono" panose="020B0609020000020004" pitchFamily="49" charset="0"/>
              </a:rPr>
              <a:t> (</a:t>
            </a:r>
            <a:r>
              <a:rPr lang="en-US" sz="2800" dirty="0">
                <a:solidFill>
                  <a:srgbClr val="0000FF"/>
                </a:solidFill>
                <a:latin typeface="Cascadia Mono" panose="020B0609020000020004" pitchFamily="49" charset="0"/>
              </a:rPr>
              <a:t>int</a:t>
            </a:r>
            <a:r>
              <a:rPr lang="en-US" sz="2800" dirty="0">
                <a:solidFill>
                  <a:srgbClr val="000000"/>
                </a:solidFill>
                <a:latin typeface="Cascadia Mono" panose="020B0609020000020004" pitchFamily="49" charset="0"/>
              </a:rPr>
              <a:t> </a:t>
            </a:r>
            <a:r>
              <a:rPr lang="en-US" sz="2800" dirty="0" err="1">
                <a:solidFill>
                  <a:srgbClr val="000000"/>
                </a:solidFill>
                <a:latin typeface="Cascadia Mono" panose="020B0609020000020004" pitchFamily="49" charset="0"/>
              </a:rPr>
              <a:t>i</a:t>
            </a:r>
            <a:r>
              <a:rPr lang="en-US" sz="2800" dirty="0">
                <a:solidFill>
                  <a:srgbClr val="000000"/>
                </a:solidFill>
                <a:latin typeface="Cascadia Mono" panose="020B0609020000020004" pitchFamily="49" charset="0"/>
              </a:rPr>
              <a:t> = 2; </a:t>
            </a:r>
            <a:r>
              <a:rPr lang="en-US" sz="2800" dirty="0" err="1">
                <a:solidFill>
                  <a:srgbClr val="000000"/>
                </a:solidFill>
                <a:latin typeface="Cascadia Mono" panose="020B0609020000020004" pitchFamily="49" charset="0"/>
              </a:rPr>
              <a:t>i</a:t>
            </a:r>
            <a:r>
              <a:rPr lang="en-US" sz="2800" dirty="0">
                <a:solidFill>
                  <a:srgbClr val="000000"/>
                </a:solidFill>
                <a:latin typeface="Cascadia Mono" panose="020B0609020000020004" pitchFamily="49" charset="0"/>
              </a:rPr>
              <a:t> &lt; </a:t>
            </a:r>
            <a:r>
              <a:rPr lang="en-US" sz="2800" dirty="0">
                <a:solidFill>
                  <a:srgbClr val="808080"/>
                </a:solidFill>
                <a:latin typeface="Cascadia Mono" panose="020B0609020000020004" pitchFamily="49" charset="0"/>
              </a:rPr>
              <a:t>number</a:t>
            </a:r>
            <a:r>
              <a:rPr lang="en-US" sz="2800" dirty="0">
                <a:solidFill>
                  <a:srgbClr val="000000"/>
                </a:solidFill>
                <a:latin typeface="Cascadia Mono" panose="020B0609020000020004" pitchFamily="49" charset="0"/>
              </a:rPr>
              <a:t>; ++</a:t>
            </a:r>
            <a:r>
              <a:rPr lang="en-US" sz="2800" dirty="0" err="1">
                <a:solidFill>
                  <a:srgbClr val="000000"/>
                </a:solidFill>
                <a:latin typeface="Cascadia Mono" panose="020B0609020000020004" pitchFamily="49" charset="0"/>
              </a:rPr>
              <a:t>i</a:t>
            </a:r>
            <a:r>
              <a:rPr lang="en-US" sz="2800" dirty="0">
                <a:solidFill>
                  <a:srgbClr val="000000"/>
                </a:solidFill>
                <a:latin typeface="Cascadia Mono" panose="020B0609020000020004" pitchFamily="49" charset="0"/>
              </a:rPr>
              <a:t>)</a:t>
            </a:r>
          </a:p>
          <a:p>
            <a:r>
              <a:rPr lang="en-US" sz="2800" dirty="0">
                <a:solidFill>
                  <a:srgbClr val="0000FF"/>
                </a:solidFill>
                <a:latin typeface="Cascadia Mono" panose="020B0609020000020004" pitchFamily="49" charset="0"/>
              </a:rPr>
              <a:t>      if</a:t>
            </a:r>
            <a:r>
              <a:rPr lang="en-US" sz="2800" dirty="0">
                <a:solidFill>
                  <a:srgbClr val="000000"/>
                </a:solidFill>
                <a:latin typeface="Cascadia Mono" panose="020B0609020000020004" pitchFamily="49" charset="0"/>
              </a:rPr>
              <a:t> (</a:t>
            </a:r>
            <a:r>
              <a:rPr lang="en-US" sz="2800" dirty="0">
                <a:solidFill>
                  <a:srgbClr val="808080"/>
                </a:solidFill>
                <a:latin typeface="Cascadia Mono" panose="020B0609020000020004" pitchFamily="49" charset="0"/>
              </a:rPr>
              <a:t>number</a:t>
            </a:r>
            <a:r>
              <a:rPr lang="en-US" sz="2800" dirty="0">
                <a:solidFill>
                  <a:srgbClr val="000000"/>
                </a:solidFill>
                <a:latin typeface="Cascadia Mono" panose="020B0609020000020004" pitchFamily="49" charset="0"/>
              </a:rPr>
              <a:t> % </a:t>
            </a:r>
            <a:r>
              <a:rPr lang="en-US" sz="2800" dirty="0" err="1">
                <a:solidFill>
                  <a:srgbClr val="000000"/>
                </a:solidFill>
                <a:latin typeface="Cascadia Mono" panose="020B0609020000020004" pitchFamily="49" charset="0"/>
              </a:rPr>
              <a:t>i</a:t>
            </a:r>
            <a:r>
              <a:rPr lang="en-US" sz="2800" dirty="0">
                <a:solidFill>
                  <a:srgbClr val="000000"/>
                </a:solidFill>
                <a:latin typeface="Cascadia Mono" panose="020B0609020000020004" pitchFamily="49" charset="0"/>
              </a:rPr>
              <a:t> == 0)</a:t>
            </a:r>
          </a:p>
          <a:p>
            <a:r>
              <a:rPr lang="en-US" sz="2800" dirty="0">
                <a:solidFill>
                  <a:srgbClr val="0000FF"/>
                </a:solidFill>
                <a:latin typeface="Cascadia Mono" panose="020B0609020000020004" pitchFamily="49" charset="0"/>
              </a:rPr>
              <a:t>             return</a:t>
            </a:r>
            <a:r>
              <a:rPr lang="en-US" sz="2800" dirty="0">
                <a:solidFill>
                  <a:srgbClr val="000000"/>
                </a:solidFill>
                <a:latin typeface="Cascadia Mono" panose="020B0609020000020004" pitchFamily="49" charset="0"/>
              </a:rPr>
              <a:t> </a:t>
            </a:r>
            <a:r>
              <a:rPr lang="en-US" sz="2800" dirty="0">
                <a:solidFill>
                  <a:srgbClr val="0000FF"/>
                </a:solidFill>
                <a:latin typeface="Cascadia Mono" panose="020B0609020000020004" pitchFamily="49" charset="0"/>
              </a:rPr>
              <a:t>false</a:t>
            </a:r>
            <a:r>
              <a:rPr lang="en-US" sz="2800" dirty="0">
                <a:solidFill>
                  <a:srgbClr val="000000"/>
                </a:solidFill>
                <a:latin typeface="Cascadia Mono" panose="020B0609020000020004" pitchFamily="49" charset="0"/>
              </a:rPr>
              <a:t>;</a:t>
            </a:r>
          </a:p>
          <a:p>
            <a:r>
              <a:rPr lang="en-US" sz="2800" dirty="0">
                <a:solidFill>
                  <a:srgbClr val="0000FF"/>
                </a:solidFill>
                <a:latin typeface="Cascadia Mono" panose="020B0609020000020004" pitchFamily="49" charset="0"/>
              </a:rPr>
              <a:t>   return</a:t>
            </a:r>
            <a:r>
              <a:rPr lang="en-US" sz="2800" dirty="0">
                <a:solidFill>
                  <a:srgbClr val="000000"/>
                </a:solidFill>
                <a:latin typeface="Cascadia Mono" panose="020B0609020000020004" pitchFamily="49" charset="0"/>
              </a:rPr>
              <a:t> </a:t>
            </a:r>
            <a:r>
              <a:rPr lang="en-US" sz="2800" dirty="0">
                <a:solidFill>
                  <a:srgbClr val="0000FF"/>
                </a:solidFill>
                <a:latin typeface="Cascadia Mono" panose="020B0609020000020004" pitchFamily="49" charset="0"/>
              </a:rPr>
              <a:t>true</a:t>
            </a:r>
            <a:r>
              <a:rPr lang="en-US" sz="2800" dirty="0">
                <a:solidFill>
                  <a:srgbClr val="000000"/>
                </a:solidFill>
                <a:latin typeface="Cascadia Mono" panose="020B0609020000020004" pitchFamily="49" charset="0"/>
              </a:rPr>
              <a:t>;</a:t>
            </a:r>
          </a:p>
          <a:p>
            <a:r>
              <a:rPr lang="en-US" sz="2800" dirty="0">
                <a:solidFill>
                  <a:srgbClr val="000000"/>
                </a:solidFill>
                <a:latin typeface="Cascadia Mono" panose="020B0609020000020004" pitchFamily="49" charset="0"/>
              </a:rPr>
              <a:t>}</a:t>
            </a:r>
            <a:endParaRPr lang="LID4096" sz="2800" dirty="0"/>
          </a:p>
        </p:txBody>
      </p:sp>
      <p:sp>
        <p:nvSpPr>
          <p:cNvPr id="8" name="Rectangle: Rounded Corners 7">
            <a:extLst>
              <a:ext uri="{FF2B5EF4-FFF2-40B4-BE49-F238E27FC236}">
                <a16:creationId xmlns:a16="http://schemas.microsoft.com/office/drawing/2014/main" id="{1A175918-1634-D8E2-0FC7-2CC0CC8461FD}"/>
              </a:ext>
            </a:extLst>
          </p:cNvPr>
          <p:cNvSpPr/>
          <p:nvPr/>
        </p:nvSpPr>
        <p:spPr>
          <a:xfrm>
            <a:off x="6924136" y="1602688"/>
            <a:ext cx="2743200"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FUNCTION HEADER</a:t>
            </a:r>
            <a:endParaRPr lang="LID4096" dirty="0"/>
          </a:p>
        </p:txBody>
      </p:sp>
      <p:sp>
        <p:nvSpPr>
          <p:cNvPr id="9" name="Right Brace 8">
            <a:extLst>
              <a:ext uri="{FF2B5EF4-FFF2-40B4-BE49-F238E27FC236}">
                <a16:creationId xmlns:a16="http://schemas.microsoft.com/office/drawing/2014/main" id="{42367A4B-CFE0-C372-BC6B-487A84CD9802}"/>
              </a:ext>
            </a:extLst>
          </p:cNvPr>
          <p:cNvSpPr/>
          <p:nvPr/>
        </p:nvSpPr>
        <p:spPr>
          <a:xfrm>
            <a:off x="2478657" y="2403894"/>
            <a:ext cx="9368286" cy="410617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LID4096"/>
          </a:p>
        </p:txBody>
      </p:sp>
      <p:sp>
        <p:nvSpPr>
          <p:cNvPr id="10" name="Rectangle: Rounded Corners 9">
            <a:extLst>
              <a:ext uri="{FF2B5EF4-FFF2-40B4-BE49-F238E27FC236}">
                <a16:creationId xmlns:a16="http://schemas.microsoft.com/office/drawing/2014/main" id="{3D43570F-F6F1-B470-69B1-8A08D51AC23C}"/>
              </a:ext>
            </a:extLst>
          </p:cNvPr>
          <p:cNvSpPr/>
          <p:nvPr/>
        </p:nvSpPr>
        <p:spPr>
          <a:xfrm>
            <a:off x="9563819" y="4115759"/>
            <a:ext cx="2283124" cy="9115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FUNCTION BODY</a:t>
            </a:r>
            <a:endParaRPr lang="LID4096" dirty="0"/>
          </a:p>
        </p:txBody>
      </p:sp>
    </p:spTree>
    <p:extLst>
      <p:ext uri="{BB962C8B-B14F-4D97-AF65-F5344CB8AC3E}">
        <p14:creationId xmlns:p14="http://schemas.microsoft.com/office/powerpoint/2010/main" val="2579903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7D9C67-1701-CCD7-E0E0-736D2CD1EFDC}"/>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4" name="Slide Number Placeholder 3">
            <a:extLst>
              <a:ext uri="{FF2B5EF4-FFF2-40B4-BE49-F238E27FC236}">
                <a16:creationId xmlns:a16="http://schemas.microsoft.com/office/drawing/2014/main" id="{1CF25D2E-1904-1F89-B5C1-860ECE74C9CB}"/>
              </a:ext>
            </a:extLst>
          </p:cNvPr>
          <p:cNvSpPr>
            <a:spLocks noGrp="1"/>
          </p:cNvSpPr>
          <p:nvPr>
            <p:ph type="sldNum" sz="quarter" idx="12"/>
          </p:nvPr>
        </p:nvSpPr>
        <p:spPr/>
        <p:txBody>
          <a:bodyPr/>
          <a:lstStyle/>
          <a:p>
            <a:fld id="{D8DA9DAA-006C-4F4B-980E-E3DF019B24E2}" type="slidenum">
              <a:rPr lang="en-US" smtClean="0"/>
              <a:t>10</a:t>
            </a:fld>
            <a:endParaRPr lang="en-US" dirty="0"/>
          </a:p>
        </p:txBody>
      </p:sp>
      <p:sp>
        <p:nvSpPr>
          <p:cNvPr id="5" name="TextBox 4">
            <a:extLst>
              <a:ext uri="{FF2B5EF4-FFF2-40B4-BE49-F238E27FC236}">
                <a16:creationId xmlns:a16="http://schemas.microsoft.com/office/drawing/2014/main" id="{6072D94B-1D13-BADD-F26B-7801A70AFA8F}"/>
              </a:ext>
            </a:extLst>
          </p:cNvPr>
          <p:cNvSpPr txBox="1"/>
          <p:nvPr/>
        </p:nvSpPr>
        <p:spPr>
          <a:xfrm>
            <a:off x="1063925" y="718868"/>
            <a:ext cx="8195094" cy="646331"/>
          </a:xfrm>
          <a:prstGeom prst="rect">
            <a:avLst/>
          </a:prstGeom>
          <a:solidFill>
            <a:srgbClr val="92D050"/>
          </a:solidFill>
        </p:spPr>
        <p:txBody>
          <a:bodyPr wrap="square" rtlCol="0">
            <a:spAutoFit/>
          </a:bodyPr>
          <a:lstStyle/>
          <a:p>
            <a:r>
              <a:rPr lang="en-US" sz="3600" dirty="0"/>
              <a:t>FUNCTION CALL</a:t>
            </a:r>
            <a:endParaRPr lang="LID4096" sz="3600" dirty="0"/>
          </a:p>
        </p:txBody>
      </p:sp>
      <p:sp>
        <p:nvSpPr>
          <p:cNvPr id="6" name="TextBox 5">
            <a:extLst>
              <a:ext uri="{FF2B5EF4-FFF2-40B4-BE49-F238E27FC236}">
                <a16:creationId xmlns:a16="http://schemas.microsoft.com/office/drawing/2014/main" id="{04636177-87F9-8CCE-6AAF-56A04677B185}"/>
              </a:ext>
            </a:extLst>
          </p:cNvPr>
          <p:cNvSpPr txBox="1"/>
          <p:nvPr/>
        </p:nvSpPr>
        <p:spPr>
          <a:xfrm>
            <a:off x="1063925" y="2271623"/>
            <a:ext cx="4376467" cy="646331"/>
          </a:xfrm>
          <a:prstGeom prst="rect">
            <a:avLst/>
          </a:prstGeom>
          <a:noFill/>
        </p:spPr>
        <p:txBody>
          <a:bodyPr wrap="square" rtlCol="0">
            <a:spAutoFit/>
          </a:bodyPr>
          <a:lstStyle/>
          <a:p>
            <a:r>
              <a:rPr lang="en-US" sz="3600" dirty="0">
                <a:solidFill>
                  <a:srgbClr val="0000FF"/>
                </a:solidFill>
                <a:latin typeface="Cascadia Mono" panose="020B0609020000020004" pitchFamily="49" charset="0"/>
              </a:rPr>
              <a:t>if</a:t>
            </a:r>
            <a:r>
              <a:rPr lang="en-US" sz="3600" dirty="0">
                <a:solidFill>
                  <a:srgbClr val="000000"/>
                </a:solidFill>
                <a:latin typeface="Cascadia Mono" panose="020B0609020000020004" pitchFamily="49" charset="0"/>
              </a:rPr>
              <a:t> (</a:t>
            </a:r>
            <a:r>
              <a:rPr lang="en-US" sz="3600" dirty="0" err="1">
                <a:solidFill>
                  <a:srgbClr val="000000"/>
                </a:solidFill>
                <a:latin typeface="Cascadia Mono" panose="020B0609020000020004" pitchFamily="49" charset="0"/>
              </a:rPr>
              <a:t>isPrime</a:t>
            </a:r>
            <a:r>
              <a:rPr lang="en-US" sz="3600" dirty="0">
                <a:solidFill>
                  <a:srgbClr val="000000"/>
                </a:solidFill>
                <a:latin typeface="Cascadia Mono" panose="020B0609020000020004" pitchFamily="49" charset="0"/>
              </a:rPr>
              <a:t>(</a:t>
            </a:r>
            <a:r>
              <a:rPr lang="en-US" sz="3600" dirty="0" err="1">
                <a:solidFill>
                  <a:srgbClr val="000000"/>
                </a:solidFill>
                <a:latin typeface="Cascadia Mono" panose="020B0609020000020004" pitchFamily="49" charset="0"/>
              </a:rPr>
              <a:t>i</a:t>
            </a:r>
            <a:r>
              <a:rPr lang="en-US" sz="3600" dirty="0">
                <a:solidFill>
                  <a:srgbClr val="000000"/>
                </a:solidFill>
                <a:latin typeface="Cascadia Mono" panose="020B0609020000020004" pitchFamily="49" charset="0"/>
              </a:rPr>
              <a:t>))</a:t>
            </a:r>
            <a:endParaRPr lang="LID4096" sz="3600" dirty="0"/>
          </a:p>
        </p:txBody>
      </p:sp>
      <p:sp>
        <p:nvSpPr>
          <p:cNvPr id="7" name="Rectangle: Rounded Corners 6">
            <a:extLst>
              <a:ext uri="{FF2B5EF4-FFF2-40B4-BE49-F238E27FC236}">
                <a16:creationId xmlns:a16="http://schemas.microsoft.com/office/drawing/2014/main" id="{5F6D2517-CD05-1095-E8B4-1C5278C62C0F}"/>
              </a:ext>
            </a:extLst>
          </p:cNvPr>
          <p:cNvSpPr/>
          <p:nvPr/>
        </p:nvSpPr>
        <p:spPr>
          <a:xfrm>
            <a:off x="1627517" y="4146430"/>
            <a:ext cx="2800709" cy="8568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Function name</a:t>
            </a:r>
            <a:endParaRPr lang="LID4096" sz="2800" dirty="0"/>
          </a:p>
        </p:txBody>
      </p:sp>
      <p:sp>
        <p:nvSpPr>
          <p:cNvPr id="8" name="Rectangle: Rounded Corners 7">
            <a:extLst>
              <a:ext uri="{FF2B5EF4-FFF2-40B4-BE49-F238E27FC236}">
                <a16:creationId xmlns:a16="http://schemas.microsoft.com/office/drawing/2014/main" id="{73F64434-FC7F-C8CA-ED7F-FAACBD1F2F2B}"/>
              </a:ext>
            </a:extLst>
          </p:cNvPr>
          <p:cNvSpPr/>
          <p:nvPr/>
        </p:nvSpPr>
        <p:spPr>
          <a:xfrm>
            <a:off x="4879676" y="3355676"/>
            <a:ext cx="2346385" cy="9374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Arguments</a:t>
            </a:r>
            <a:endParaRPr lang="LID4096" sz="2800" dirty="0"/>
          </a:p>
        </p:txBody>
      </p:sp>
      <p:sp>
        <p:nvSpPr>
          <p:cNvPr id="9" name="Arrow: Up 8">
            <a:extLst>
              <a:ext uri="{FF2B5EF4-FFF2-40B4-BE49-F238E27FC236}">
                <a16:creationId xmlns:a16="http://schemas.microsoft.com/office/drawing/2014/main" id="{B11BD711-368A-1956-5FD4-41582F2AE3D4}"/>
              </a:ext>
            </a:extLst>
          </p:cNvPr>
          <p:cNvSpPr/>
          <p:nvPr/>
        </p:nvSpPr>
        <p:spPr>
          <a:xfrm>
            <a:off x="2582174" y="2846717"/>
            <a:ext cx="862641" cy="129971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Arrow: Up 10">
            <a:extLst>
              <a:ext uri="{FF2B5EF4-FFF2-40B4-BE49-F238E27FC236}">
                <a16:creationId xmlns:a16="http://schemas.microsoft.com/office/drawing/2014/main" id="{5E517C84-128B-241D-B824-1C5917EFE037}"/>
              </a:ext>
            </a:extLst>
          </p:cNvPr>
          <p:cNvSpPr/>
          <p:nvPr/>
        </p:nvSpPr>
        <p:spPr>
          <a:xfrm rot="19115859">
            <a:off x="4561936" y="2649099"/>
            <a:ext cx="437072" cy="96582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54830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333E5-4F67-DFD0-2A62-711BE116AD8F}"/>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4" name="Slide Number Placeholder 3">
            <a:extLst>
              <a:ext uri="{FF2B5EF4-FFF2-40B4-BE49-F238E27FC236}">
                <a16:creationId xmlns:a16="http://schemas.microsoft.com/office/drawing/2014/main" id="{60FD184D-4DB4-D5A4-6B40-AB80397B74E4}"/>
              </a:ext>
            </a:extLst>
          </p:cNvPr>
          <p:cNvSpPr>
            <a:spLocks noGrp="1"/>
          </p:cNvSpPr>
          <p:nvPr>
            <p:ph type="sldNum" sz="quarter" idx="12"/>
          </p:nvPr>
        </p:nvSpPr>
        <p:spPr/>
        <p:txBody>
          <a:bodyPr/>
          <a:lstStyle/>
          <a:p>
            <a:fld id="{D8DA9DAA-006C-4F4B-980E-E3DF019B24E2}" type="slidenum">
              <a:rPr lang="en-US" smtClean="0"/>
              <a:t>11</a:t>
            </a:fld>
            <a:endParaRPr lang="en-US" dirty="0"/>
          </a:p>
        </p:txBody>
      </p:sp>
      <p:sp>
        <p:nvSpPr>
          <p:cNvPr id="5" name="TextBox 4">
            <a:extLst>
              <a:ext uri="{FF2B5EF4-FFF2-40B4-BE49-F238E27FC236}">
                <a16:creationId xmlns:a16="http://schemas.microsoft.com/office/drawing/2014/main" id="{2D5FF495-146F-F29A-CC5F-1A5B640E2989}"/>
              </a:ext>
            </a:extLst>
          </p:cNvPr>
          <p:cNvSpPr txBox="1"/>
          <p:nvPr/>
        </p:nvSpPr>
        <p:spPr>
          <a:xfrm>
            <a:off x="1012166" y="649857"/>
            <a:ext cx="10972800" cy="1477328"/>
          </a:xfrm>
          <a:prstGeom prst="rect">
            <a:avLst/>
          </a:prstGeom>
          <a:solidFill>
            <a:srgbClr val="92D050"/>
          </a:solidFill>
        </p:spPr>
        <p:txBody>
          <a:bodyPr wrap="square" rtlCol="0">
            <a:spAutoFit/>
          </a:bodyPr>
          <a:lstStyle/>
          <a:p>
            <a:r>
              <a:rPr lang="en-US" sz="3000" dirty="0"/>
              <a:t>C++ HAS  </a:t>
            </a:r>
            <a:r>
              <a:rPr lang="en-US" sz="3000" dirty="0">
                <a:solidFill>
                  <a:schemeClr val="accent5">
                    <a:lumMod val="75000"/>
                  </a:schemeClr>
                </a:solidFill>
              </a:rPr>
              <a:t>ONE DEFINITION RULE (ODR)</a:t>
            </a:r>
            <a:r>
              <a:rPr lang="en-US" sz="3000" dirty="0"/>
              <a:t>: A FUNCTION CAN DECLARED OR INVOKED IN MANY DIFFERENT  PLACES, BUT IT IS DEFINED IN ONE PLACE.</a:t>
            </a:r>
            <a:endParaRPr lang="LID4096" sz="3000" dirty="0"/>
          </a:p>
        </p:txBody>
      </p:sp>
      <p:sp>
        <p:nvSpPr>
          <p:cNvPr id="6" name="TextBox 5">
            <a:extLst>
              <a:ext uri="{FF2B5EF4-FFF2-40B4-BE49-F238E27FC236}">
                <a16:creationId xmlns:a16="http://schemas.microsoft.com/office/drawing/2014/main" id="{2E599FEF-7C4D-9895-43AD-5E37FFBA569D}"/>
              </a:ext>
            </a:extLst>
          </p:cNvPr>
          <p:cNvSpPr txBox="1"/>
          <p:nvPr/>
        </p:nvSpPr>
        <p:spPr>
          <a:xfrm>
            <a:off x="1012166" y="2085619"/>
            <a:ext cx="6510067" cy="4401205"/>
          </a:xfrm>
          <a:prstGeom prst="rect">
            <a:avLst/>
          </a:prstGeom>
          <a:solidFill>
            <a:schemeClr val="tx2">
              <a:lumMod val="10000"/>
              <a:lumOff val="90000"/>
            </a:schemeClr>
          </a:solidFill>
        </p:spPr>
        <p:txBody>
          <a:bodyPr wrap="square" rtlCol="0">
            <a:spAutoFit/>
          </a:bodyPr>
          <a:lstStyle/>
          <a:p>
            <a:r>
              <a:rPr lang="en-US" sz="2000" dirty="0">
                <a:solidFill>
                  <a:srgbClr val="808080"/>
                </a:solidFill>
                <a:latin typeface="Cascadia Mono" panose="020B0609020000020004" pitchFamily="49" charset="0"/>
              </a:rPr>
              <a:t>#include</a:t>
            </a:r>
            <a:r>
              <a:rPr lang="en-US" sz="2000" dirty="0">
                <a:solidFill>
                  <a:srgbClr val="000000"/>
                </a:solidFill>
                <a:latin typeface="Cascadia Mono" panose="020B0609020000020004" pitchFamily="49" charset="0"/>
              </a:rPr>
              <a:t> </a:t>
            </a:r>
            <a:r>
              <a:rPr lang="en-US" sz="2000" dirty="0">
                <a:solidFill>
                  <a:srgbClr val="A31515"/>
                </a:solidFill>
                <a:latin typeface="Cascadia Mono" panose="020B0609020000020004" pitchFamily="49" charset="0"/>
              </a:rPr>
              <a:t>&lt;iostream&gt;</a:t>
            </a:r>
            <a:endParaRPr lang="en-US" sz="2000" dirty="0">
              <a:solidFill>
                <a:srgbClr val="000000"/>
              </a:solidFill>
              <a:latin typeface="Cascadia Mono" panose="020B0609020000020004" pitchFamily="49" charset="0"/>
            </a:endParaRPr>
          </a:p>
          <a:p>
            <a:r>
              <a:rPr lang="en-US" sz="2000" dirty="0">
                <a:solidFill>
                  <a:srgbClr val="0000FF"/>
                </a:solidFill>
                <a:latin typeface="Cascadia Mono" panose="020B0609020000020004" pitchFamily="49" charset="0"/>
              </a:rPr>
              <a:t>bool</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isPrime</a:t>
            </a:r>
            <a:r>
              <a:rPr lang="en-US" sz="2000" dirty="0">
                <a:solidFill>
                  <a:srgbClr val="000000"/>
                </a:solidFill>
                <a:latin typeface="Cascadia Mono" panose="020B0609020000020004" pitchFamily="49" charset="0"/>
              </a:rPr>
              <a:t>(</a:t>
            </a:r>
            <a:r>
              <a:rPr lang="en-US" sz="2000" dirty="0">
                <a:solidFill>
                  <a:srgbClr val="0000FF"/>
                </a:solidFill>
                <a:latin typeface="Cascadia Mono" panose="020B0609020000020004" pitchFamily="49" charset="0"/>
              </a:rPr>
              <a:t>int</a:t>
            </a:r>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int</a:t>
            </a:r>
            <a:r>
              <a:rPr lang="en-US" sz="2000" dirty="0">
                <a:solidFill>
                  <a:srgbClr val="000000"/>
                </a:solidFill>
                <a:latin typeface="Cascadia Mono" panose="020B0609020000020004" pitchFamily="49" charset="0"/>
              </a:rPr>
              <a:t> main()</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 int</a:t>
            </a:r>
            <a:r>
              <a:rPr lang="en-US" sz="2000" dirty="0">
                <a:solidFill>
                  <a:srgbClr val="000000"/>
                </a:solidFill>
                <a:latin typeface="Cascadia Mono" panose="020B0609020000020004" pitchFamily="49" charset="0"/>
              </a:rPr>
              <a:t> n;</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cout</a:t>
            </a:r>
            <a:r>
              <a:rPr lang="en-US" sz="2000" dirty="0">
                <a:solidFill>
                  <a:srgbClr val="000000"/>
                </a:solidFill>
                <a:latin typeface="Cascadia Mono" panose="020B0609020000020004" pitchFamily="49" charset="0"/>
              </a:rPr>
              <a:t> &lt;&lt; </a:t>
            </a:r>
            <a:r>
              <a:rPr lang="en-US" sz="2000" dirty="0">
                <a:solidFill>
                  <a:srgbClr val="A31515"/>
                </a:solidFill>
                <a:latin typeface="Cascadia Mono" panose="020B0609020000020004" pitchFamily="49" charset="0"/>
              </a:rPr>
              <a:t>"Enter a positive number\n"</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cin</a:t>
            </a:r>
            <a:r>
              <a:rPr lang="en-US" sz="2000" dirty="0">
                <a:solidFill>
                  <a:srgbClr val="000000"/>
                </a:solidFill>
                <a:latin typeface="Cascadia Mono" panose="020B0609020000020004" pitchFamily="49" charset="0"/>
              </a:rPr>
              <a:t> &gt;&gt; n;</a:t>
            </a:r>
          </a:p>
          <a:p>
            <a:r>
              <a:rPr lang="nn-NO" sz="2000" dirty="0">
                <a:solidFill>
                  <a:srgbClr val="0000FF"/>
                </a:solidFill>
                <a:latin typeface="Cascadia Mono" panose="020B0609020000020004" pitchFamily="49" charset="0"/>
              </a:rPr>
              <a:t>for</a:t>
            </a:r>
            <a:r>
              <a:rPr lang="nn-NO" sz="2000" dirty="0">
                <a:solidFill>
                  <a:srgbClr val="000000"/>
                </a:solidFill>
                <a:latin typeface="Cascadia Mono" panose="020B0609020000020004" pitchFamily="49" charset="0"/>
              </a:rPr>
              <a:t> (</a:t>
            </a:r>
            <a:r>
              <a:rPr lang="nn-NO" sz="2000" dirty="0">
                <a:solidFill>
                  <a:srgbClr val="0000FF"/>
                </a:solidFill>
                <a:latin typeface="Cascadia Mono" panose="020B0609020000020004" pitchFamily="49" charset="0"/>
              </a:rPr>
              <a:t>int</a:t>
            </a:r>
            <a:r>
              <a:rPr lang="nn-NO" sz="2000" dirty="0">
                <a:solidFill>
                  <a:srgbClr val="000000"/>
                </a:solidFill>
                <a:latin typeface="Cascadia Mono" panose="020B0609020000020004" pitchFamily="49" charset="0"/>
              </a:rPr>
              <a:t> i = 2; i &lt; n; ++i)</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  if</a:t>
            </a:r>
            <a:r>
              <a:rPr lang="en-US" sz="2000" dirty="0">
                <a:solidFill>
                  <a:srgbClr val="000000"/>
                </a:solidFill>
                <a:latin typeface="Cascadia Mono" panose="020B0609020000020004" pitchFamily="49" charset="0"/>
              </a:rPr>
              <a:t> (</a:t>
            </a:r>
            <a:r>
              <a:rPr lang="en-US" sz="2000" dirty="0" err="1">
                <a:solidFill>
                  <a:srgbClr val="000000"/>
                </a:solidFill>
                <a:latin typeface="Cascadia Mono" panose="020B0609020000020004" pitchFamily="49" charset="0"/>
              </a:rPr>
              <a:t>isPrime</a:t>
            </a:r>
            <a:r>
              <a:rPr lang="en-US" sz="2000" dirty="0">
                <a:solidFill>
                  <a:srgbClr val="000000"/>
                </a:solidFill>
                <a:latin typeface="Cascadia Mono" panose="020B0609020000020004" pitchFamily="49" charset="0"/>
              </a:rPr>
              <a:t>(</a:t>
            </a:r>
            <a:r>
              <a:rPr lang="en-US" sz="2000" dirty="0" err="1">
                <a:solidFill>
                  <a:srgbClr val="000000"/>
                </a:solidFill>
                <a:latin typeface="Cascadia Mono" panose="020B0609020000020004" pitchFamily="49" charset="0"/>
              </a:rPr>
              <a:t>i</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    std::</a:t>
            </a:r>
            <a:r>
              <a:rPr lang="en-US" sz="2000" dirty="0" err="1">
                <a:solidFill>
                  <a:srgbClr val="000000"/>
                </a:solidFill>
                <a:latin typeface="Cascadia Mono" panose="020B0609020000020004" pitchFamily="49" charset="0"/>
              </a:rPr>
              <a:t>cout</a:t>
            </a:r>
            <a:r>
              <a:rPr lang="en-US" sz="2000" dirty="0">
                <a:solidFill>
                  <a:srgbClr val="000000"/>
                </a:solidFill>
                <a:latin typeface="Cascadia Mono" panose="020B0609020000020004" pitchFamily="49" charset="0"/>
              </a:rPr>
              <a:t> &lt;&lt; </a:t>
            </a:r>
            <a:r>
              <a:rPr lang="en-US" sz="2000" dirty="0" err="1">
                <a:solidFill>
                  <a:srgbClr val="000000"/>
                </a:solidFill>
                <a:latin typeface="Cascadia Mono" panose="020B0609020000020004" pitchFamily="49" charset="0"/>
              </a:rPr>
              <a:t>i</a:t>
            </a:r>
            <a:r>
              <a:rPr lang="en-US" sz="2000" dirty="0">
                <a:solidFill>
                  <a:srgbClr val="000000"/>
                </a:solidFill>
                <a:latin typeface="Cascadia Mono" panose="020B0609020000020004" pitchFamily="49" charset="0"/>
              </a:rPr>
              <a:t> &lt;&lt; </a:t>
            </a:r>
            <a:r>
              <a:rPr lang="en-US" sz="2000" dirty="0">
                <a:solidFill>
                  <a:srgbClr val="A31515"/>
                </a:solidFill>
                <a:latin typeface="Cascadia Mono" panose="020B0609020000020004" pitchFamily="49" charset="0"/>
              </a:rPr>
              <a:t>"\n"</a:t>
            </a:r>
            <a:r>
              <a:rPr lang="en-US" sz="2000" dirty="0">
                <a:solidFill>
                  <a:srgbClr val="000000"/>
                </a:solidFill>
                <a:latin typeface="Cascadia Mono" panose="020B0609020000020004" pitchFamily="49" charset="0"/>
              </a:rPr>
              <a:t>;</a:t>
            </a:r>
          </a:p>
          <a:p>
            <a:r>
              <a:rPr lang="en-US" sz="2000" dirty="0">
                <a:solidFill>
                  <a:srgbClr val="000000"/>
                </a:solidFill>
                <a:latin typeface="Cascadia Mono" panose="020B0609020000020004" pitchFamily="49" charset="0"/>
              </a:rPr>
              <a:t>}</a:t>
            </a:r>
          </a:p>
          <a:p>
            <a:r>
              <a:rPr lang="en-US" sz="2000" dirty="0">
                <a:solidFill>
                  <a:srgbClr val="0000FF"/>
                </a:solidFill>
                <a:latin typeface="Cascadia Mono" panose="020B0609020000020004" pitchFamily="49" charset="0"/>
              </a:rPr>
              <a:t>return</a:t>
            </a:r>
            <a:r>
              <a:rPr lang="en-US" sz="2000" dirty="0">
                <a:solidFill>
                  <a:srgbClr val="000000"/>
                </a:solidFill>
                <a:latin typeface="Cascadia Mono" panose="020B0609020000020004" pitchFamily="49" charset="0"/>
              </a:rPr>
              <a:t> 0;</a:t>
            </a:r>
          </a:p>
          <a:p>
            <a:r>
              <a:rPr lang="en-US" sz="2000" dirty="0">
                <a:solidFill>
                  <a:srgbClr val="000000"/>
                </a:solidFill>
                <a:latin typeface="Cascadia Mono" panose="020B0609020000020004" pitchFamily="49" charset="0"/>
              </a:rPr>
              <a:t>}</a:t>
            </a:r>
            <a:endParaRPr lang="LID4096" sz="2000" dirty="0"/>
          </a:p>
        </p:txBody>
      </p:sp>
      <p:sp>
        <p:nvSpPr>
          <p:cNvPr id="8" name="TextBox 7">
            <a:extLst>
              <a:ext uri="{FF2B5EF4-FFF2-40B4-BE49-F238E27FC236}">
                <a16:creationId xmlns:a16="http://schemas.microsoft.com/office/drawing/2014/main" id="{761A2F8C-530F-1AC8-6303-4FA91EC230B2}"/>
              </a:ext>
            </a:extLst>
          </p:cNvPr>
          <p:cNvSpPr txBox="1"/>
          <p:nvPr/>
        </p:nvSpPr>
        <p:spPr>
          <a:xfrm>
            <a:off x="7458974" y="2085619"/>
            <a:ext cx="4618008" cy="3139321"/>
          </a:xfrm>
          <a:prstGeom prst="rect">
            <a:avLst/>
          </a:prstGeom>
          <a:solidFill>
            <a:schemeClr val="accent4">
              <a:lumMod val="20000"/>
              <a:lumOff val="80000"/>
            </a:schemeClr>
          </a:solidFill>
        </p:spPr>
        <p:txBody>
          <a:bodyPr wrap="square" rtlCol="0">
            <a:spAutoFit/>
          </a:bodyPr>
          <a:lstStyle/>
          <a:p>
            <a:r>
              <a:rPr lang="en-US" sz="1800" dirty="0">
                <a:solidFill>
                  <a:srgbClr val="0000FF"/>
                </a:solidFill>
                <a:latin typeface="Cascadia Mono" panose="020B0609020000020004" pitchFamily="49" charset="0"/>
              </a:rPr>
              <a:t>bool</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isPrime</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&lt;= 1)</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false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 2)</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true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for</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 2;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&lt;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if</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number</a:t>
            </a:r>
            <a:r>
              <a:rPr lang="en-US" sz="1800" dirty="0">
                <a:solidFill>
                  <a:srgbClr val="000000"/>
                </a:solidFill>
                <a:latin typeface="Cascadia Mono" panose="020B0609020000020004" pitchFamily="49" charset="0"/>
              </a:rPr>
              <a:t> % </a:t>
            </a:r>
            <a:r>
              <a:rPr lang="en-US" sz="1800" dirty="0" err="1">
                <a:solidFill>
                  <a:srgbClr val="000000"/>
                </a:solidFill>
                <a:latin typeface="Cascadia Mono" panose="020B0609020000020004" pitchFamily="49" charset="0"/>
              </a:rPr>
              <a:t>i</a:t>
            </a:r>
            <a:r>
              <a:rPr lang="en-US" sz="1800" dirty="0">
                <a:solidFill>
                  <a:srgbClr val="000000"/>
                </a:solidFill>
                <a:latin typeface="Cascadia Mono" panose="020B0609020000020004" pitchFamily="49" charset="0"/>
              </a:rPr>
              <a:t> == 0)</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false</a:t>
            </a:r>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return</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true</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endParaRPr lang="LID4096" dirty="0"/>
          </a:p>
        </p:txBody>
      </p:sp>
      <p:sp>
        <p:nvSpPr>
          <p:cNvPr id="7" name="Arrow: Left 6">
            <a:extLst>
              <a:ext uri="{FF2B5EF4-FFF2-40B4-BE49-F238E27FC236}">
                <a16:creationId xmlns:a16="http://schemas.microsoft.com/office/drawing/2014/main" id="{8280D6C6-CBBD-2936-444C-4E21B774925D}"/>
              </a:ext>
            </a:extLst>
          </p:cNvPr>
          <p:cNvSpPr/>
          <p:nvPr/>
        </p:nvSpPr>
        <p:spPr>
          <a:xfrm rot="21193259">
            <a:off x="3527579" y="4472270"/>
            <a:ext cx="3964274" cy="74954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 value</a:t>
            </a:r>
            <a:endParaRPr lang="LID4096" dirty="0"/>
          </a:p>
        </p:txBody>
      </p:sp>
      <p:sp>
        <p:nvSpPr>
          <p:cNvPr id="9" name="Arrow: Right 8">
            <a:extLst>
              <a:ext uri="{FF2B5EF4-FFF2-40B4-BE49-F238E27FC236}">
                <a16:creationId xmlns:a16="http://schemas.microsoft.com/office/drawing/2014/main" id="{A0885732-059A-5324-511D-66C472F42816}"/>
              </a:ext>
            </a:extLst>
          </p:cNvPr>
          <p:cNvSpPr/>
          <p:nvPr/>
        </p:nvSpPr>
        <p:spPr>
          <a:xfrm rot="20080620">
            <a:off x="2846718" y="2948596"/>
            <a:ext cx="4744528" cy="13253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Function call</a:t>
            </a:r>
            <a:endParaRPr lang="LID4096" dirty="0"/>
          </a:p>
        </p:txBody>
      </p:sp>
    </p:spTree>
    <p:extLst>
      <p:ext uri="{BB962C8B-B14F-4D97-AF65-F5344CB8AC3E}">
        <p14:creationId xmlns:p14="http://schemas.microsoft.com/office/powerpoint/2010/main" val="3891393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1EFDF8-BA50-FF9A-3D09-9D5951C981DD}"/>
              </a:ext>
            </a:extLst>
          </p:cNvPr>
          <p:cNvSpPr>
            <a:spLocks noGrp="1"/>
          </p:cNvSpPr>
          <p:nvPr>
            <p:ph type="title"/>
          </p:nvPr>
        </p:nvSpPr>
        <p:spPr>
          <a:xfrm>
            <a:off x="838200" y="909454"/>
            <a:ext cx="6190488" cy="1179576"/>
          </a:xfrm>
        </p:spPr>
        <p:txBody>
          <a:bodyPr/>
          <a:lstStyle/>
          <a:p>
            <a:r>
              <a:rPr lang="en-US" dirty="0"/>
              <a:t>Inline function</a:t>
            </a:r>
            <a:endParaRPr lang="LID4096" dirty="0"/>
          </a:p>
        </p:txBody>
      </p:sp>
      <p:sp>
        <p:nvSpPr>
          <p:cNvPr id="4" name="Content Placeholder 3">
            <a:extLst>
              <a:ext uri="{FF2B5EF4-FFF2-40B4-BE49-F238E27FC236}">
                <a16:creationId xmlns:a16="http://schemas.microsoft.com/office/drawing/2014/main" id="{33E540B5-69C8-A4ED-0A24-D8D577BA84E2}"/>
              </a:ext>
            </a:extLst>
          </p:cNvPr>
          <p:cNvSpPr>
            <a:spLocks noGrp="1"/>
          </p:cNvSpPr>
          <p:nvPr>
            <p:ph idx="1"/>
          </p:nvPr>
        </p:nvSpPr>
        <p:spPr>
          <a:xfrm>
            <a:off x="235041" y="2031866"/>
            <a:ext cx="6190488" cy="1694746"/>
          </a:xfrm>
        </p:spPr>
        <p:txBody>
          <a:bodyPr>
            <a:normAutofit lnSpcReduction="10000"/>
          </a:bodyPr>
          <a:lstStyle/>
          <a:p>
            <a:pPr algn="just"/>
            <a:r>
              <a:rPr lang="en-US" dirty="0"/>
              <a:t>Function calls involve performance overheads. If the function is simple enough, it might be advantageous to just lay the code of the function where the function is called. That is what happens when a function is inline.</a:t>
            </a:r>
            <a:endParaRPr lang="LID4096" dirty="0"/>
          </a:p>
        </p:txBody>
      </p:sp>
      <p:sp>
        <p:nvSpPr>
          <p:cNvPr id="5" name="Date Placeholder 4">
            <a:extLst>
              <a:ext uri="{FF2B5EF4-FFF2-40B4-BE49-F238E27FC236}">
                <a16:creationId xmlns:a16="http://schemas.microsoft.com/office/drawing/2014/main" id="{EF14036B-84E2-0EF8-E9EC-08F63E66A02D}"/>
              </a:ext>
            </a:extLst>
          </p:cNvPr>
          <p:cNvSpPr>
            <a:spLocks noGrp="1"/>
          </p:cNvSpPr>
          <p:nvPr>
            <p:ph type="dt" sz="half" idx="10"/>
          </p:nvPr>
        </p:nvSpPr>
        <p:spPr/>
        <p:txBody>
          <a:bodyPr/>
          <a:lstStyle/>
          <a:p>
            <a:fld id="{4D15D22D-5EF0-4907-B3D9-62E94BC904F5}" type="datetime1">
              <a:rPr lang="LID4096" smtClean="0"/>
              <a:t>09/17/2024</a:t>
            </a:fld>
            <a:endParaRPr lang="en-US" dirty="0"/>
          </a:p>
        </p:txBody>
      </p:sp>
      <p:sp>
        <p:nvSpPr>
          <p:cNvPr id="7" name="Slide Number Placeholder 6">
            <a:extLst>
              <a:ext uri="{FF2B5EF4-FFF2-40B4-BE49-F238E27FC236}">
                <a16:creationId xmlns:a16="http://schemas.microsoft.com/office/drawing/2014/main" id="{FEF0F9C8-A425-CCAA-92A6-7B4D36257080}"/>
              </a:ext>
            </a:extLst>
          </p:cNvPr>
          <p:cNvSpPr>
            <a:spLocks noGrp="1"/>
          </p:cNvSpPr>
          <p:nvPr>
            <p:ph type="sldNum" sz="quarter" idx="12"/>
          </p:nvPr>
        </p:nvSpPr>
        <p:spPr/>
        <p:txBody>
          <a:bodyPr/>
          <a:lstStyle/>
          <a:p>
            <a:fld id="{D8DA9DAA-006C-4F4B-980E-E3DF019B24E2}" type="slidenum">
              <a:rPr lang="en-US" smtClean="0"/>
              <a:pPr/>
              <a:t>12</a:t>
            </a:fld>
            <a:endParaRPr lang="en-US" dirty="0"/>
          </a:p>
        </p:txBody>
      </p:sp>
      <p:pic>
        <p:nvPicPr>
          <p:cNvPr id="14" name="Picture Placeholder 13" descr="A picture containing outdoor, sky, tower, water&#10;&#10;Description automatically generated">
            <a:extLst>
              <a:ext uri="{FF2B5EF4-FFF2-40B4-BE49-F238E27FC236}">
                <a16:creationId xmlns:a16="http://schemas.microsoft.com/office/drawing/2014/main" id="{7679E19C-DB6B-E450-BDD7-E98F2A03C980}"/>
              </a:ext>
            </a:extLst>
          </p:cNvPr>
          <p:cNvPicPr>
            <a:picLocks noGrp="1" noChangeAspect="1"/>
          </p:cNvPicPr>
          <p:nvPr>
            <p:ph type="pic" sz="quarter" idx="13"/>
          </p:nvPr>
        </p:nvPicPr>
        <p:blipFill>
          <a:blip r:embed="rId2"/>
          <a:srcRect t="16667" b="16667"/>
          <a:stretch>
            <a:fillRect/>
          </a:stretch>
        </p:blipFill>
        <p:spPr>
          <a:xfrm>
            <a:off x="7039622" y="841435"/>
            <a:ext cx="4549694" cy="4549703"/>
          </a:xfrm>
        </p:spPr>
      </p:pic>
      <p:sp>
        <p:nvSpPr>
          <p:cNvPr id="15" name="TextBox 14">
            <a:extLst>
              <a:ext uri="{FF2B5EF4-FFF2-40B4-BE49-F238E27FC236}">
                <a16:creationId xmlns:a16="http://schemas.microsoft.com/office/drawing/2014/main" id="{ECD03C3D-F59B-E5F7-08C2-AD5287820B90}"/>
              </a:ext>
            </a:extLst>
          </p:cNvPr>
          <p:cNvSpPr txBox="1"/>
          <p:nvPr/>
        </p:nvSpPr>
        <p:spPr>
          <a:xfrm>
            <a:off x="434430" y="3726612"/>
            <a:ext cx="6504317" cy="1919268"/>
          </a:xfrm>
          <a:prstGeom prst="rect">
            <a:avLst/>
          </a:prstGeom>
          <a:solidFill>
            <a:schemeClr val="bg1">
              <a:lumMod val="85000"/>
            </a:schemeClr>
          </a:solidFill>
        </p:spPr>
        <p:txBody>
          <a:bodyPr wrap="square" rtlCol="0">
            <a:spAutoFit/>
          </a:bodyPr>
          <a:lstStyle/>
          <a:p>
            <a:r>
              <a:rPr lang="en-US" sz="3200" dirty="0">
                <a:solidFill>
                  <a:srgbClr val="0000FF"/>
                </a:solidFill>
                <a:latin typeface="Cascadia Mono" panose="020B0609020000020004" pitchFamily="49" charset="0"/>
              </a:rPr>
              <a:t>inline</a:t>
            </a:r>
            <a:r>
              <a:rPr lang="en-US" sz="3200" dirty="0">
                <a:solidFill>
                  <a:srgbClr val="000000"/>
                </a:solidFill>
                <a:latin typeface="Cascadia Mono" panose="020B0609020000020004" pitchFamily="49" charset="0"/>
              </a:rPr>
              <a:t> </a:t>
            </a:r>
            <a:r>
              <a:rPr lang="en-US" sz="3200" dirty="0">
                <a:solidFill>
                  <a:srgbClr val="0000FF"/>
                </a:solidFill>
                <a:latin typeface="Cascadia Mono" panose="020B0609020000020004" pitchFamily="49" charset="0"/>
              </a:rPr>
              <a:t>bool</a:t>
            </a:r>
            <a:r>
              <a:rPr lang="en-US" sz="3200" dirty="0">
                <a:solidFill>
                  <a:srgbClr val="000000"/>
                </a:solidFill>
                <a:latin typeface="Cascadia Mono" panose="020B0609020000020004" pitchFamily="49" charset="0"/>
              </a:rPr>
              <a:t> </a:t>
            </a:r>
            <a:r>
              <a:rPr lang="en-US" sz="3200" dirty="0" err="1">
                <a:solidFill>
                  <a:srgbClr val="000000"/>
                </a:solidFill>
                <a:latin typeface="Cascadia Mono" panose="020B0609020000020004" pitchFamily="49" charset="0"/>
              </a:rPr>
              <a:t>isEven</a:t>
            </a:r>
            <a:r>
              <a:rPr lang="en-US" sz="3200" dirty="0">
                <a:solidFill>
                  <a:srgbClr val="000000"/>
                </a:solidFill>
                <a:latin typeface="Cascadia Mono" panose="020B0609020000020004" pitchFamily="49" charset="0"/>
              </a:rPr>
              <a:t>(</a:t>
            </a:r>
            <a:r>
              <a:rPr lang="en-US" sz="3200" dirty="0">
                <a:solidFill>
                  <a:srgbClr val="0000FF"/>
                </a:solidFill>
                <a:latin typeface="Cascadia Mono" panose="020B0609020000020004" pitchFamily="49" charset="0"/>
              </a:rPr>
              <a:t>int</a:t>
            </a:r>
            <a:r>
              <a:rPr lang="en-US" sz="3200" dirty="0">
                <a:solidFill>
                  <a:srgbClr val="000000"/>
                </a:solidFill>
                <a:latin typeface="Cascadia Mono" panose="020B0609020000020004" pitchFamily="49" charset="0"/>
              </a:rPr>
              <a:t> </a:t>
            </a:r>
            <a:r>
              <a:rPr lang="en-US" sz="3200" dirty="0">
                <a:solidFill>
                  <a:srgbClr val="808080"/>
                </a:solidFill>
                <a:latin typeface="Cascadia Mono" panose="020B0609020000020004" pitchFamily="49" charset="0"/>
              </a:rPr>
              <a:t>n</a:t>
            </a:r>
            <a:r>
              <a:rPr lang="en-US" sz="3200" dirty="0">
                <a:solidFill>
                  <a:srgbClr val="000000"/>
                </a:solidFill>
                <a:latin typeface="Cascadia Mono" panose="020B0609020000020004" pitchFamily="49" charset="0"/>
              </a:rPr>
              <a:t>)</a:t>
            </a:r>
          </a:p>
          <a:p>
            <a:r>
              <a:rPr lang="en-US" sz="3200" dirty="0">
                <a:solidFill>
                  <a:srgbClr val="000000"/>
                </a:solidFill>
                <a:latin typeface="Cascadia Mono" panose="020B0609020000020004" pitchFamily="49" charset="0"/>
              </a:rPr>
              <a:t>{</a:t>
            </a:r>
          </a:p>
          <a:p>
            <a:r>
              <a:rPr lang="en-US" sz="3200" dirty="0">
                <a:solidFill>
                  <a:srgbClr val="0000FF"/>
                </a:solidFill>
                <a:latin typeface="Cascadia Mono" panose="020B0609020000020004" pitchFamily="49" charset="0"/>
              </a:rPr>
              <a:t>   return</a:t>
            </a:r>
            <a:r>
              <a:rPr lang="en-US" sz="3200" dirty="0">
                <a:solidFill>
                  <a:srgbClr val="000000"/>
                </a:solidFill>
                <a:latin typeface="Cascadia Mono" panose="020B0609020000020004" pitchFamily="49" charset="0"/>
              </a:rPr>
              <a:t> </a:t>
            </a:r>
            <a:r>
              <a:rPr lang="en-US" sz="3200" dirty="0">
                <a:solidFill>
                  <a:srgbClr val="808080"/>
                </a:solidFill>
                <a:latin typeface="Cascadia Mono" panose="020B0609020000020004" pitchFamily="49" charset="0"/>
              </a:rPr>
              <a:t>n</a:t>
            </a:r>
            <a:r>
              <a:rPr lang="en-US" sz="3200" dirty="0">
                <a:solidFill>
                  <a:srgbClr val="000000"/>
                </a:solidFill>
                <a:latin typeface="Cascadia Mono" panose="020B0609020000020004" pitchFamily="49" charset="0"/>
              </a:rPr>
              <a:t> % 2 == 0;</a:t>
            </a:r>
          </a:p>
          <a:p>
            <a:r>
              <a:rPr lang="en-US" sz="3200" dirty="0">
                <a:solidFill>
                  <a:srgbClr val="000000"/>
                </a:solidFill>
                <a:latin typeface="Cascadia Mono" panose="020B0609020000020004" pitchFamily="49" charset="0"/>
              </a:rPr>
              <a:t>}</a:t>
            </a:r>
          </a:p>
          <a:p>
            <a:r>
              <a:rPr lang="en-US" sz="3200" dirty="0"/>
              <a:t> </a:t>
            </a:r>
            <a:endParaRPr lang="LID4096" sz="3200" dirty="0"/>
          </a:p>
        </p:txBody>
      </p:sp>
      <p:sp>
        <p:nvSpPr>
          <p:cNvPr id="16" name="Rectangle: Rounded Corners 15">
            <a:extLst>
              <a:ext uri="{FF2B5EF4-FFF2-40B4-BE49-F238E27FC236}">
                <a16:creationId xmlns:a16="http://schemas.microsoft.com/office/drawing/2014/main" id="{A391F255-6FB9-30C5-A127-FA15861CFBC5}"/>
              </a:ext>
            </a:extLst>
          </p:cNvPr>
          <p:cNvSpPr/>
          <p:nvPr/>
        </p:nvSpPr>
        <p:spPr>
          <a:xfrm>
            <a:off x="2260121" y="5372555"/>
            <a:ext cx="4577751" cy="15791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Making a function inline is a request to the compiler, it decides to implement it or not.</a:t>
            </a:r>
            <a:endParaRPr lang="LID4096" sz="2400" dirty="0"/>
          </a:p>
        </p:txBody>
      </p:sp>
      <p:sp>
        <p:nvSpPr>
          <p:cNvPr id="17" name="Rectangle: Rounded Corners 16">
            <a:extLst>
              <a:ext uri="{FF2B5EF4-FFF2-40B4-BE49-F238E27FC236}">
                <a16:creationId xmlns:a16="http://schemas.microsoft.com/office/drawing/2014/main" id="{FF845AEE-0977-0811-8C98-63613CACEA3B}"/>
              </a:ext>
            </a:extLst>
          </p:cNvPr>
          <p:cNvSpPr/>
          <p:nvPr/>
        </p:nvSpPr>
        <p:spPr>
          <a:xfrm>
            <a:off x="6938747" y="5357860"/>
            <a:ext cx="4244015" cy="15001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Compilers are </a:t>
            </a:r>
            <a:r>
              <a:rPr lang="en-US" sz="2000" dirty="0"/>
              <a:t>smart enough to make simple functions inline, without the request of the programmer.</a:t>
            </a:r>
            <a:endParaRPr lang="LID4096" sz="2000" dirty="0"/>
          </a:p>
        </p:txBody>
      </p:sp>
    </p:spTree>
    <p:extLst>
      <p:ext uri="{BB962C8B-B14F-4D97-AF65-F5344CB8AC3E}">
        <p14:creationId xmlns:p14="http://schemas.microsoft.com/office/powerpoint/2010/main" val="1456653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EBC240-DF51-A6B2-EBE7-D437E68CB67B}"/>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4" name="Slide Number Placeholder 3">
            <a:extLst>
              <a:ext uri="{FF2B5EF4-FFF2-40B4-BE49-F238E27FC236}">
                <a16:creationId xmlns:a16="http://schemas.microsoft.com/office/drawing/2014/main" id="{0A42B954-6DB5-BD20-36D1-5FF5DCB2A84D}"/>
              </a:ext>
            </a:extLst>
          </p:cNvPr>
          <p:cNvSpPr>
            <a:spLocks noGrp="1"/>
          </p:cNvSpPr>
          <p:nvPr>
            <p:ph type="sldNum" sz="quarter" idx="12"/>
          </p:nvPr>
        </p:nvSpPr>
        <p:spPr/>
        <p:txBody>
          <a:bodyPr/>
          <a:lstStyle/>
          <a:p>
            <a:fld id="{D8DA9DAA-006C-4F4B-980E-E3DF019B24E2}" type="slidenum">
              <a:rPr lang="en-US" smtClean="0"/>
              <a:t>13</a:t>
            </a:fld>
            <a:endParaRPr lang="en-US" dirty="0"/>
          </a:p>
        </p:txBody>
      </p:sp>
      <p:sp>
        <p:nvSpPr>
          <p:cNvPr id="8" name="TextBox 7">
            <a:extLst>
              <a:ext uri="{FF2B5EF4-FFF2-40B4-BE49-F238E27FC236}">
                <a16:creationId xmlns:a16="http://schemas.microsoft.com/office/drawing/2014/main" id="{546A00E8-6B75-1406-5B79-607C75B4D4EB}"/>
              </a:ext>
            </a:extLst>
          </p:cNvPr>
          <p:cNvSpPr txBox="1"/>
          <p:nvPr/>
        </p:nvSpPr>
        <p:spPr>
          <a:xfrm>
            <a:off x="1167442" y="684362"/>
            <a:ext cx="10186358" cy="1015663"/>
          </a:xfrm>
          <a:prstGeom prst="rect">
            <a:avLst/>
          </a:prstGeom>
          <a:solidFill>
            <a:srgbClr val="92D050"/>
          </a:solidFill>
        </p:spPr>
        <p:txBody>
          <a:bodyPr wrap="square" rtlCol="0">
            <a:spAutoFit/>
          </a:bodyPr>
          <a:lstStyle/>
          <a:p>
            <a:r>
              <a:rPr lang="en-US" sz="3000" dirty="0"/>
              <a:t>C++ HAS TWO MECHANISMS OF PASSING PARAMETERS TO FUNCTIONS</a:t>
            </a:r>
            <a:endParaRPr lang="LID4096" sz="3000" dirty="0"/>
          </a:p>
        </p:txBody>
      </p:sp>
      <p:sp>
        <p:nvSpPr>
          <p:cNvPr id="9" name="TextBox 8">
            <a:extLst>
              <a:ext uri="{FF2B5EF4-FFF2-40B4-BE49-F238E27FC236}">
                <a16:creationId xmlns:a16="http://schemas.microsoft.com/office/drawing/2014/main" id="{6EBD4ABD-580F-728A-562D-D893AF35C6D9}"/>
              </a:ext>
            </a:extLst>
          </p:cNvPr>
          <p:cNvSpPr txBox="1"/>
          <p:nvPr/>
        </p:nvSpPr>
        <p:spPr>
          <a:xfrm>
            <a:off x="1023668" y="1759789"/>
            <a:ext cx="4836543" cy="1754326"/>
          </a:xfrm>
          <a:prstGeom prst="rect">
            <a:avLst/>
          </a:prstGeom>
          <a:solidFill>
            <a:schemeClr val="bg1">
              <a:lumMod val="85000"/>
            </a:schemeClr>
          </a:solidFill>
        </p:spPr>
        <p:txBody>
          <a:bodyPr wrap="square" rtlCol="0">
            <a:spAutoFit/>
          </a:bodyPr>
          <a:lstStyle/>
          <a:p>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SwapByValue</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a</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b</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int</a:t>
            </a:r>
            <a:r>
              <a:rPr lang="en-US" sz="1800" dirty="0">
                <a:solidFill>
                  <a:srgbClr val="000000"/>
                </a:solidFill>
                <a:latin typeface="Cascadia Mono" panose="020B0609020000020004" pitchFamily="49" charset="0"/>
              </a:rPr>
              <a:t> temp = </a:t>
            </a:r>
            <a:r>
              <a:rPr lang="en-US" sz="1800" dirty="0">
                <a:solidFill>
                  <a:srgbClr val="808080"/>
                </a:solidFill>
                <a:latin typeface="Cascadia Mono" panose="020B0609020000020004" pitchFamily="49" charset="0"/>
              </a:rPr>
              <a:t>a</a:t>
            </a:r>
            <a:r>
              <a:rPr lang="en-US" sz="1800" dirty="0">
                <a:solidFill>
                  <a:srgbClr val="000000"/>
                </a:solidFill>
                <a:latin typeface="Cascadia Mono" panose="020B0609020000020004" pitchFamily="49" charset="0"/>
              </a:rPr>
              <a:t>;</a:t>
            </a:r>
          </a:p>
          <a:p>
            <a:r>
              <a:rPr lang="en-US" sz="1800" dirty="0">
                <a:solidFill>
                  <a:srgbClr val="808080"/>
                </a:solidFill>
                <a:latin typeface="Cascadia Mono" panose="020B0609020000020004" pitchFamily="49" charset="0"/>
              </a:rPr>
              <a:t>   a</a:t>
            </a:r>
            <a:r>
              <a:rPr lang="en-US" sz="1800" dirty="0">
                <a:solidFill>
                  <a:srgbClr val="000000"/>
                </a:solidFill>
                <a:latin typeface="Cascadia Mono" panose="020B0609020000020004" pitchFamily="49" charset="0"/>
              </a:rPr>
              <a:t> = </a:t>
            </a:r>
            <a:r>
              <a:rPr lang="en-US" sz="1800" dirty="0">
                <a:solidFill>
                  <a:srgbClr val="808080"/>
                </a:solidFill>
                <a:latin typeface="Cascadia Mono" panose="020B0609020000020004" pitchFamily="49" charset="0"/>
              </a:rPr>
              <a:t>b</a:t>
            </a:r>
            <a:r>
              <a:rPr lang="en-US" sz="1800" dirty="0">
                <a:solidFill>
                  <a:srgbClr val="000000"/>
                </a:solidFill>
                <a:latin typeface="Cascadia Mono" panose="020B0609020000020004" pitchFamily="49" charset="0"/>
              </a:rPr>
              <a:t>;</a:t>
            </a:r>
          </a:p>
          <a:p>
            <a:r>
              <a:rPr lang="en-US" sz="1800" dirty="0">
                <a:solidFill>
                  <a:srgbClr val="808080"/>
                </a:solidFill>
                <a:latin typeface="Cascadia Mono" panose="020B0609020000020004" pitchFamily="49" charset="0"/>
              </a:rPr>
              <a:t>   b</a:t>
            </a:r>
            <a:r>
              <a:rPr lang="en-US" sz="1800" dirty="0">
                <a:solidFill>
                  <a:srgbClr val="000000"/>
                </a:solidFill>
                <a:latin typeface="Cascadia Mono" panose="020B0609020000020004" pitchFamily="49" charset="0"/>
              </a:rPr>
              <a:t> = temp;</a:t>
            </a:r>
          </a:p>
          <a:p>
            <a:r>
              <a:rPr lang="en-US" sz="1800" dirty="0">
                <a:solidFill>
                  <a:srgbClr val="000000"/>
                </a:solidFill>
                <a:latin typeface="Cascadia Mono" panose="020B0609020000020004" pitchFamily="49" charset="0"/>
              </a:rPr>
              <a:t>}  </a:t>
            </a:r>
            <a:endParaRPr lang="LID4096" dirty="0"/>
          </a:p>
        </p:txBody>
      </p:sp>
      <p:sp>
        <p:nvSpPr>
          <p:cNvPr id="10" name="TextBox 9">
            <a:extLst>
              <a:ext uri="{FF2B5EF4-FFF2-40B4-BE49-F238E27FC236}">
                <a16:creationId xmlns:a16="http://schemas.microsoft.com/office/drawing/2014/main" id="{C7695C68-CFE2-8D7C-72EB-305E98EF1EA8}"/>
              </a:ext>
            </a:extLst>
          </p:cNvPr>
          <p:cNvSpPr txBox="1"/>
          <p:nvPr/>
        </p:nvSpPr>
        <p:spPr>
          <a:xfrm>
            <a:off x="6422365" y="1759789"/>
            <a:ext cx="5769635" cy="1817587"/>
          </a:xfrm>
          <a:prstGeom prst="rect">
            <a:avLst/>
          </a:prstGeom>
          <a:solidFill>
            <a:schemeClr val="bg1">
              <a:lumMod val="95000"/>
            </a:schemeClr>
          </a:solidFill>
        </p:spPr>
        <p:txBody>
          <a:bodyPr wrap="square" rtlCol="0">
            <a:spAutoFit/>
          </a:bodyPr>
          <a:lstStyle/>
          <a:p>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SwapByRef</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&amp; </a:t>
            </a:r>
            <a:r>
              <a:rPr lang="en-US" sz="1800" dirty="0">
                <a:solidFill>
                  <a:srgbClr val="808080"/>
                </a:solidFill>
                <a:latin typeface="Cascadia Mono" panose="020B0609020000020004" pitchFamily="49" charset="0"/>
              </a:rPr>
              <a:t>a</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&amp; </a:t>
            </a:r>
            <a:r>
              <a:rPr lang="en-US" sz="1800" dirty="0">
                <a:solidFill>
                  <a:srgbClr val="808080"/>
                </a:solidFill>
                <a:latin typeface="Cascadia Mono" panose="020B0609020000020004" pitchFamily="49" charset="0"/>
              </a:rPr>
              <a:t>b</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int</a:t>
            </a:r>
            <a:r>
              <a:rPr lang="en-US" sz="1800" dirty="0">
                <a:solidFill>
                  <a:srgbClr val="000000"/>
                </a:solidFill>
                <a:latin typeface="Cascadia Mono" panose="020B0609020000020004" pitchFamily="49" charset="0"/>
              </a:rPr>
              <a:t> temp = </a:t>
            </a:r>
            <a:r>
              <a:rPr lang="en-US" sz="1800" dirty="0">
                <a:solidFill>
                  <a:srgbClr val="808080"/>
                </a:solidFill>
                <a:latin typeface="Cascadia Mono" panose="020B0609020000020004" pitchFamily="49" charset="0"/>
              </a:rPr>
              <a:t>a</a:t>
            </a:r>
            <a:r>
              <a:rPr lang="en-US" sz="1800" dirty="0">
                <a:solidFill>
                  <a:srgbClr val="000000"/>
                </a:solidFill>
                <a:latin typeface="Cascadia Mono" panose="020B0609020000020004" pitchFamily="49" charset="0"/>
              </a:rPr>
              <a:t>;</a:t>
            </a:r>
          </a:p>
          <a:p>
            <a:r>
              <a:rPr lang="en-US" sz="1800" dirty="0">
                <a:solidFill>
                  <a:srgbClr val="808080"/>
                </a:solidFill>
                <a:latin typeface="Cascadia Mono" panose="020B0609020000020004" pitchFamily="49" charset="0"/>
              </a:rPr>
              <a:t>  a</a:t>
            </a:r>
            <a:r>
              <a:rPr lang="en-US" sz="1800" dirty="0">
                <a:solidFill>
                  <a:srgbClr val="000000"/>
                </a:solidFill>
                <a:latin typeface="Cascadia Mono" panose="020B0609020000020004" pitchFamily="49" charset="0"/>
              </a:rPr>
              <a:t> = </a:t>
            </a:r>
            <a:r>
              <a:rPr lang="en-US" sz="1800" dirty="0">
                <a:solidFill>
                  <a:srgbClr val="808080"/>
                </a:solidFill>
                <a:latin typeface="Cascadia Mono" panose="020B0609020000020004" pitchFamily="49" charset="0"/>
              </a:rPr>
              <a:t>b</a:t>
            </a:r>
            <a:r>
              <a:rPr lang="en-US" sz="1800" dirty="0">
                <a:solidFill>
                  <a:srgbClr val="000000"/>
                </a:solidFill>
                <a:latin typeface="Cascadia Mono" panose="020B0609020000020004" pitchFamily="49" charset="0"/>
              </a:rPr>
              <a:t>;</a:t>
            </a:r>
          </a:p>
          <a:p>
            <a:r>
              <a:rPr lang="en-US" sz="1800" dirty="0">
                <a:solidFill>
                  <a:srgbClr val="808080"/>
                </a:solidFill>
                <a:latin typeface="Cascadia Mono" panose="020B0609020000020004" pitchFamily="49" charset="0"/>
              </a:rPr>
              <a:t>  b</a:t>
            </a:r>
            <a:r>
              <a:rPr lang="en-US" sz="1800" dirty="0">
                <a:solidFill>
                  <a:srgbClr val="000000"/>
                </a:solidFill>
                <a:latin typeface="Cascadia Mono" panose="020B0609020000020004" pitchFamily="49" charset="0"/>
              </a:rPr>
              <a:t> = temp;</a:t>
            </a:r>
          </a:p>
          <a:p>
            <a:r>
              <a:rPr lang="en-US" sz="1800" dirty="0">
                <a:solidFill>
                  <a:srgbClr val="000000"/>
                </a:solidFill>
                <a:latin typeface="Cascadia Mono" panose="020B0609020000020004" pitchFamily="49" charset="0"/>
              </a:rPr>
              <a:t>}</a:t>
            </a:r>
            <a:endParaRPr lang="LID4096" dirty="0"/>
          </a:p>
        </p:txBody>
      </p:sp>
      <p:sp>
        <p:nvSpPr>
          <p:cNvPr id="11" name="TextBox 10">
            <a:extLst>
              <a:ext uri="{FF2B5EF4-FFF2-40B4-BE49-F238E27FC236}">
                <a16:creationId xmlns:a16="http://schemas.microsoft.com/office/drawing/2014/main" id="{0BF6DA4A-F34F-0187-EEB2-44311F0B7157}"/>
              </a:ext>
            </a:extLst>
          </p:cNvPr>
          <p:cNvSpPr txBox="1"/>
          <p:nvPr/>
        </p:nvSpPr>
        <p:spPr>
          <a:xfrm>
            <a:off x="1023668" y="3514115"/>
            <a:ext cx="11271849" cy="3139321"/>
          </a:xfrm>
          <a:prstGeom prst="rect">
            <a:avLst/>
          </a:prstGeom>
          <a:solidFill>
            <a:schemeClr val="accent2">
              <a:lumMod val="20000"/>
              <a:lumOff val="80000"/>
            </a:schemeClr>
          </a:solidFill>
        </p:spPr>
        <p:txBody>
          <a:bodyPr wrap="square" rtlCol="0">
            <a:spAutoFit/>
          </a:bodyPr>
          <a:lstStyle/>
          <a:p>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main()</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 = 7, b = 9;</a:t>
            </a:r>
          </a:p>
          <a:p>
            <a:r>
              <a:rPr lang="en-US" sz="1800" dirty="0" err="1">
                <a:solidFill>
                  <a:srgbClr val="000000"/>
                </a:solidFill>
                <a:latin typeface="Cascadia Mono" panose="020B0609020000020004" pitchFamily="49" charset="0"/>
              </a:rPr>
              <a:t>SwapByValue</a:t>
            </a:r>
            <a:r>
              <a:rPr lang="en-US" sz="1800" dirty="0">
                <a:solidFill>
                  <a:srgbClr val="000000"/>
                </a:solidFill>
                <a:latin typeface="Cascadia Mono" panose="020B0609020000020004" pitchFamily="49" charset="0"/>
              </a:rPr>
              <a:t>(a, b);</a:t>
            </a:r>
          </a:p>
          <a:p>
            <a:r>
              <a:rPr lang="pt-BR" sz="1800" dirty="0">
                <a:solidFill>
                  <a:srgbClr val="000000"/>
                </a:solidFill>
                <a:latin typeface="Cascadia Mono" panose="020B0609020000020004" pitchFamily="49" charset="0"/>
              </a:rPr>
              <a:t>std::cout &lt;&lt; </a:t>
            </a:r>
            <a:r>
              <a:rPr lang="pt-BR" sz="1800" dirty="0">
                <a:solidFill>
                  <a:srgbClr val="A31515"/>
                </a:solidFill>
                <a:latin typeface="Cascadia Mono" panose="020B0609020000020004" pitchFamily="49" charset="0"/>
              </a:rPr>
              <a:t>"a= "</a:t>
            </a:r>
            <a:r>
              <a:rPr lang="pt-BR" sz="1800" dirty="0">
                <a:solidFill>
                  <a:srgbClr val="000000"/>
                </a:solidFill>
                <a:latin typeface="Cascadia Mono" panose="020B0609020000020004" pitchFamily="49" charset="0"/>
              </a:rPr>
              <a:t> &lt;&lt; a &lt;&lt; </a:t>
            </a:r>
            <a:r>
              <a:rPr lang="pt-BR" sz="1800" dirty="0">
                <a:solidFill>
                  <a:srgbClr val="A31515"/>
                </a:solidFill>
                <a:latin typeface="Cascadia Mono" panose="020B0609020000020004" pitchFamily="49" charset="0"/>
              </a:rPr>
              <a:t>"\n"</a:t>
            </a:r>
            <a:r>
              <a:rPr lang="pt-B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std::</a:t>
            </a:r>
            <a:r>
              <a:rPr lang="en-US" sz="1800" dirty="0" err="1">
                <a:solidFill>
                  <a:srgbClr val="000000"/>
                </a:solidFill>
                <a:latin typeface="Cascadia Mono" panose="020B0609020000020004" pitchFamily="49" charset="0"/>
              </a:rPr>
              <a:t>cout</a:t>
            </a:r>
            <a:r>
              <a:rPr lang="en-US" sz="1800" dirty="0">
                <a:solidFill>
                  <a:srgbClr val="000000"/>
                </a:solidFill>
                <a:latin typeface="Cascadia Mono" panose="020B0609020000020004" pitchFamily="49" charset="0"/>
              </a:rPr>
              <a:t> &lt;&lt; </a:t>
            </a:r>
            <a:r>
              <a:rPr lang="en-US" sz="1800" dirty="0">
                <a:solidFill>
                  <a:srgbClr val="A31515"/>
                </a:solidFill>
                <a:latin typeface="Cascadia Mono" panose="020B0609020000020004" pitchFamily="49" charset="0"/>
              </a:rPr>
              <a:t>"b= "</a:t>
            </a:r>
            <a:r>
              <a:rPr lang="en-US" sz="1800" dirty="0">
                <a:solidFill>
                  <a:srgbClr val="000000"/>
                </a:solidFill>
                <a:latin typeface="Cascadia Mono" panose="020B0609020000020004" pitchFamily="49" charset="0"/>
              </a:rPr>
              <a:t> &lt;&lt; b &lt;&lt; </a:t>
            </a:r>
            <a:r>
              <a:rPr lang="en-US" sz="1800" dirty="0">
                <a:solidFill>
                  <a:srgbClr val="A31515"/>
                </a:solidFill>
                <a:latin typeface="Cascadia Mono" panose="020B0609020000020004" pitchFamily="49" charset="0"/>
              </a:rPr>
              <a:t>"\n"</a:t>
            </a:r>
            <a:r>
              <a:rPr lang="en-US" sz="1800" dirty="0">
                <a:solidFill>
                  <a:srgbClr val="000000"/>
                </a:solidFill>
                <a:latin typeface="Cascadia Mono" panose="020B0609020000020004" pitchFamily="49" charset="0"/>
              </a:rPr>
              <a:t>;</a:t>
            </a:r>
          </a:p>
          <a:p>
            <a:r>
              <a:rPr lang="en-US" sz="1800" dirty="0" err="1">
                <a:solidFill>
                  <a:srgbClr val="000000"/>
                </a:solidFill>
                <a:latin typeface="Cascadia Mono" panose="020B0609020000020004" pitchFamily="49" charset="0"/>
              </a:rPr>
              <a:t>SwapByRef</a:t>
            </a:r>
            <a:r>
              <a:rPr lang="en-US" sz="1800" dirty="0">
                <a:solidFill>
                  <a:srgbClr val="000000"/>
                </a:solidFill>
                <a:latin typeface="Cascadia Mono" panose="020B0609020000020004" pitchFamily="49" charset="0"/>
              </a:rPr>
              <a:t>(a, b);</a:t>
            </a:r>
          </a:p>
          <a:p>
            <a:r>
              <a:rPr lang="pt-BR" sz="1800" dirty="0">
                <a:solidFill>
                  <a:srgbClr val="000000"/>
                </a:solidFill>
                <a:latin typeface="Cascadia Mono" panose="020B0609020000020004" pitchFamily="49" charset="0"/>
              </a:rPr>
              <a:t>std::cout &lt;&lt; </a:t>
            </a:r>
            <a:r>
              <a:rPr lang="pt-BR" sz="1800" dirty="0">
                <a:solidFill>
                  <a:srgbClr val="A31515"/>
                </a:solidFill>
                <a:latin typeface="Cascadia Mono" panose="020B0609020000020004" pitchFamily="49" charset="0"/>
              </a:rPr>
              <a:t>"a= "</a:t>
            </a:r>
            <a:r>
              <a:rPr lang="pt-BR" sz="1800" dirty="0">
                <a:solidFill>
                  <a:srgbClr val="000000"/>
                </a:solidFill>
                <a:latin typeface="Cascadia Mono" panose="020B0609020000020004" pitchFamily="49" charset="0"/>
              </a:rPr>
              <a:t> &lt;&lt; a &lt;&lt; </a:t>
            </a:r>
            <a:r>
              <a:rPr lang="pt-BR" sz="1800" dirty="0">
                <a:solidFill>
                  <a:srgbClr val="A31515"/>
                </a:solidFill>
                <a:latin typeface="Cascadia Mono" panose="020B0609020000020004" pitchFamily="49" charset="0"/>
              </a:rPr>
              <a:t>"\n"</a:t>
            </a:r>
            <a:r>
              <a:rPr lang="pt-B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std::</a:t>
            </a:r>
            <a:r>
              <a:rPr lang="en-US" sz="1800" dirty="0" err="1">
                <a:solidFill>
                  <a:srgbClr val="000000"/>
                </a:solidFill>
                <a:latin typeface="Cascadia Mono" panose="020B0609020000020004" pitchFamily="49" charset="0"/>
              </a:rPr>
              <a:t>cout</a:t>
            </a:r>
            <a:r>
              <a:rPr lang="en-US" sz="1800" dirty="0">
                <a:solidFill>
                  <a:srgbClr val="000000"/>
                </a:solidFill>
                <a:latin typeface="Cascadia Mono" panose="020B0609020000020004" pitchFamily="49" charset="0"/>
              </a:rPr>
              <a:t> &lt;&lt; </a:t>
            </a:r>
            <a:r>
              <a:rPr lang="en-US" sz="1800" dirty="0">
                <a:solidFill>
                  <a:srgbClr val="A31515"/>
                </a:solidFill>
                <a:latin typeface="Cascadia Mono" panose="020B0609020000020004" pitchFamily="49" charset="0"/>
              </a:rPr>
              <a:t>"b= "</a:t>
            </a:r>
            <a:r>
              <a:rPr lang="en-US" sz="1800" dirty="0">
                <a:solidFill>
                  <a:srgbClr val="000000"/>
                </a:solidFill>
                <a:latin typeface="Cascadia Mono" panose="020B0609020000020004" pitchFamily="49" charset="0"/>
              </a:rPr>
              <a:t> &lt;&lt; b &lt;&lt; </a:t>
            </a:r>
            <a:r>
              <a:rPr lang="en-US" sz="1800" dirty="0">
                <a:solidFill>
                  <a:srgbClr val="A31515"/>
                </a:solidFill>
                <a:latin typeface="Cascadia Mono" panose="020B0609020000020004" pitchFamily="49" charset="0"/>
              </a:rPr>
              <a:t>"\n"</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0;</a:t>
            </a:r>
          </a:p>
          <a:p>
            <a:r>
              <a:rPr lang="en-US" sz="1800" dirty="0">
                <a:solidFill>
                  <a:srgbClr val="000000"/>
                </a:solidFill>
                <a:latin typeface="Cascadia Mono" panose="020B0609020000020004" pitchFamily="49" charset="0"/>
              </a:rPr>
              <a:t>}</a:t>
            </a:r>
            <a:endParaRPr lang="LID4096" dirty="0"/>
          </a:p>
        </p:txBody>
      </p:sp>
    </p:spTree>
    <p:extLst>
      <p:ext uri="{BB962C8B-B14F-4D97-AF65-F5344CB8AC3E}">
        <p14:creationId xmlns:p14="http://schemas.microsoft.com/office/powerpoint/2010/main" val="1388695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EBC240-DF51-A6B2-EBE7-D437E68CB67B}"/>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4" name="Slide Number Placeholder 3">
            <a:extLst>
              <a:ext uri="{FF2B5EF4-FFF2-40B4-BE49-F238E27FC236}">
                <a16:creationId xmlns:a16="http://schemas.microsoft.com/office/drawing/2014/main" id="{0A42B954-6DB5-BD20-36D1-5FF5DCB2A84D}"/>
              </a:ext>
            </a:extLst>
          </p:cNvPr>
          <p:cNvSpPr>
            <a:spLocks noGrp="1"/>
          </p:cNvSpPr>
          <p:nvPr>
            <p:ph type="sldNum" sz="quarter" idx="12"/>
          </p:nvPr>
        </p:nvSpPr>
        <p:spPr/>
        <p:txBody>
          <a:bodyPr/>
          <a:lstStyle/>
          <a:p>
            <a:fld id="{D8DA9DAA-006C-4F4B-980E-E3DF019B24E2}" type="slidenum">
              <a:rPr lang="en-US" smtClean="0"/>
              <a:t>14</a:t>
            </a:fld>
            <a:endParaRPr lang="en-US" dirty="0"/>
          </a:p>
        </p:txBody>
      </p:sp>
      <p:sp>
        <p:nvSpPr>
          <p:cNvPr id="8" name="TextBox 7">
            <a:extLst>
              <a:ext uri="{FF2B5EF4-FFF2-40B4-BE49-F238E27FC236}">
                <a16:creationId xmlns:a16="http://schemas.microsoft.com/office/drawing/2014/main" id="{546A00E8-6B75-1406-5B79-607C75B4D4EB}"/>
              </a:ext>
            </a:extLst>
          </p:cNvPr>
          <p:cNvSpPr txBox="1"/>
          <p:nvPr/>
        </p:nvSpPr>
        <p:spPr>
          <a:xfrm>
            <a:off x="1167442" y="684362"/>
            <a:ext cx="10186358" cy="1015663"/>
          </a:xfrm>
          <a:prstGeom prst="rect">
            <a:avLst/>
          </a:prstGeom>
          <a:solidFill>
            <a:srgbClr val="92D050"/>
          </a:solidFill>
        </p:spPr>
        <p:txBody>
          <a:bodyPr wrap="square" rtlCol="0">
            <a:spAutoFit/>
          </a:bodyPr>
          <a:lstStyle/>
          <a:p>
            <a:r>
              <a:rPr lang="en-US" sz="3000" dirty="0"/>
              <a:t>C++ HAS TWO MECHANISMS OF PASSING PARAMETERS TO FUNCTIONS</a:t>
            </a:r>
            <a:endParaRPr lang="LID4096" sz="3000" dirty="0"/>
          </a:p>
        </p:txBody>
      </p:sp>
      <p:sp>
        <p:nvSpPr>
          <p:cNvPr id="9" name="TextBox 8">
            <a:extLst>
              <a:ext uri="{FF2B5EF4-FFF2-40B4-BE49-F238E27FC236}">
                <a16:creationId xmlns:a16="http://schemas.microsoft.com/office/drawing/2014/main" id="{6EBD4ABD-580F-728A-562D-D893AF35C6D9}"/>
              </a:ext>
            </a:extLst>
          </p:cNvPr>
          <p:cNvSpPr txBox="1"/>
          <p:nvPr/>
        </p:nvSpPr>
        <p:spPr>
          <a:xfrm>
            <a:off x="1023668" y="1759789"/>
            <a:ext cx="4836543" cy="1754326"/>
          </a:xfrm>
          <a:prstGeom prst="rect">
            <a:avLst/>
          </a:prstGeom>
          <a:solidFill>
            <a:schemeClr val="bg1">
              <a:lumMod val="85000"/>
            </a:schemeClr>
          </a:solidFill>
        </p:spPr>
        <p:txBody>
          <a:bodyPr wrap="square" rtlCol="0">
            <a:spAutoFit/>
          </a:bodyPr>
          <a:lstStyle/>
          <a:p>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SwapByValue</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a</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b</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int</a:t>
            </a:r>
            <a:r>
              <a:rPr lang="en-US" sz="1800" dirty="0">
                <a:solidFill>
                  <a:srgbClr val="000000"/>
                </a:solidFill>
                <a:latin typeface="Cascadia Mono" panose="020B0609020000020004" pitchFamily="49" charset="0"/>
              </a:rPr>
              <a:t> temp = </a:t>
            </a:r>
            <a:r>
              <a:rPr lang="en-US" sz="1800" dirty="0">
                <a:solidFill>
                  <a:srgbClr val="808080"/>
                </a:solidFill>
                <a:latin typeface="Cascadia Mono" panose="020B0609020000020004" pitchFamily="49" charset="0"/>
              </a:rPr>
              <a:t>a</a:t>
            </a:r>
            <a:r>
              <a:rPr lang="en-US" sz="1800" dirty="0">
                <a:solidFill>
                  <a:srgbClr val="000000"/>
                </a:solidFill>
                <a:latin typeface="Cascadia Mono" panose="020B0609020000020004" pitchFamily="49" charset="0"/>
              </a:rPr>
              <a:t>;</a:t>
            </a:r>
          </a:p>
          <a:p>
            <a:r>
              <a:rPr lang="en-US" sz="1800" dirty="0">
                <a:solidFill>
                  <a:srgbClr val="808080"/>
                </a:solidFill>
                <a:latin typeface="Cascadia Mono" panose="020B0609020000020004" pitchFamily="49" charset="0"/>
              </a:rPr>
              <a:t>   a</a:t>
            </a:r>
            <a:r>
              <a:rPr lang="en-US" sz="1800" dirty="0">
                <a:solidFill>
                  <a:srgbClr val="000000"/>
                </a:solidFill>
                <a:latin typeface="Cascadia Mono" panose="020B0609020000020004" pitchFamily="49" charset="0"/>
              </a:rPr>
              <a:t> = </a:t>
            </a:r>
            <a:r>
              <a:rPr lang="en-US" sz="1800" dirty="0">
                <a:solidFill>
                  <a:srgbClr val="808080"/>
                </a:solidFill>
                <a:latin typeface="Cascadia Mono" panose="020B0609020000020004" pitchFamily="49" charset="0"/>
              </a:rPr>
              <a:t>b</a:t>
            </a:r>
            <a:r>
              <a:rPr lang="en-US" sz="1800" dirty="0">
                <a:solidFill>
                  <a:srgbClr val="000000"/>
                </a:solidFill>
                <a:latin typeface="Cascadia Mono" panose="020B0609020000020004" pitchFamily="49" charset="0"/>
              </a:rPr>
              <a:t>;</a:t>
            </a:r>
          </a:p>
          <a:p>
            <a:r>
              <a:rPr lang="en-US" sz="1800" dirty="0">
                <a:solidFill>
                  <a:srgbClr val="808080"/>
                </a:solidFill>
                <a:latin typeface="Cascadia Mono" panose="020B0609020000020004" pitchFamily="49" charset="0"/>
              </a:rPr>
              <a:t>   b</a:t>
            </a:r>
            <a:r>
              <a:rPr lang="en-US" sz="1800" dirty="0">
                <a:solidFill>
                  <a:srgbClr val="000000"/>
                </a:solidFill>
                <a:latin typeface="Cascadia Mono" panose="020B0609020000020004" pitchFamily="49" charset="0"/>
              </a:rPr>
              <a:t> = temp;</a:t>
            </a:r>
          </a:p>
          <a:p>
            <a:r>
              <a:rPr lang="en-US" sz="1800" dirty="0">
                <a:solidFill>
                  <a:srgbClr val="000000"/>
                </a:solidFill>
                <a:latin typeface="Cascadia Mono" panose="020B0609020000020004" pitchFamily="49" charset="0"/>
              </a:rPr>
              <a:t>}  </a:t>
            </a:r>
            <a:endParaRPr lang="LID4096" dirty="0"/>
          </a:p>
        </p:txBody>
      </p:sp>
      <p:sp>
        <p:nvSpPr>
          <p:cNvPr id="10" name="TextBox 9">
            <a:extLst>
              <a:ext uri="{FF2B5EF4-FFF2-40B4-BE49-F238E27FC236}">
                <a16:creationId xmlns:a16="http://schemas.microsoft.com/office/drawing/2014/main" id="{C7695C68-CFE2-8D7C-72EB-305E98EF1EA8}"/>
              </a:ext>
            </a:extLst>
          </p:cNvPr>
          <p:cNvSpPr txBox="1"/>
          <p:nvPr/>
        </p:nvSpPr>
        <p:spPr>
          <a:xfrm>
            <a:off x="6422365" y="1759789"/>
            <a:ext cx="5769635" cy="1817587"/>
          </a:xfrm>
          <a:prstGeom prst="rect">
            <a:avLst/>
          </a:prstGeom>
          <a:solidFill>
            <a:schemeClr val="bg1">
              <a:lumMod val="95000"/>
            </a:schemeClr>
          </a:solidFill>
        </p:spPr>
        <p:txBody>
          <a:bodyPr wrap="square" rtlCol="0">
            <a:spAutoFit/>
          </a:bodyPr>
          <a:lstStyle/>
          <a:p>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SwapByRef</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&amp; </a:t>
            </a:r>
            <a:r>
              <a:rPr lang="en-US" sz="1800" dirty="0">
                <a:solidFill>
                  <a:srgbClr val="808080"/>
                </a:solidFill>
                <a:latin typeface="Cascadia Mono" panose="020B0609020000020004" pitchFamily="49" charset="0"/>
              </a:rPr>
              <a:t>a</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&amp; </a:t>
            </a:r>
            <a:r>
              <a:rPr lang="en-US" sz="1800" dirty="0">
                <a:solidFill>
                  <a:srgbClr val="808080"/>
                </a:solidFill>
                <a:latin typeface="Cascadia Mono" panose="020B0609020000020004" pitchFamily="49" charset="0"/>
              </a:rPr>
              <a:t>b</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  int</a:t>
            </a:r>
            <a:r>
              <a:rPr lang="en-US" sz="1800" dirty="0">
                <a:solidFill>
                  <a:srgbClr val="000000"/>
                </a:solidFill>
                <a:latin typeface="Cascadia Mono" panose="020B0609020000020004" pitchFamily="49" charset="0"/>
              </a:rPr>
              <a:t> temp = </a:t>
            </a:r>
            <a:r>
              <a:rPr lang="en-US" sz="1800" dirty="0">
                <a:solidFill>
                  <a:srgbClr val="808080"/>
                </a:solidFill>
                <a:latin typeface="Cascadia Mono" panose="020B0609020000020004" pitchFamily="49" charset="0"/>
              </a:rPr>
              <a:t>a</a:t>
            </a:r>
            <a:r>
              <a:rPr lang="en-US" sz="1800" dirty="0">
                <a:solidFill>
                  <a:srgbClr val="000000"/>
                </a:solidFill>
                <a:latin typeface="Cascadia Mono" panose="020B0609020000020004" pitchFamily="49" charset="0"/>
              </a:rPr>
              <a:t>;</a:t>
            </a:r>
          </a:p>
          <a:p>
            <a:r>
              <a:rPr lang="en-US" sz="1800" dirty="0">
                <a:solidFill>
                  <a:srgbClr val="808080"/>
                </a:solidFill>
                <a:latin typeface="Cascadia Mono" panose="020B0609020000020004" pitchFamily="49" charset="0"/>
              </a:rPr>
              <a:t>  a</a:t>
            </a:r>
            <a:r>
              <a:rPr lang="en-US" sz="1800" dirty="0">
                <a:solidFill>
                  <a:srgbClr val="000000"/>
                </a:solidFill>
                <a:latin typeface="Cascadia Mono" panose="020B0609020000020004" pitchFamily="49" charset="0"/>
              </a:rPr>
              <a:t> = </a:t>
            </a:r>
            <a:r>
              <a:rPr lang="en-US" sz="1800" dirty="0">
                <a:solidFill>
                  <a:srgbClr val="808080"/>
                </a:solidFill>
                <a:latin typeface="Cascadia Mono" panose="020B0609020000020004" pitchFamily="49" charset="0"/>
              </a:rPr>
              <a:t>b</a:t>
            </a:r>
            <a:r>
              <a:rPr lang="en-US" sz="1800" dirty="0">
                <a:solidFill>
                  <a:srgbClr val="000000"/>
                </a:solidFill>
                <a:latin typeface="Cascadia Mono" panose="020B0609020000020004" pitchFamily="49" charset="0"/>
              </a:rPr>
              <a:t>;</a:t>
            </a:r>
          </a:p>
          <a:p>
            <a:r>
              <a:rPr lang="en-US" sz="1800" dirty="0">
                <a:solidFill>
                  <a:srgbClr val="808080"/>
                </a:solidFill>
                <a:latin typeface="Cascadia Mono" panose="020B0609020000020004" pitchFamily="49" charset="0"/>
              </a:rPr>
              <a:t>  b</a:t>
            </a:r>
            <a:r>
              <a:rPr lang="en-US" sz="1800" dirty="0">
                <a:solidFill>
                  <a:srgbClr val="000000"/>
                </a:solidFill>
                <a:latin typeface="Cascadia Mono" panose="020B0609020000020004" pitchFamily="49" charset="0"/>
              </a:rPr>
              <a:t> = temp;</a:t>
            </a:r>
          </a:p>
          <a:p>
            <a:r>
              <a:rPr lang="en-US" sz="1800" dirty="0">
                <a:solidFill>
                  <a:srgbClr val="000000"/>
                </a:solidFill>
                <a:latin typeface="Cascadia Mono" panose="020B0609020000020004" pitchFamily="49" charset="0"/>
              </a:rPr>
              <a:t>}</a:t>
            </a:r>
            <a:endParaRPr lang="LID4096" dirty="0"/>
          </a:p>
        </p:txBody>
      </p:sp>
      <p:sp>
        <p:nvSpPr>
          <p:cNvPr id="11" name="TextBox 10">
            <a:extLst>
              <a:ext uri="{FF2B5EF4-FFF2-40B4-BE49-F238E27FC236}">
                <a16:creationId xmlns:a16="http://schemas.microsoft.com/office/drawing/2014/main" id="{0BF6DA4A-F34F-0187-EEB2-44311F0B7157}"/>
              </a:ext>
            </a:extLst>
          </p:cNvPr>
          <p:cNvSpPr txBox="1"/>
          <p:nvPr/>
        </p:nvSpPr>
        <p:spPr>
          <a:xfrm>
            <a:off x="1023668" y="3514115"/>
            <a:ext cx="11271849" cy="3139321"/>
          </a:xfrm>
          <a:prstGeom prst="rect">
            <a:avLst/>
          </a:prstGeom>
          <a:solidFill>
            <a:schemeClr val="accent2">
              <a:lumMod val="20000"/>
              <a:lumOff val="80000"/>
            </a:schemeClr>
          </a:solidFill>
        </p:spPr>
        <p:txBody>
          <a:bodyPr wrap="square" rtlCol="0">
            <a:spAutoFit/>
          </a:bodyPr>
          <a:lstStyle/>
          <a:p>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main()</a:t>
            </a:r>
          </a:p>
          <a:p>
            <a:r>
              <a:rPr lang="en-US" sz="1800" dirty="0">
                <a:solidFill>
                  <a:srgbClr val="000000"/>
                </a:solidFill>
                <a:latin typeface="Cascadia Mono" panose="020B0609020000020004" pitchFamily="49" charset="0"/>
              </a:rPr>
              <a:t>{</a:t>
            </a:r>
          </a:p>
          <a:p>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 = 7, b = 9;</a:t>
            </a:r>
          </a:p>
          <a:p>
            <a:r>
              <a:rPr lang="en-US" sz="1800" dirty="0" err="1">
                <a:solidFill>
                  <a:srgbClr val="000000"/>
                </a:solidFill>
                <a:latin typeface="Cascadia Mono" panose="020B0609020000020004" pitchFamily="49" charset="0"/>
              </a:rPr>
              <a:t>SwapByValue</a:t>
            </a:r>
            <a:r>
              <a:rPr lang="en-US" sz="1800" dirty="0">
                <a:solidFill>
                  <a:srgbClr val="000000"/>
                </a:solidFill>
                <a:latin typeface="Cascadia Mono" panose="020B0609020000020004" pitchFamily="49" charset="0"/>
              </a:rPr>
              <a:t>(a, b);</a:t>
            </a:r>
          </a:p>
          <a:p>
            <a:r>
              <a:rPr lang="pt-BR" sz="1800" dirty="0">
                <a:solidFill>
                  <a:srgbClr val="000000"/>
                </a:solidFill>
                <a:latin typeface="Cascadia Mono" panose="020B0609020000020004" pitchFamily="49" charset="0"/>
              </a:rPr>
              <a:t>std::cout &lt;&lt; </a:t>
            </a:r>
            <a:r>
              <a:rPr lang="pt-BR" sz="1800" dirty="0">
                <a:solidFill>
                  <a:srgbClr val="A31515"/>
                </a:solidFill>
                <a:latin typeface="Cascadia Mono" panose="020B0609020000020004" pitchFamily="49" charset="0"/>
              </a:rPr>
              <a:t>"a= "</a:t>
            </a:r>
            <a:r>
              <a:rPr lang="pt-BR" sz="1800" dirty="0">
                <a:solidFill>
                  <a:srgbClr val="000000"/>
                </a:solidFill>
                <a:latin typeface="Cascadia Mono" panose="020B0609020000020004" pitchFamily="49" charset="0"/>
              </a:rPr>
              <a:t> &lt;&lt; a &lt;&lt; </a:t>
            </a:r>
            <a:r>
              <a:rPr lang="pt-BR" sz="1800" dirty="0">
                <a:solidFill>
                  <a:srgbClr val="A31515"/>
                </a:solidFill>
                <a:latin typeface="Cascadia Mono" panose="020B0609020000020004" pitchFamily="49" charset="0"/>
              </a:rPr>
              <a:t>"\n"</a:t>
            </a:r>
            <a:r>
              <a:rPr lang="pt-B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std::</a:t>
            </a:r>
            <a:r>
              <a:rPr lang="en-US" sz="1800" dirty="0" err="1">
                <a:solidFill>
                  <a:srgbClr val="000000"/>
                </a:solidFill>
                <a:latin typeface="Cascadia Mono" panose="020B0609020000020004" pitchFamily="49" charset="0"/>
              </a:rPr>
              <a:t>cout</a:t>
            </a:r>
            <a:r>
              <a:rPr lang="en-US" sz="1800" dirty="0">
                <a:solidFill>
                  <a:srgbClr val="000000"/>
                </a:solidFill>
                <a:latin typeface="Cascadia Mono" panose="020B0609020000020004" pitchFamily="49" charset="0"/>
              </a:rPr>
              <a:t> &lt;&lt; </a:t>
            </a:r>
            <a:r>
              <a:rPr lang="en-US" sz="1800" dirty="0">
                <a:solidFill>
                  <a:srgbClr val="A31515"/>
                </a:solidFill>
                <a:latin typeface="Cascadia Mono" panose="020B0609020000020004" pitchFamily="49" charset="0"/>
              </a:rPr>
              <a:t>"b= "</a:t>
            </a:r>
            <a:r>
              <a:rPr lang="en-US" sz="1800" dirty="0">
                <a:solidFill>
                  <a:srgbClr val="000000"/>
                </a:solidFill>
                <a:latin typeface="Cascadia Mono" panose="020B0609020000020004" pitchFamily="49" charset="0"/>
              </a:rPr>
              <a:t> &lt;&lt; b &lt;&lt; </a:t>
            </a:r>
            <a:r>
              <a:rPr lang="en-US" sz="1800" dirty="0">
                <a:solidFill>
                  <a:srgbClr val="A31515"/>
                </a:solidFill>
                <a:latin typeface="Cascadia Mono" panose="020B0609020000020004" pitchFamily="49" charset="0"/>
              </a:rPr>
              <a:t>"\n"</a:t>
            </a:r>
            <a:r>
              <a:rPr lang="en-US" sz="1800" dirty="0">
                <a:solidFill>
                  <a:srgbClr val="000000"/>
                </a:solidFill>
                <a:latin typeface="Cascadia Mono" panose="020B0609020000020004" pitchFamily="49" charset="0"/>
              </a:rPr>
              <a:t>;</a:t>
            </a:r>
          </a:p>
          <a:p>
            <a:r>
              <a:rPr lang="en-US" sz="1800" dirty="0" err="1">
                <a:solidFill>
                  <a:srgbClr val="000000"/>
                </a:solidFill>
                <a:latin typeface="Cascadia Mono" panose="020B0609020000020004" pitchFamily="49" charset="0"/>
              </a:rPr>
              <a:t>SwapByRef</a:t>
            </a:r>
            <a:r>
              <a:rPr lang="en-US" sz="1800" dirty="0">
                <a:solidFill>
                  <a:srgbClr val="000000"/>
                </a:solidFill>
                <a:latin typeface="Cascadia Mono" panose="020B0609020000020004" pitchFamily="49" charset="0"/>
              </a:rPr>
              <a:t>(a, b);</a:t>
            </a:r>
          </a:p>
          <a:p>
            <a:r>
              <a:rPr lang="pt-BR" sz="1800" dirty="0">
                <a:solidFill>
                  <a:srgbClr val="000000"/>
                </a:solidFill>
                <a:latin typeface="Cascadia Mono" panose="020B0609020000020004" pitchFamily="49" charset="0"/>
              </a:rPr>
              <a:t>std::cout &lt;&lt; </a:t>
            </a:r>
            <a:r>
              <a:rPr lang="pt-BR" sz="1800" dirty="0">
                <a:solidFill>
                  <a:srgbClr val="A31515"/>
                </a:solidFill>
                <a:latin typeface="Cascadia Mono" panose="020B0609020000020004" pitchFamily="49" charset="0"/>
              </a:rPr>
              <a:t>"a= "</a:t>
            </a:r>
            <a:r>
              <a:rPr lang="pt-BR" sz="1800" dirty="0">
                <a:solidFill>
                  <a:srgbClr val="000000"/>
                </a:solidFill>
                <a:latin typeface="Cascadia Mono" panose="020B0609020000020004" pitchFamily="49" charset="0"/>
              </a:rPr>
              <a:t> &lt;&lt; a &lt;&lt; </a:t>
            </a:r>
            <a:r>
              <a:rPr lang="pt-BR" sz="1800" dirty="0">
                <a:solidFill>
                  <a:srgbClr val="A31515"/>
                </a:solidFill>
                <a:latin typeface="Cascadia Mono" panose="020B0609020000020004" pitchFamily="49" charset="0"/>
              </a:rPr>
              <a:t>"\n"</a:t>
            </a:r>
            <a:r>
              <a:rPr lang="pt-B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std::</a:t>
            </a:r>
            <a:r>
              <a:rPr lang="en-US" sz="1800" dirty="0" err="1">
                <a:solidFill>
                  <a:srgbClr val="000000"/>
                </a:solidFill>
                <a:latin typeface="Cascadia Mono" panose="020B0609020000020004" pitchFamily="49" charset="0"/>
              </a:rPr>
              <a:t>cout</a:t>
            </a:r>
            <a:r>
              <a:rPr lang="en-US" sz="1800" dirty="0">
                <a:solidFill>
                  <a:srgbClr val="000000"/>
                </a:solidFill>
                <a:latin typeface="Cascadia Mono" panose="020B0609020000020004" pitchFamily="49" charset="0"/>
              </a:rPr>
              <a:t> &lt;&lt; </a:t>
            </a:r>
            <a:r>
              <a:rPr lang="en-US" sz="1800" dirty="0">
                <a:solidFill>
                  <a:srgbClr val="A31515"/>
                </a:solidFill>
                <a:latin typeface="Cascadia Mono" panose="020B0609020000020004" pitchFamily="49" charset="0"/>
              </a:rPr>
              <a:t>"b= "</a:t>
            </a:r>
            <a:r>
              <a:rPr lang="en-US" sz="1800" dirty="0">
                <a:solidFill>
                  <a:srgbClr val="000000"/>
                </a:solidFill>
                <a:latin typeface="Cascadia Mono" panose="020B0609020000020004" pitchFamily="49" charset="0"/>
              </a:rPr>
              <a:t> &lt;&lt; b &lt;&lt; </a:t>
            </a:r>
            <a:r>
              <a:rPr lang="en-US" sz="1800" dirty="0">
                <a:solidFill>
                  <a:srgbClr val="A31515"/>
                </a:solidFill>
                <a:latin typeface="Cascadia Mono" panose="020B0609020000020004" pitchFamily="49" charset="0"/>
              </a:rPr>
              <a:t>"\n"</a:t>
            </a:r>
            <a:r>
              <a:rPr lang="en-US"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0;</a:t>
            </a:r>
          </a:p>
          <a:p>
            <a:r>
              <a:rPr lang="en-US" sz="1800" dirty="0">
                <a:solidFill>
                  <a:srgbClr val="000000"/>
                </a:solidFill>
                <a:latin typeface="Cascadia Mono" panose="020B0609020000020004" pitchFamily="49" charset="0"/>
              </a:rPr>
              <a:t>}</a:t>
            </a:r>
            <a:endParaRPr lang="LID4096" dirty="0"/>
          </a:p>
        </p:txBody>
      </p:sp>
      <p:sp>
        <p:nvSpPr>
          <p:cNvPr id="3" name="Rectangle: Rounded Corners 2">
            <a:extLst>
              <a:ext uri="{FF2B5EF4-FFF2-40B4-BE49-F238E27FC236}">
                <a16:creationId xmlns:a16="http://schemas.microsoft.com/office/drawing/2014/main" id="{56B924EE-8EB8-BC29-E640-EE0608191666}"/>
              </a:ext>
            </a:extLst>
          </p:cNvPr>
          <p:cNvSpPr/>
          <p:nvPr/>
        </p:nvSpPr>
        <p:spPr>
          <a:xfrm>
            <a:off x="5714998" y="4618199"/>
            <a:ext cx="1243642" cy="6973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 7</a:t>
            </a:r>
          </a:p>
          <a:p>
            <a:pPr algn="ctr"/>
            <a:r>
              <a:rPr lang="en-US" dirty="0"/>
              <a:t>b= 9</a:t>
            </a:r>
            <a:endParaRPr lang="LID4096" dirty="0"/>
          </a:p>
        </p:txBody>
      </p:sp>
      <p:sp>
        <p:nvSpPr>
          <p:cNvPr id="5" name="Rectangle: Rounded Corners 4">
            <a:extLst>
              <a:ext uri="{FF2B5EF4-FFF2-40B4-BE49-F238E27FC236}">
                <a16:creationId xmlns:a16="http://schemas.microsoft.com/office/drawing/2014/main" id="{C1DB176E-B441-60C6-5CD2-C86B048BCB95}"/>
              </a:ext>
            </a:extLst>
          </p:cNvPr>
          <p:cNvSpPr/>
          <p:nvPr/>
        </p:nvSpPr>
        <p:spPr>
          <a:xfrm>
            <a:off x="5697029" y="5557223"/>
            <a:ext cx="1127184" cy="67498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 9</a:t>
            </a:r>
          </a:p>
          <a:p>
            <a:pPr algn="ctr"/>
            <a:r>
              <a:rPr lang="en-US" dirty="0"/>
              <a:t>b= 7</a:t>
            </a:r>
          </a:p>
        </p:txBody>
      </p:sp>
    </p:spTree>
    <p:extLst>
      <p:ext uri="{BB962C8B-B14F-4D97-AF65-F5344CB8AC3E}">
        <p14:creationId xmlns:p14="http://schemas.microsoft.com/office/powerpoint/2010/main" val="4114330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DB79E7-5C34-42C3-B903-45F9E8294D03}"/>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3" name="Footer Placeholder 2">
            <a:extLst>
              <a:ext uri="{FF2B5EF4-FFF2-40B4-BE49-F238E27FC236}">
                <a16:creationId xmlns:a16="http://schemas.microsoft.com/office/drawing/2014/main" id="{1225F97D-2484-4AE2-B897-9EC7A07BF170}"/>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1CEBC5BC-DCF1-4035-A5DD-FFE46DC731FB}"/>
              </a:ext>
            </a:extLst>
          </p:cNvPr>
          <p:cNvSpPr>
            <a:spLocks noGrp="1"/>
          </p:cNvSpPr>
          <p:nvPr>
            <p:ph type="sldNum" sz="quarter" idx="12"/>
          </p:nvPr>
        </p:nvSpPr>
        <p:spPr/>
        <p:txBody>
          <a:bodyPr/>
          <a:lstStyle/>
          <a:p>
            <a:fld id="{D8DA9DAA-006C-4F4B-980E-E3DF019B24E2}" type="slidenum">
              <a:rPr lang="en-US" smtClean="0"/>
              <a:t>15</a:t>
            </a:fld>
            <a:endParaRPr lang="en-US" dirty="0"/>
          </a:p>
        </p:txBody>
      </p:sp>
      <p:sp>
        <p:nvSpPr>
          <p:cNvPr id="5" name="TextBox 4">
            <a:extLst>
              <a:ext uri="{FF2B5EF4-FFF2-40B4-BE49-F238E27FC236}">
                <a16:creationId xmlns:a16="http://schemas.microsoft.com/office/drawing/2014/main" id="{2C24AD8C-AFF5-4386-9CBB-8FE229C74D3C}"/>
              </a:ext>
            </a:extLst>
          </p:cNvPr>
          <p:cNvSpPr txBox="1"/>
          <p:nvPr/>
        </p:nvSpPr>
        <p:spPr>
          <a:xfrm>
            <a:off x="838200" y="285117"/>
            <a:ext cx="10186358" cy="553998"/>
          </a:xfrm>
          <a:prstGeom prst="rect">
            <a:avLst/>
          </a:prstGeom>
          <a:solidFill>
            <a:srgbClr val="92D050"/>
          </a:solidFill>
        </p:spPr>
        <p:txBody>
          <a:bodyPr wrap="square" rtlCol="0">
            <a:spAutoFit/>
          </a:bodyPr>
          <a:lstStyle/>
          <a:p>
            <a:r>
              <a:rPr lang="en-US" sz="3000" dirty="0"/>
              <a:t>RECURSIVE FUNCTIONS</a:t>
            </a:r>
            <a:endParaRPr lang="LID4096" sz="3000" dirty="0"/>
          </a:p>
        </p:txBody>
      </p:sp>
      <p:sp>
        <p:nvSpPr>
          <p:cNvPr id="6" name="Rectangle 5">
            <a:extLst>
              <a:ext uri="{FF2B5EF4-FFF2-40B4-BE49-F238E27FC236}">
                <a16:creationId xmlns:a16="http://schemas.microsoft.com/office/drawing/2014/main" id="{8105E5B9-D012-45DB-8F9F-DDC759234C13}"/>
              </a:ext>
            </a:extLst>
          </p:cNvPr>
          <p:cNvSpPr/>
          <p:nvPr/>
        </p:nvSpPr>
        <p:spPr>
          <a:xfrm>
            <a:off x="838200" y="839115"/>
            <a:ext cx="10340662" cy="54200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Recursion is the technique of making a function call itself. This technique provides a way to break complicated problems down into simple problems which are easier to solve.</a:t>
            </a:r>
          </a:p>
          <a:p>
            <a:r>
              <a:rPr lang="en-US" dirty="0"/>
              <a:t>Recursion may be a bit difficult to understand. The best way to figure out how it works is to experiment with it.</a:t>
            </a:r>
          </a:p>
          <a:p>
            <a:endParaRPr lang="en-US" dirty="0"/>
          </a:p>
          <a:p>
            <a:r>
              <a:rPr lang="en-US" dirty="0"/>
              <a:t>Example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095863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7F913A-FCF0-40F5-B0EA-A73576ECFEB5}"/>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3" name="Footer Placeholder 2">
            <a:extLst>
              <a:ext uri="{FF2B5EF4-FFF2-40B4-BE49-F238E27FC236}">
                <a16:creationId xmlns:a16="http://schemas.microsoft.com/office/drawing/2014/main" id="{DF5AAB1C-76DE-40F8-9BB6-399E9D3735E6}"/>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39081368-8954-4883-BA23-2A0CFBE658DB}"/>
              </a:ext>
            </a:extLst>
          </p:cNvPr>
          <p:cNvSpPr>
            <a:spLocks noGrp="1"/>
          </p:cNvSpPr>
          <p:nvPr>
            <p:ph type="sldNum" sz="quarter" idx="12"/>
          </p:nvPr>
        </p:nvSpPr>
        <p:spPr/>
        <p:txBody>
          <a:bodyPr/>
          <a:lstStyle/>
          <a:p>
            <a:fld id="{D8DA9DAA-006C-4F4B-980E-E3DF019B24E2}" type="slidenum">
              <a:rPr lang="en-US" smtClean="0"/>
              <a:t>16</a:t>
            </a:fld>
            <a:endParaRPr lang="en-US" dirty="0"/>
          </a:p>
        </p:txBody>
      </p:sp>
      <p:sp>
        <p:nvSpPr>
          <p:cNvPr id="5" name="Rectangle 4">
            <a:extLst>
              <a:ext uri="{FF2B5EF4-FFF2-40B4-BE49-F238E27FC236}">
                <a16:creationId xmlns:a16="http://schemas.microsoft.com/office/drawing/2014/main" id="{7464662E-BA75-4848-AF3A-C754D9CEF737}"/>
              </a:ext>
            </a:extLst>
          </p:cNvPr>
          <p:cNvSpPr/>
          <p:nvPr/>
        </p:nvSpPr>
        <p:spPr>
          <a:xfrm>
            <a:off x="992210" y="796730"/>
            <a:ext cx="10482866" cy="5632311"/>
          </a:xfrm>
          <a:prstGeom prst="rect">
            <a:avLst/>
          </a:prstGeom>
        </p:spPr>
        <p:txBody>
          <a:bodyPr wrap="square">
            <a:spAutoFit/>
          </a:bodyPr>
          <a:lstStyle/>
          <a:p>
            <a:r>
              <a:rPr lang="en-US" sz="2400" b="1" dirty="0"/>
              <a:t>Write the output of this program</a:t>
            </a:r>
          </a:p>
          <a:p>
            <a:endParaRPr lang="en-US" sz="2400" dirty="0"/>
          </a:p>
          <a:p>
            <a:r>
              <a:rPr lang="en-US" sz="2400" dirty="0"/>
              <a:t>int sum(int k) {</a:t>
            </a:r>
            <a:br>
              <a:rPr lang="en-US" sz="2400" dirty="0"/>
            </a:br>
            <a:r>
              <a:rPr lang="en-US" sz="2400" dirty="0"/>
              <a:t>  if (k &gt; 0) {</a:t>
            </a:r>
            <a:br>
              <a:rPr lang="en-US" sz="2400" dirty="0"/>
            </a:br>
            <a:r>
              <a:rPr lang="en-US" sz="2400" dirty="0"/>
              <a:t>    return k + sum(k - 1);</a:t>
            </a:r>
            <a:br>
              <a:rPr lang="en-US" sz="2400" dirty="0"/>
            </a:br>
            <a:r>
              <a:rPr lang="en-US" sz="2400" dirty="0"/>
              <a:t>  } else {</a:t>
            </a:r>
            <a:br>
              <a:rPr lang="en-US" sz="2400" dirty="0"/>
            </a:br>
            <a:r>
              <a:rPr lang="en-US" sz="2400" dirty="0"/>
              <a:t>    return 0;</a:t>
            </a:r>
            <a:br>
              <a:rPr lang="en-US" sz="2400" dirty="0"/>
            </a:br>
            <a:r>
              <a:rPr lang="en-US" sz="2400" dirty="0"/>
              <a:t>  }</a:t>
            </a:r>
            <a:br>
              <a:rPr lang="en-US" sz="2400" dirty="0"/>
            </a:br>
            <a:r>
              <a:rPr lang="en-US" sz="2400" dirty="0"/>
              <a:t>}</a:t>
            </a:r>
            <a:br>
              <a:rPr lang="en-US" sz="2400" dirty="0"/>
            </a:br>
            <a:br>
              <a:rPr lang="en-US" sz="2400" dirty="0"/>
            </a:br>
            <a:r>
              <a:rPr lang="en-US" sz="2400" dirty="0"/>
              <a:t>int main() {</a:t>
            </a:r>
            <a:br>
              <a:rPr lang="en-US" sz="2400" dirty="0"/>
            </a:br>
            <a:r>
              <a:rPr lang="en-US" sz="2400" dirty="0"/>
              <a:t>  int result = sum(10);</a:t>
            </a:r>
            <a:br>
              <a:rPr lang="en-US" sz="2400" dirty="0"/>
            </a:br>
            <a:r>
              <a:rPr lang="en-US" sz="2400" dirty="0"/>
              <a:t>  </a:t>
            </a:r>
            <a:r>
              <a:rPr lang="en-US" sz="2400" dirty="0" err="1"/>
              <a:t>cout</a:t>
            </a:r>
            <a:r>
              <a:rPr lang="en-US" sz="2400" dirty="0"/>
              <a:t> &lt;&lt; result;</a:t>
            </a:r>
            <a:br>
              <a:rPr lang="en-US" sz="2400" dirty="0"/>
            </a:br>
            <a:r>
              <a:rPr lang="en-US" sz="2400" dirty="0"/>
              <a:t>  return 0;</a:t>
            </a:r>
            <a:br>
              <a:rPr lang="en-US" sz="2400" dirty="0"/>
            </a:br>
            <a:r>
              <a:rPr lang="en-US" sz="2400" dirty="0"/>
              <a:t>}</a:t>
            </a:r>
          </a:p>
        </p:txBody>
      </p:sp>
    </p:spTree>
    <p:extLst>
      <p:ext uri="{BB962C8B-B14F-4D97-AF65-F5344CB8AC3E}">
        <p14:creationId xmlns:p14="http://schemas.microsoft.com/office/powerpoint/2010/main" val="363820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DCA030-62C6-4A74-BA33-BF5B2013B51B}"/>
              </a:ext>
            </a:extLst>
          </p:cNvPr>
          <p:cNvSpPr>
            <a:spLocks noGrp="1"/>
          </p:cNvSpPr>
          <p:nvPr>
            <p:ph type="dt" sz="half" idx="10"/>
          </p:nvPr>
        </p:nvSpPr>
        <p:spPr/>
        <p:txBody>
          <a:bodyPr/>
          <a:lstStyle/>
          <a:p>
            <a:fld id="{1AD7848D-A380-4A1A-A444-04DAD848E703}" type="datetime1">
              <a:rPr lang="LID4096" smtClean="0"/>
              <a:t>09/17/2024</a:t>
            </a:fld>
            <a:endParaRPr lang="en-US" dirty="0"/>
          </a:p>
        </p:txBody>
      </p:sp>
      <p:sp>
        <p:nvSpPr>
          <p:cNvPr id="3" name="Footer Placeholder 2">
            <a:extLst>
              <a:ext uri="{FF2B5EF4-FFF2-40B4-BE49-F238E27FC236}">
                <a16:creationId xmlns:a16="http://schemas.microsoft.com/office/drawing/2014/main" id="{4A22F42A-759B-4B5B-B332-9EFAD92CCB9B}"/>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BC85D2D-C85A-4466-930F-5C2FB17220B2}"/>
              </a:ext>
            </a:extLst>
          </p:cNvPr>
          <p:cNvSpPr>
            <a:spLocks noGrp="1"/>
          </p:cNvSpPr>
          <p:nvPr>
            <p:ph type="sldNum" sz="quarter" idx="12"/>
          </p:nvPr>
        </p:nvSpPr>
        <p:spPr/>
        <p:txBody>
          <a:bodyPr/>
          <a:lstStyle/>
          <a:p>
            <a:fld id="{D8DA9DAA-006C-4F4B-980E-E3DF019B24E2}" type="slidenum">
              <a:rPr lang="en-US" smtClean="0"/>
              <a:t>17</a:t>
            </a:fld>
            <a:endParaRPr lang="en-US" dirty="0"/>
          </a:p>
        </p:txBody>
      </p:sp>
      <p:sp>
        <p:nvSpPr>
          <p:cNvPr id="5" name="Rectangle 4">
            <a:extLst>
              <a:ext uri="{FF2B5EF4-FFF2-40B4-BE49-F238E27FC236}">
                <a16:creationId xmlns:a16="http://schemas.microsoft.com/office/drawing/2014/main" id="{E7A684D6-90F3-451C-8A48-487EA65F999A}"/>
              </a:ext>
            </a:extLst>
          </p:cNvPr>
          <p:cNvSpPr/>
          <p:nvPr/>
        </p:nvSpPr>
        <p:spPr>
          <a:xfrm>
            <a:off x="1017431" y="1582341"/>
            <a:ext cx="10496282" cy="1477328"/>
          </a:xfrm>
          <a:prstGeom prst="rect">
            <a:avLst/>
          </a:prstGeom>
        </p:spPr>
        <p:txBody>
          <a:bodyPr wrap="square">
            <a:spAutoFit/>
          </a:bodyPr>
          <a:lstStyle/>
          <a:p>
            <a:r>
              <a:rPr lang="en-US" dirty="0"/>
              <a:t>Exercises</a:t>
            </a:r>
          </a:p>
          <a:p>
            <a:pPr marL="342900" indent="-342900">
              <a:buAutoNum type="arabicPeriod"/>
            </a:pPr>
            <a:r>
              <a:rPr lang="en-US" dirty="0"/>
              <a:t>Write a function to calculate the factorial of a number</a:t>
            </a:r>
          </a:p>
          <a:p>
            <a:pPr marL="342900" indent="-342900">
              <a:buAutoNum type="arabicPeriod"/>
            </a:pPr>
            <a:r>
              <a:rPr lang="en-US" dirty="0"/>
              <a:t>Write a function for Fibonacci series</a:t>
            </a:r>
          </a:p>
          <a:p>
            <a:pPr marL="342900" indent="-342900">
              <a:buAutoNum type="arabicPeriod"/>
            </a:pPr>
            <a:r>
              <a:rPr lang="en-US" dirty="0"/>
              <a:t>Write a function to find the sum of </a:t>
            </a:r>
            <a:r>
              <a:rPr lang="en-US" dirty="0" err="1"/>
              <a:t>elelents</a:t>
            </a:r>
            <a:r>
              <a:rPr lang="en-US" dirty="0"/>
              <a:t> in an Array</a:t>
            </a:r>
          </a:p>
          <a:p>
            <a:pPr marL="342900" indent="-342900">
              <a:buAutoNum type="arabicPeriod"/>
            </a:pPr>
            <a:endParaRPr lang="en-US" dirty="0"/>
          </a:p>
        </p:txBody>
      </p:sp>
    </p:spTree>
    <p:extLst>
      <p:ext uri="{BB962C8B-B14F-4D97-AF65-F5344CB8AC3E}">
        <p14:creationId xmlns:p14="http://schemas.microsoft.com/office/powerpoint/2010/main" val="938145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692474E6-3035-46B8-9C05-9B4204E8ED39}"/>
              </a:ext>
            </a:extLst>
          </p:cNvPr>
          <p:cNvSpPr>
            <a:spLocks noGrp="1"/>
          </p:cNvSpPr>
          <p:nvPr>
            <p:ph type="dt" sz="half" idx="10"/>
          </p:nvPr>
        </p:nvSpPr>
        <p:spPr/>
        <p:txBody>
          <a:bodyPr/>
          <a:lstStyle/>
          <a:p>
            <a:fld id="{248B3E2B-E77D-458D-B45C-711E67E83F59}" type="datetime1">
              <a:rPr lang="LID4096" smtClean="0"/>
              <a:t>09/17/2024</a:t>
            </a:fld>
            <a:endParaRPr lang="en-US" dirty="0"/>
          </a:p>
        </p:txBody>
      </p:sp>
      <p:sp>
        <p:nvSpPr>
          <p:cNvPr id="24" name="Slide Number Placeholder 23">
            <a:extLst>
              <a:ext uri="{FF2B5EF4-FFF2-40B4-BE49-F238E27FC236}">
                <a16:creationId xmlns:a16="http://schemas.microsoft.com/office/drawing/2014/main" id="{5D838446-B95D-4AB7-B8CA-D5804BB79A11}"/>
              </a:ext>
            </a:extLst>
          </p:cNvPr>
          <p:cNvSpPr>
            <a:spLocks noGrp="1"/>
          </p:cNvSpPr>
          <p:nvPr>
            <p:ph type="sldNum" sz="quarter" idx="12"/>
          </p:nvPr>
        </p:nvSpPr>
        <p:spPr/>
        <p:txBody>
          <a:bodyPr/>
          <a:lstStyle/>
          <a:p>
            <a:fld id="{D8DA9DAA-006C-4F4B-980E-E3DF019B24E2}" type="slidenum">
              <a:rPr lang="en-US" smtClean="0"/>
              <a:pPr/>
              <a:t>18</a:t>
            </a:fld>
            <a:endParaRPr lang="en-US" dirty="0"/>
          </a:p>
        </p:txBody>
      </p:sp>
      <p:sp>
        <p:nvSpPr>
          <p:cNvPr id="23" name="Footer Placeholder 22">
            <a:extLst>
              <a:ext uri="{FF2B5EF4-FFF2-40B4-BE49-F238E27FC236}">
                <a16:creationId xmlns:a16="http://schemas.microsoft.com/office/drawing/2014/main" id="{DE8D546E-0F46-4CC0-B2B1-8B2430D00C0C}"/>
              </a:ext>
            </a:extLst>
          </p:cNvPr>
          <p:cNvSpPr>
            <a:spLocks noGrp="1"/>
          </p:cNvSpPr>
          <p:nvPr>
            <p:ph type="ftr" sz="quarter" idx="11"/>
          </p:nvPr>
        </p:nvSpPr>
        <p:spPr/>
        <p:txBody>
          <a:bodyPr/>
          <a:lstStyle/>
          <a:p>
            <a:r>
              <a:rPr lang="en-US" dirty="0"/>
              <a:t>Presentation Title</a:t>
            </a:r>
          </a:p>
        </p:txBody>
      </p:sp>
      <p:pic>
        <p:nvPicPr>
          <p:cNvPr id="9" name="Picture Placeholder 8" descr="mountains at sunset">
            <a:extLst>
              <a:ext uri="{FF2B5EF4-FFF2-40B4-BE49-F238E27FC236}">
                <a16:creationId xmlns:a16="http://schemas.microsoft.com/office/drawing/2014/main" id="{C82DA925-978C-48A9-98AD-0653B7A3D2D9}"/>
              </a:ext>
            </a:extLst>
          </p:cNvPr>
          <p:cNvPicPr>
            <a:picLocks noGrp="1" noChangeAspect="1"/>
          </p:cNvPicPr>
          <p:nvPr>
            <p:ph type="pic" sz="quarter" idx="14"/>
          </p:nvPr>
        </p:nvPicPr>
        <p:blipFill rotWithShape="1">
          <a:blip r:embed="rId2"/>
          <a:srcRect t="41" b="41"/>
          <a:stretch/>
        </p:blipFill>
        <p:spPr/>
      </p:pic>
      <p:pic>
        <p:nvPicPr>
          <p:cNvPr id="11" name="Picture Placeholder 10" descr="mountains at sunset">
            <a:extLst>
              <a:ext uri="{FF2B5EF4-FFF2-40B4-BE49-F238E27FC236}">
                <a16:creationId xmlns:a16="http://schemas.microsoft.com/office/drawing/2014/main" id="{E63B7C3F-04A4-43F6-881D-FA11061CBAFA}"/>
              </a:ext>
            </a:extLst>
          </p:cNvPr>
          <p:cNvPicPr>
            <a:picLocks noGrp="1" noChangeAspect="1"/>
          </p:cNvPicPr>
          <p:nvPr>
            <p:ph type="pic" sz="quarter" idx="15"/>
          </p:nvPr>
        </p:nvPicPr>
        <p:blipFill rotWithShape="1">
          <a:blip r:embed="rId3"/>
          <a:srcRect t="347" b="347"/>
          <a:stretch/>
        </p:blipFill>
        <p:spPr/>
      </p:pic>
      <p:sp>
        <p:nvSpPr>
          <p:cNvPr id="6" name="Title 5">
            <a:extLst>
              <a:ext uri="{FF2B5EF4-FFF2-40B4-BE49-F238E27FC236}">
                <a16:creationId xmlns:a16="http://schemas.microsoft.com/office/drawing/2014/main" id="{FF777B66-94CB-491C-AC6B-BDAC98E21D57}"/>
              </a:ext>
            </a:extLst>
          </p:cNvPr>
          <p:cNvSpPr>
            <a:spLocks noGrp="1"/>
          </p:cNvSpPr>
          <p:nvPr>
            <p:ph type="title"/>
          </p:nvPr>
        </p:nvSpPr>
        <p:spPr/>
        <p:txBody>
          <a:bodyPr/>
          <a:lstStyle/>
          <a:p>
            <a:r>
              <a:rPr lang="en-US" dirty="0"/>
              <a:t>Thank you</a:t>
            </a:r>
          </a:p>
        </p:txBody>
      </p:sp>
      <p:sp>
        <p:nvSpPr>
          <p:cNvPr id="7" name="Text Placeholder 6">
            <a:extLst>
              <a:ext uri="{FF2B5EF4-FFF2-40B4-BE49-F238E27FC236}">
                <a16:creationId xmlns:a16="http://schemas.microsoft.com/office/drawing/2014/main" id="{42AF1107-8D35-4E35-93C7-D3640946F742}"/>
              </a:ext>
            </a:extLst>
          </p:cNvPr>
          <p:cNvSpPr>
            <a:spLocks noGrp="1"/>
          </p:cNvSpPr>
          <p:nvPr>
            <p:ph type="body" sz="quarter" idx="13"/>
          </p:nvPr>
        </p:nvSpPr>
        <p:spPr/>
        <p:txBody>
          <a:bodyPr/>
          <a:lstStyle/>
          <a:p>
            <a:r>
              <a:rPr lang="en-US" dirty="0"/>
              <a:t>Presenter name</a:t>
            </a:r>
          </a:p>
          <a:p>
            <a:r>
              <a:rPr lang="en-US" dirty="0"/>
              <a:t>Email address</a:t>
            </a:r>
          </a:p>
          <a:p>
            <a:r>
              <a:rPr lang="en-US" dirty="0"/>
              <a:t>Website</a:t>
            </a:r>
          </a:p>
          <a:p>
            <a:endParaRPr lang="en-US" dirty="0"/>
          </a:p>
        </p:txBody>
      </p:sp>
      <p:pic>
        <p:nvPicPr>
          <p:cNvPr id="15" name="Picture Placeholder 14" descr="mountains under near dusk sky">
            <a:extLst>
              <a:ext uri="{FF2B5EF4-FFF2-40B4-BE49-F238E27FC236}">
                <a16:creationId xmlns:a16="http://schemas.microsoft.com/office/drawing/2014/main" id="{3D15FDC1-74B5-4FD8-BD17-0E2502C411A6}"/>
              </a:ext>
            </a:extLst>
          </p:cNvPr>
          <p:cNvPicPr>
            <a:picLocks noGrp="1" noChangeAspect="1"/>
          </p:cNvPicPr>
          <p:nvPr>
            <p:ph type="pic" sz="quarter" idx="17"/>
          </p:nvPr>
        </p:nvPicPr>
        <p:blipFill rotWithShape="1">
          <a:blip r:embed="rId4"/>
          <a:srcRect l="16" r="16"/>
          <a:stretch/>
        </p:blipFill>
        <p:spPr/>
      </p:pic>
      <p:pic>
        <p:nvPicPr>
          <p:cNvPr id="13" name="Picture Placeholder 12" descr="mountains under the night sky just before dawn">
            <a:extLst>
              <a:ext uri="{FF2B5EF4-FFF2-40B4-BE49-F238E27FC236}">
                <a16:creationId xmlns:a16="http://schemas.microsoft.com/office/drawing/2014/main" id="{E02C4914-F076-4415-9C5D-A9BDB6CC6110}"/>
              </a:ext>
            </a:extLst>
          </p:cNvPr>
          <p:cNvPicPr>
            <a:picLocks noGrp="1" noChangeAspect="1"/>
          </p:cNvPicPr>
          <p:nvPr>
            <p:ph type="pic" sz="quarter" idx="16"/>
          </p:nvPr>
        </p:nvPicPr>
        <p:blipFill rotWithShape="1">
          <a:blip r:embed="rId5"/>
          <a:srcRect t="108" b="108"/>
          <a:stretch/>
        </p:blipFill>
        <p:spPr/>
      </p:pic>
    </p:spTree>
    <p:extLst>
      <p:ext uri="{BB962C8B-B14F-4D97-AF65-F5344CB8AC3E}">
        <p14:creationId xmlns:p14="http://schemas.microsoft.com/office/powerpoint/2010/main" val="927313156"/>
      </p:ext>
    </p:extLst>
  </p:cSld>
  <p:clrMapOvr>
    <a:masterClrMapping/>
  </p:clrMapOvr>
</p:sld>
</file>

<file path=ppt/theme/theme1.xml><?xml version="1.0" encoding="utf-8"?>
<a:theme xmlns:a="http://schemas.openxmlformats.org/drawingml/2006/main" name="GradientUnivers">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Univers"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919F73-B6C2-4A43-95E2-833EC48925FE}">
  <ds:schemaRefs>
    <ds:schemaRef ds:uri="http://schemas.microsoft.com/office/2006/metadata/properties"/>
    <ds:schemaRef ds:uri="http://www.w3.org/XML/1998/namespace"/>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3C8E00D1-8EA3-4E42-801D-0253E1EAFC21}">
  <ds:schemaRefs>
    <ds:schemaRef ds:uri="http://schemas.microsoft.com/sharepoint/v3/contenttype/forms"/>
  </ds:schemaRefs>
</ds:datastoreItem>
</file>

<file path=customXml/itemProps3.xml><?xml version="1.0" encoding="utf-8"?>
<ds:datastoreItem xmlns:ds="http://schemas.openxmlformats.org/officeDocument/2006/customXml" ds:itemID="{ABC329F5-30EE-4BF7-AA2A-B837B51416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{15A9BFDF-21C0-408E-AA5C-923021B39E4C}tf89338750_win32</Template>
  <TotalTime>2461</TotalTime>
  <Words>1337</Words>
  <Application>Microsoft Office PowerPoint</Application>
  <PresentationFormat>Widescreen</PresentationFormat>
  <Paragraphs>249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Cascadia Mono</vt:lpstr>
      <vt:lpstr>Gill Sans MT</vt:lpstr>
      <vt:lpstr>Google Sans</vt:lpstr>
      <vt:lpstr>Univers</vt:lpstr>
      <vt:lpstr>GradientUnivers</vt:lpstr>
      <vt:lpstr>CSC2161 C++ Programming Functions</vt:lpstr>
      <vt:lpstr>Agenda</vt:lpstr>
      <vt:lpstr>What are functions of C++?</vt:lpstr>
      <vt:lpstr>BENEFITS</vt:lpstr>
      <vt:lpstr>FUNCTION DEFINITION</vt:lpstr>
      <vt:lpstr>PowerPoint Presentation</vt:lpstr>
      <vt:lpstr>PowerPoint Presentation</vt:lpstr>
      <vt:lpstr>PowerPoint Presentation</vt:lpstr>
      <vt:lpstr>PowerPoint Presentation</vt:lpstr>
      <vt:lpstr>PowerPoint Presentation</vt:lpstr>
      <vt:lpstr>PowerPoint Presentation</vt:lpstr>
      <vt:lpstr>Inline function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CSC2161 C++ Programming Functions</dc:title>
  <dc:creator>Theoneste    MURANGIRA</dc:creator>
  <cp:lastModifiedBy>Dieudonne</cp:lastModifiedBy>
  <cp:revision>6</cp:revision>
  <dcterms:created xsi:type="dcterms:W3CDTF">2023-06-17T21:22:37Z</dcterms:created>
  <dcterms:modified xsi:type="dcterms:W3CDTF">2024-09-17T14:41:42Z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