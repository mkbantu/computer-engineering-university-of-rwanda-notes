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5" r:id="rId1"/>
  </p:sldMasterIdLst>
  <p:notesMasterIdLst>
    <p:notesMasterId r:id="rId114"/>
  </p:notesMasterIdLst>
  <p:sldIdLst>
    <p:sldId id="343" r:id="rId2"/>
    <p:sldId id="356" r:id="rId3"/>
    <p:sldId id="350" r:id="rId4"/>
    <p:sldId id="357" r:id="rId5"/>
    <p:sldId id="370" r:id="rId6"/>
    <p:sldId id="371" r:id="rId7"/>
    <p:sldId id="372" r:id="rId8"/>
    <p:sldId id="359" r:id="rId9"/>
    <p:sldId id="360" r:id="rId10"/>
    <p:sldId id="361" r:id="rId11"/>
    <p:sldId id="362" r:id="rId12"/>
    <p:sldId id="363" r:id="rId13"/>
    <p:sldId id="373" r:id="rId14"/>
    <p:sldId id="374" r:id="rId15"/>
    <p:sldId id="375" r:id="rId16"/>
    <p:sldId id="376" r:id="rId17"/>
    <p:sldId id="377" r:id="rId18"/>
    <p:sldId id="378" r:id="rId19"/>
    <p:sldId id="379" r:id="rId20"/>
    <p:sldId id="380" r:id="rId21"/>
    <p:sldId id="381" r:id="rId22"/>
    <p:sldId id="382" r:id="rId23"/>
    <p:sldId id="383" r:id="rId24"/>
    <p:sldId id="385" r:id="rId25"/>
    <p:sldId id="384" r:id="rId26"/>
    <p:sldId id="386" r:id="rId27"/>
    <p:sldId id="366" r:id="rId28"/>
    <p:sldId id="421" r:id="rId29"/>
    <p:sldId id="422" r:id="rId30"/>
    <p:sldId id="420" r:id="rId31"/>
    <p:sldId id="419" r:id="rId32"/>
    <p:sldId id="418" r:id="rId33"/>
    <p:sldId id="417" r:id="rId34"/>
    <p:sldId id="416" r:id="rId35"/>
    <p:sldId id="415" r:id="rId36"/>
    <p:sldId id="414" r:id="rId37"/>
    <p:sldId id="413" r:id="rId38"/>
    <p:sldId id="412" r:id="rId39"/>
    <p:sldId id="411" r:id="rId40"/>
    <p:sldId id="410" r:id="rId41"/>
    <p:sldId id="409" r:id="rId42"/>
    <p:sldId id="408" r:id="rId43"/>
    <p:sldId id="407" r:id="rId44"/>
    <p:sldId id="406" r:id="rId45"/>
    <p:sldId id="405" r:id="rId46"/>
    <p:sldId id="404" r:id="rId47"/>
    <p:sldId id="403" r:id="rId48"/>
    <p:sldId id="402" r:id="rId49"/>
    <p:sldId id="401" r:id="rId50"/>
    <p:sldId id="400" r:id="rId51"/>
    <p:sldId id="470" r:id="rId52"/>
    <p:sldId id="451" r:id="rId53"/>
    <p:sldId id="452" r:id="rId54"/>
    <p:sldId id="453" r:id="rId55"/>
    <p:sldId id="454" r:id="rId56"/>
    <p:sldId id="455" r:id="rId57"/>
    <p:sldId id="456" r:id="rId58"/>
    <p:sldId id="457" r:id="rId59"/>
    <p:sldId id="458" r:id="rId60"/>
    <p:sldId id="459" r:id="rId61"/>
    <p:sldId id="460" r:id="rId62"/>
    <p:sldId id="474" r:id="rId63"/>
    <p:sldId id="471" r:id="rId64"/>
    <p:sldId id="449" r:id="rId65"/>
    <p:sldId id="448" r:id="rId66"/>
    <p:sldId id="447" r:id="rId67"/>
    <p:sldId id="446" r:id="rId68"/>
    <p:sldId id="445" r:id="rId69"/>
    <p:sldId id="444" r:id="rId70"/>
    <p:sldId id="443" r:id="rId71"/>
    <p:sldId id="442" r:id="rId72"/>
    <p:sldId id="441" r:id="rId73"/>
    <p:sldId id="440" r:id="rId74"/>
    <p:sldId id="439" r:id="rId75"/>
    <p:sldId id="438" r:id="rId76"/>
    <p:sldId id="437" r:id="rId77"/>
    <p:sldId id="436" r:id="rId78"/>
    <p:sldId id="435" r:id="rId79"/>
    <p:sldId id="434" r:id="rId80"/>
    <p:sldId id="433" r:id="rId81"/>
    <p:sldId id="432" r:id="rId82"/>
    <p:sldId id="431" r:id="rId83"/>
    <p:sldId id="430" r:id="rId84"/>
    <p:sldId id="429" r:id="rId85"/>
    <p:sldId id="428" r:id="rId86"/>
    <p:sldId id="427" r:id="rId87"/>
    <p:sldId id="426" r:id="rId88"/>
    <p:sldId id="425" r:id="rId89"/>
    <p:sldId id="424" r:id="rId90"/>
    <p:sldId id="423" r:id="rId91"/>
    <p:sldId id="472" r:id="rId92"/>
    <p:sldId id="390" r:id="rId93"/>
    <p:sldId id="391" r:id="rId94"/>
    <p:sldId id="392" r:id="rId95"/>
    <p:sldId id="393" r:id="rId96"/>
    <p:sldId id="394" r:id="rId97"/>
    <p:sldId id="395" r:id="rId98"/>
    <p:sldId id="396" r:id="rId99"/>
    <p:sldId id="397" r:id="rId100"/>
    <p:sldId id="398" r:id="rId101"/>
    <p:sldId id="473" r:id="rId102"/>
    <p:sldId id="462" r:id="rId103"/>
    <p:sldId id="464" r:id="rId104"/>
    <p:sldId id="465" r:id="rId105"/>
    <p:sldId id="466" r:id="rId106"/>
    <p:sldId id="468" r:id="rId107"/>
    <p:sldId id="475" r:id="rId108"/>
    <p:sldId id="476" r:id="rId109"/>
    <p:sldId id="477" r:id="rId110"/>
    <p:sldId id="467" r:id="rId111"/>
    <p:sldId id="469" r:id="rId112"/>
    <p:sldId id="352" r:id="rId1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FF7"/>
    <a:srgbClr val="D0D1D9"/>
    <a:srgbClr val="F6F9FF"/>
    <a:srgbClr val="1919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546891-8E21-EE4F-93F0-5C7204EA7858}" v="2104" dt="2020-11-15T11:32:20.358"/>
    <p1510:client id="{0D77C6BD-5AA1-B569-76B5-299C41D3EC7B}" v="4" dt="2021-09-21T08:33:53.194"/>
    <p1510:client id="{0F1D785C-BC83-C582-2B06-8FA0F10DFA1D}" v="375" dt="2020-11-15T11:48:29.402"/>
    <p1510:client id="{11029019-3E8A-07CF-8D26-B639B0704460}" v="253" dt="2021-07-19T13:17:28.326"/>
    <p1510:client id="{37E50B4E-F641-BFD9-5048-D4E496CDFA7B}" v="586" dt="2021-07-27T12:12:07.226"/>
    <p1510:client id="{3EF991D0-99E9-1F9A-2B83-5A0F43DCD875}" v="9" dt="2023-06-21T16:50:45.662"/>
    <p1510:client id="{53746B6F-A9EB-4EF3-97EA-FDBC2A0130F1}" v="2754" dt="2020-10-13T12:45:25.187"/>
    <p1510:client id="{549B55AC-7705-06FC-6A10-5FDB8AF600E0}" v="83" dt="2020-11-08T08:31:26.504"/>
    <p1510:client id="{62C59134-0174-2045-F698-DCC8969AAC1A}" v="551" dt="2020-11-07T20:06:39.083"/>
    <p1510:client id="{7699CE18-781A-3747-B658-2C8DD49639AE}" v="1305" dt="2022-06-20T18:43:34.002"/>
    <p1510:client id="{87478D3C-C607-A25B-A593-705E278EA5B3}" v="1952" dt="2020-11-07T19:20:09.532"/>
    <p1510:client id="{96A1038E-7B8A-0224-B9AD-D769D030C76F}" v="469" dt="2021-07-17T07:43:11.555"/>
    <p1510:client id="{DFDFCE62-4EB1-D865-749E-AD35E3041290}" v="151" dt="2021-07-23T06:01:31.904"/>
    <p1510:client id="{EB730DD1-9EC3-2F3B-CB85-D4B0E9784C84}" v="779" dt="2021-07-17T12:55:07.117"/>
  </p1510:revLst>
</p1510:revInfo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heme" Target="theme/theme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notesMaster" Target="notesMasters/notesMaster1.xml"/><Relationship Id="rId119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microsoft.com/office/2015/10/relationships/revisionInfo" Target="revisionInfo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lin    MUTANGUHA" userId="S::p.mutanguha@ur.ac.rw::42f5dea1-1a3c-4dcb-8338-5209a23519f5" providerId="AD" clId="Web-{37E50B4E-F641-BFD9-5048-D4E496CDFA7B}"/>
    <pc:docChg chg="addSld modSld">
      <pc:chgData name="Pelin    MUTANGUHA" userId="S::p.mutanguha@ur.ac.rw::42f5dea1-1a3c-4dcb-8338-5209a23519f5" providerId="AD" clId="Web-{37E50B4E-F641-BFD9-5048-D4E496CDFA7B}" dt="2021-07-27T12:12:07.882" v="314"/>
      <pc:docMkLst>
        <pc:docMk/>
      </pc:docMkLst>
      <pc:sldChg chg="modSp new">
        <pc:chgData name="Pelin    MUTANGUHA" userId="S::p.mutanguha@ur.ac.rw::42f5dea1-1a3c-4dcb-8338-5209a23519f5" providerId="AD" clId="Web-{37E50B4E-F641-BFD9-5048-D4E496CDFA7B}" dt="2021-07-27T11:25:33.365" v="5" actId="20577"/>
        <pc:sldMkLst>
          <pc:docMk/>
          <pc:sldMk cId="4251135064" sldId="450"/>
        </pc:sldMkLst>
        <pc:spChg chg="mod">
          <ac:chgData name="Pelin    MUTANGUHA" userId="S::p.mutanguha@ur.ac.rw::42f5dea1-1a3c-4dcb-8338-5209a23519f5" providerId="AD" clId="Web-{37E50B4E-F641-BFD9-5048-D4E496CDFA7B}" dt="2021-07-27T11:25:33.365" v="5" actId="20577"/>
          <ac:spMkLst>
            <pc:docMk/>
            <pc:sldMk cId="4251135064" sldId="450"/>
            <ac:spMk id="2" creationId="{EAEB35C7-FDD3-4972-AD1C-6DE4AAB14480}"/>
          </ac:spMkLst>
        </pc:spChg>
      </pc:sldChg>
      <pc:sldChg chg="addSp modSp new mod setBg">
        <pc:chgData name="Pelin    MUTANGUHA" userId="S::p.mutanguha@ur.ac.rw::42f5dea1-1a3c-4dcb-8338-5209a23519f5" providerId="AD" clId="Web-{37E50B4E-F641-BFD9-5048-D4E496CDFA7B}" dt="2021-07-27T11:28:56.011" v="33" actId="14100"/>
        <pc:sldMkLst>
          <pc:docMk/>
          <pc:sldMk cId="2013865990" sldId="451"/>
        </pc:sldMkLst>
        <pc:spChg chg="mod">
          <ac:chgData name="Pelin    MUTANGUHA" userId="S::p.mutanguha@ur.ac.rw::42f5dea1-1a3c-4dcb-8338-5209a23519f5" providerId="AD" clId="Web-{37E50B4E-F641-BFD9-5048-D4E496CDFA7B}" dt="2021-07-27T11:28:22.354" v="28" actId="20577"/>
          <ac:spMkLst>
            <pc:docMk/>
            <pc:sldMk cId="2013865990" sldId="451"/>
            <ac:spMk id="2" creationId="{221BDB0B-0426-43D5-8A47-816423D2BE42}"/>
          </ac:spMkLst>
        </pc:spChg>
        <pc:spChg chg="mod">
          <ac:chgData name="Pelin    MUTANGUHA" userId="S::p.mutanguha@ur.ac.rw::42f5dea1-1a3c-4dcb-8338-5209a23519f5" providerId="AD" clId="Web-{37E50B4E-F641-BFD9-5048-D4E496CDFA7B}" dt="2021-07-27T11:28:07.651" v="25"/>
          <ac:spMkLst>
            <pc:docMk/>
            <pc:sldMk cId="2013865990" sldId="451"/>
            <ac:spMk id="3" creationId="{6B1F41CC-5422-4D38-A4EA-5855CF431A98}"/>
          </ac:spMkLst>
        </pc:spChg>
        <pc:spChg chg="mod">
          <ac:chgData name="Pelin    MUTANGUHA" userId="S::p.mutanguha@ur.ac.rw::42f5dea1-1a3c-4dcb-8338-5209a23519f5" providerId="AD" clId="Web-{37E50B4E-F641-BFD9-5048-D4E496CDFA7B}" dt="2021-07-27T11:28:07.651" v="25"/>
          <ac:spMkLst>
            <pc:docMk/>
            <pc:sldMk cId="2013865990" sldId="451"/>
            <ac:spMk id="4" creationId="{7A1F50DB-0295-4EA6-B07A-0340768FB116}"/>
          </ac:spMkLst>
        </pc:spChg>
        <pc:spChg chg="mod ord">
          <ac:chgData name="Pelin    MUTANGUHA" userId="S::p.mutanguha@ur.ac.rw::42f5dea1-1a3c-4dcb-8338-5209a23519f5" providerId="AD" clId="Web-{37E50B4E-F641-BFD9-5048-D4E496CDFA7B}" dt="2021-07-27T11:28:56.011" v="33" actId="14100"/>
          <ac:spMkLst>
            <pc:docMk/>
            <pc:sldMk cId="2013865990" sldId="451"/>
            <ac:spMk id="5" creationId="{4F8A0619-CEDD-41C1-917C-52096FFF2D43}"/>
          </ac:spMkLst>
        </pc:spChg>
        <pc:spChg chg="add">
          <ac:chgData name="Pelin    MUTANGUHA" userId="S::p.mutanguha@ur.ac.rw::42f5dea1-1a3c-4dcb-8338-5209a23519f5" providerId="AD" clId="Web-{37E50B4E-F641-BFD9-5048-D4E496CDFA7B}" dt="2021-07-27T11:28:07.651" v="25"/>
          <ac:spMkLst>
            <pc:docMk/>
            <pc:sldMk cId="2013865990" sldId="451"/>
            <ac:spMk id="11" creationId="{416A0E3C-60E6-4F39-BC55-5F7C224E1F7C}"/>
          </ac:spMkLst>
        </pc:spChg>
        <pc:spChg chg="add">
          <ac:chgData name="Pelin    MUTANGUHA" userId="S::p.mutanguha@ur.ac.rw::42f5dea1-1a3c-4dcb-8338-5209a23519f5" providerId="AD" clId="Web-{37E50B4E-F641-BFD9-5048-D4E496CDFA7B}" dt="2021-07-27T11:28:07.651" v="25"/>
          <ac:spMkLst>
            <pc:docMk/>
            <pc:sldMk cId="2013865990" sldId="451"/>
            <ac:spMk id="15" creationId="{5E0A8391-2737-4F1C-B27A-C44629DB4D33}"/>
          </ac:spMkLst>
        </pc:spChg>
        <pc:spChg chg="add">
          <ac:chgData name="Pelin    MUTANGUHA" userId="S::p.mutanguha@ur.ac.rw::42f5dea1-1a3c-4dcb-8338-5209a23519f5" providerId="AD" clId="Web-{37E50B4E-F641-BFD9-5048-D4E496CDFA7B}" dt="2021-07-27T11:28:07.651" v="25"/>
          <ac:spMkLst>
            <pc:docMk/>
            <pc:sldMk cId="2013865990" sldId="451"/>
            <ac:spMk id="17" creationId="{ED5EC01C-B438-4398-919E-A345C83EDAC9}"/>
          </ac:spMkLst>
        </pc:spChg>
        <pc:picChg chg="add mod ord">
          <ac:chgData name="Pelin    MUTANGUHA" userId="S::p.mutanguha@ur.ac.rw::42f5dea1-1a3c-4dcb-8338-5209a23519f5" providerId="AD" clId="Web-{37E50B4E-F641-BFD9-5048-D4E496CDFA7B}" dt="2021-07-27T11:28:28.792" v="29" actId="14100"/>
          <ac:picMkLst>
            <pc:docMk/>
            <pc:sldMk cId="2013865990" sldId="451"/>
            <ac:picMk id="6" creationId="{6C765BC6-D1D3-4C51-B76B-6DE9B66F1D63}"/>
          </ac:picMkLst>
        </pc:picChg>
        <pc:cxnChg chg="add">
          <ac:chgData name="Pelin    MUTANGUHA" userId="S::p.mutanguha@ur.ac.rw::42f5dea1-1a3c-4dcb-8338-5209a23519f5" providerId="AD" clId="Web-{37E50B4E-F641-BFD9-5048-D4E496CDFA7B}" dt="2021-07-27T11:28:07.651" v="25"/>
          <ac:cxnSpMkLst>
            <pc:docMk/>
            <pc:sldMk cId="2013865990" sldId="451"/>
            <ac:cxnSpMk id="13" creationId="{C5025DAC-8B93-4160-B017-3A274A5828C0}"/>
          </ac:cxnSpMkLst>
        </pc:cxnChg>
      </pc:sldChg>
      <pc:sldChg chg="addSp modSp new">
        <pc:chgData name="Pelin    MUTANGUHA" userId="S::p.mutanguha@ur.ac.rw::42f5dea1-1a3c-4dcb-8338-5209a23519f5" providerId="AD" clId="Web-{37E50B4E-F641-BFD9-5048-D4E496CDFA7B}" dt="2021-07-27T11:32:09.361" v="52" actId="20577"/>
        <pc:sldMkLst>
          <pc:docMk/>
          <pc:sldMk cId="2144722681" sldId="452"/>
        </pc:sldMkLst>
        <pc:spChg chg="mod">
          <ac:chgData name="Pelin    MUTANGUHA" userId="S::p.mutanguha@ur.ac.rw::42f5dea1-1a3c-4dcb-8338-5209a23519f5" providerId="AD" clId="Web-{37E50B4E-F641-BFD9-5048-D4E496CDFA7B}" dt="2021-07-27T11:31:59.095" v="48" actId="20577"/>
          <ac:spMkLst>
            <pc:docMk/>
            <pc:sldMk cId="2144722681" sldId="452"/>
            <ac:spMk id="2" creationId="{545C1B33-9169-4F18-98D2-514D891BB8AB}"/>
          </ac:spMkLst>
        </pc:spChg>
        <pc:spChg chg="mod">
          <ac:chgData name="Pelin    MUTANGUHA" userId="S::p.mutanguha@ur.ac.rw::42f5dea1-1a3c-4dcb-8338-5209a23519f5" providerId="AD" clId="Web-{37E50B4E-F641-BFD9-5048-D4E496CDFA7B}" dt="2021-07-27T11:32:09.361" v="52" actId="20577"/>
          <ac:spMkLst>
            <pc:docMk/>
            <pc:sldMk cId="2144722681" sldId="452"/>
            <ac:spMk id="3" creationId="{D3065621-1288-4021-9D1A-229969F27804}"/>
          </ac:spMkLst>
        </pc:spChg>
        <pc:spChg chg="mod">
          <ac:chgData name="Pelin    MUTANGUHA" userId="S::p.mutanguha@ur.ac.rw::42f5dea1-1a3c-4dcb-8338-5209a23519f5" providerId="AD" clId="Web-{37E50B4E-F641-BFD9-5048-D4E496CDFA7B}" dt="2021-07-27T11:29:21.278" v="37" actId="20577"/>
          <ac:spMkLst>
            <pc:docMk/>
            <pc:sldMk cId="2144722681" sldId="452"/>
            <ac:spMk id="5" creationId="{FCF267EF-443F-4A9B-83E1-C6C272B52C8B}"/>
          </ac:spMkLst>
        </pc:spChg>
        <pc:picChg chg="add mod">
          <ac:chgData name="Pelin    MUTANGUHA" userId="S::p.mutanguha@ur.ac.rw::42f5dea1-1a3c-4dcb-8338-5209a23519f5" providerId="AD" clId="Web-{37E50B4E-F641-BFD9-5048-D4E496CDFA7B}" dt="2021-07-27T11:31:01.765" v="45" actId="1076"/>
          <ac:picMkLst>
            <pc:docMk/>
            <pc:sldMk cId="2144722681" sldId="452"/>
            <ac:picMk id="6" creationId="{8F9FD5B2-FB74-4346-B431-6192678359DA}"/>
          </ac:picMkLst>
        </pc:picChg>
      </pc:sldChg>
      <pc:sldChg chg="modSp new">
        <pc:chgData name="Pelin    MUTANGUHA" userId="S::p.mutanguha@ur.ac.rw::42f5dea1-1a3c-4dcb-8338-5209a23519f5" providerId="AD" clId="Web-{37E50B4E-F641-BFD9-5048-D4E496CDFA7B}" dt="2021-07-27T11:56:33.293" v="232" actId="20577"/>
        <pc:sldMkLst>
          <pc:docMk/>
          <pc:sldMk cId="2841118370" sldId="453"/>
        </pc:sldMkLst>
        <pc:spChg chg="mod">
          <ac:chgData name="Pelin    MUTANGUHA" userId="S::p.mutanguha@ur.ac.rw::42f5dea1-1a3c-4dcb-8338-5209a23519f5" providerId="AD" clId="Web-{37E50B4E-F641-BFD9-5048-D4E496CDFA7B}" dt="2021-07-27T11:56:33.293" v="232" actId="20577"/>
          <ac:spMkLst>
            <pc:docMk/>
            <pc:sldMk cId="2841118370" sldId="453"/>
            <ac:spMk id="2" creationId="{4990E1A0-8EA2-4F24-8CBF-A6CFF021E541}"/>
          </ac:spMkLst>
        </pc:spChg>
        <pc:spChg chg="mod">
          <ac:chgData name="Pelin    MUTANGUHA" userId="S::p.mutanguha@ur.ac.rw::42f5dea1-1a3c-4dcb-8338-5209a23519f5" providerId="AD" clId="Web-{37E50B4E-F641-BFD9-5048-D4E496CDFA7B}" dt="2021-07-27T11:47:30.887" v="157" actId="20577"/>
          <ac:spMkLst>
            <pc:docMk/>
            <pc:sldMk cId="2841118370" sldId="453"/>
            <ac:spMk id="3" creationId="{386AD6AF-CE29-472E-921A-7B0C36F10B9F}"/>
          </ac:spMkLst>
        </pc:spChg>
        <pc:spChg chg="mod">
          <ac:chgData name="Pelin    MUTANGUHA" userId="S::p.mutanguha@ur.ac.rw::42f5dea1-1a3c-4dcb-8338-5209a23519f5" providerId="AD" clId="Web-{37E50B4E-F641-BFD9-5048-D4E496CDFA7B}" dt="2021-07-27T11:32:28.471" v="56" actId="20577"/>
          <ac:spMkLst>
            <pc:docMk/>
            <pc:sldMk cId="2841118370" sldId="453"/>
            <ac:spMk id="5" creationId="{73D989F8-E00E-4F02-8220-499A75005534}"/>
          </ac:spMkLst>
        </pc:spChg>
      </pc:sldChg>
      <pc:sldChg chg="modSp new">
        <pc:chgData name="Pelin    MUTANGUHA" userId="S::p.mutanguha@ur.ac.rw::42f5dea1-1a3c-4dcb-8338-5209a23519f5" providerId="AD" clId="Web-{37E50B4E-F641-BFD9-5048-D4E496CDFA7B}" dt="2021-07-27T11:54:40.149" v="217" actId="20577"/>
        <pc:sldMkLst>
          <pc:docMk/>
          <pc:sldMk cId="817136214" sldId="454"/>
        </pc:sldMkLst>
        <pc:spChg chg="mod">
          <ac:chgData name="Pelin    MUTANGUHA" userId="S::p.mutanguha@ur.ac.rw::42f5dea1-1a3c-4dcb-8338-5209a23519f5" providerId="AD" clId="Web-{37E50B4E-F641-BFD9-5048-D4E496CDFA7B}" dt="2021-07-27T11:54:40.149" v="217" actId="20577"/>
          <ac:spMkLst>
            <pc:docMk/>
            <pc:sldMk cId="817136214" sldId="454"/>
            <ac:spMk id="2" creationId="{2FD5672E-698A-4FA6-8AF6-112241FE67E0}"/>
          </ac:spMkLst>
        </pc:spChg>
        <pc:spChg chg="mod">
          <ac:chgData name="Pelin    MUTANGUHA" userId="S::p.mutanguha@ur.ac.rw::42f5dea1-1a3c-4dcb-8338-5209a23519f5" providerId="AD" clId="Web-{37E50B4E-F641-BFD9-5048-D4E496CDFA7B}" dt="2021-07-27T11:47:23.246" v="153" actId="20577"/>
          <ac:spMkLst>
            <pc:docMk/>
            <pc:sldMk cId="817136214" sldId="454"/>
            <ac:spMk id="3" creationId="{03E61BB9-A6F1-4E99-9151-682DAF228BC6}"/>
          </ac:spMkLst>
        </pc:spChg>
        <pc:spChg chg="mod">
          <ac:chgData name="Pelin    MUTANGUHA" userId="S::p.mutanguha@ur.ac.rw::42f5dea1-1a3c-4dcb-8338-5209a23519f5" providerId="AD" clId="Web-{37E50B4E-F641-BFD9-5048-D4E496CDFA7B}" dt="2021-07-27T11:44:17.085" v="92" actId="20577"/>
          <ac:spMkLst>
            <pc:docMk/>
            <pc:sldMk cId="817136214" sldId="454"/>
            <ac:spMk id="5" creationId="{F1180098-73E3-41F8-8790-D99C72C0A00A}"/>
          </ac:spMkLst>
        </pc:spChg>
      </pc:sldChg>
      <pc:sldChg chg="modSp add replId">
        <pc:chgData name="Pelin    MUTANGUHA" userId="S::p.mutanguha@ur.ac.rw::42f5dea1-1a3c-4dcb-8338-5209a23519f5" providerId="AD" clId="Web-{37E50B4E-F641-BFD9-5048-D4E496CDFA7B}" dt="2021-07-27T11:51:50.035" v="190" actId="20577"/>
        <pc:sldMkLst>
          <pc:docMk/>
          <pc:sldMk cId="2997470279" sldId="455"/>
        </pc:sldMkLst>
        <pc:spChg chg="mod">
          <ac:chgData name="Pelin    MUTANGUHA" userId="S::p.mutanguha@ur.ac.rw::42f5dea1-1a3c-4dcb-8338-5209a23519f5" providerId="AD" clId="Web-{37E50B4E-F641-BFD9-5048-D4E496CDFA7B}" dt="2021-07-27T11:51:50.035" v="190" actId="20577"/>
          <ac:spMkLst>
            <pc:docMk/>
            <pc:sldMk cId="2997470279" sldId="455"/>
            <ac:spMk id="2" creationId="{2FD5672E-698A-4FA6-8AF6-112241FE67E0}"/>
          </ac:spMkLst>
        </pc:spChg>
        <pc:spChg chg="mod">
          <ac:chgData name="Pelin    MUTANGUHA" userId="S::p.mutanguha@ur.ac.rw::42f5dea1-1a3c-4dcb-8338-5209a23519f5" providerId="AD" clId="Web-{37E50B4E-F641-BFD9-5048-D4E496CDFA7B}" dt="2021-07-27T11:47:17.777" v="150" actId="20577"/>
          <ac:spMkLst>
            <pc:docMk/>
            <pc:sldMk cId="2997470279" sldId="455"/>
            <ac:spMk id="3" creationId="{03E61BB9-A6F1-4E99-9151-682DAF228BC6}"/>
          </ac:spMkLst>
        </pc:spChg>
      </pc:sldChg>
      <pc:sldChg chg="modSp new">
        <pc:chgData name="Pelin    MUTANGUHA" userId="S::p.mutanguha@ur.ac.rw::42f5dea1-1a3c-4dcb-8338-5209a23519f5" providerId="AD" clId="Web-{37E50B4E-F641-BFD9-5048-D4E496CDFA7B}" dt="2021-07-27T11:56:53.294" v="240" actId="20577"/>
        <pc:sldMkLst>
          <pc:docMk/>
          <pc:sldMk cId="1148752767" sldId="456"/>
        </pc:sldMkLst>
        <pc:spChg chg="mod">
          <ac:chgData name="Pelin    MUTANGUHA" userId="S::p.mutanguha@ur.ac.rw::42f5dea1-1a3c-4dcb-8338-5209a23519f5" providerId="AD" clId="Web-{37E50B4E-F641-BFD9-5048-D4E496CDFA7B}" dt="2021-07-27T11:56:53.294" v="240" actId="20577"/>
          <ac:spMkLst>
            <pc:docMk/>
            <pc:sldMk cId="1148752767" sldId="456"/>
            <ac:spMk id="5" creationId="{7A15FBAE-2804-4CED-9524-70220C68FE99}"/>
          </ac:spMkLst>
        </pc:spChg>
      </pc:sldChg>
      <pc:sldChg chg="modSp new">
        <pc:chgData name="Pelin    MUTANGUHA" userId="S::p.mutanguha@ur.ac.rw::42f5dea1-1a3c-4dcb-8338-5209a23519f5" providerId="AD" clId="Web-{37E50B4E-F641-BFD9-5048-D4E496CDFA7B}" dt="2021-07-27T11:57:32.592" v="243" actId="20577"/>
        <pc:sldMkLst>
          <pc:docMk/>
          <pc:sldMk cId="2082657809" sldId="457"/>
        </pc:sldMkLst>
        <pc:spChg chg="mod">
          <ac:chgData name="Pelin    MUTANGUHA" userId="S::p.mutanguha@ur.ac.rw::42f5dea1-1a3c-4dcb-8338-5209a23519f5" providerId="AD" clId="Web-{37E50B4E-F641-BFD9-5048-D4E496CDFA7B}" dt="2021-07-27T11:57:32.592" v="243" actId="20577"/>
          <ac:spMkLst>
            <pc:docMk/>
            <pc:sldMk cId="2082657809" sldId="457"/>
            <ac:spMk id="2" creationId="{58FE68BE-FC59-43A7-8C76-60EABF7FFECF}"/>
          </ac:spMkLst>
        </pc:spChg>
      </pc:sldChg>
      <pc:sldChg chg="addSp modSp new mod setBg setClrOvrMap">
        <pc:chgData name="Pelin    MUTANGUHA" userId="S::p.mutanguha@ur.ac.rw::42f5dea1-1a3c-4dcb-8338-5209a23519f5" providerId="AD" clId="Web-{37E50B4E-F641-BFD9-5048-D4E496CDFA7B}" dt="2021-07-27T11:58:56.828" v="259"/>
        <pc:sldMkLst>
          <pc:docMk/>
          <pc:sldMk cId="1599896475" sldId="458"/>
        </pc:sldMkLst>
        <pc:spChg chg="mod">
          <ac:chgData name="Pelin    MUTANGUHA" userId="S::p.mutanguha@ur.ac.rw::42f5dea1-1a3c-4dcb-8338-5209a23519f5" providerId="AD" clId="Web-{37E50B4E-F641-BFD9-5048-D4E496CDFA7B}" dt="2021-07-27T11:58:56.828" v="259"/>
          <ac:spMkLst>
            <pc:docMk/>
            <pc:sldMk cId="1599896475" sldId="458"/>
            <ac:spMk id="2" creationId="{79139B5E-4850-467B-8C93-B8F263235FE2}"/>
          </ac:spMkLst>
        </pc:spChg>
        <pc:spChg chg="mod">
          <ac:chgData name="Pelin    MUTANGUHA" userId="S::p.mutanguha@ur.ac.rw::42f5dea1-1a3c-4dcb-8338-5209a23519f5" providerId="AD" clId="Web-{37E50B4E-F641-BFD9-5048-D4E496CDFA7B}" dt="2021-07-27T11:58:56.828" v="259"/>
          <ac:spMkLst>
            <pc:docMk/>
            <pc:sldMk cId="1599896475" sldId="458"/>
            <ac:spMk id="3" creationId="{CAD5E0B6-FABC-48C9-8D8D-38F06C54A0EC}"/>
          </ac:spMkLst>
        </pc:spChg>
        <pc:spChg chg="mod ord">
          <ac:chgData name="Pelin    MUTANGUHA" userId="S::p.mutanguha@ur.ac.rw::42f5dea1-1a3c-4dcb-8338-5209a23519f5" providerId="AD" clId="Web-{37E50B4E-F641-BFD9-5048-D4E496CDFA7B}" dt="2021-07-27T11:58:56.828" v="259"/>
          <ac:spMkLst>
            <pc:docMk/>
            <pc:sldMk cId="1599896475" sldId="458"/>
            <ac:spMk id="4" creationId="{F1A65BB5-7533-4807-AF91-D435A4A556F0}"/>
          </ac:spMkLst>
        </pc:spChg>
        <pc:spChg chg="mod ord">
          <ac:chgData name="Pelin    MUTANGUHA" userId="S::p.mutanguha@ur.ac.rw::42f5dea1-1a3c-4dcb-8338-5209a23519f5" providerId="AD" clId="Web-{37E50B4E-F641-BFD9-5048-D4E496CDFA7B}" dt="2021-07-27T11:58:56.828" v="259"/>
          <ac:spMkLst>
            <pc:docMk/>
            <pc:sldMk cId="1599896475" sldId="458"/>
            <ac:spMk id="5" creationId="{ABE98600-5EE7-4906-9A8D-660F40EC748E}"/>
          </ac:spMkLst>
        </pc:spChg>
        <pc:spChg chg="add">
          <ac:chgData name="Pelin    MUTANGUHA" userId="S::p.mutanguha@ur.ac.rw::42f5dea1-1a3c-4dcb-8338-5209a23519f5" providerId="AD" clId="Web-{37E50B4E-F641-BFD9-5048-D4E496CDFA7B}" dt="2021-07-27T11:58:56.828" v="259"/>
          <ac:spMkLst>
            <pc:docMk/>
            <pc:sldMk cId="1599896475" sldId="458"/>
            <ac:spMk id="11" creationId="{416A0E3C-60E6-4F39-BC55-5F7C224E1F7C}"/>
          </ac:spMkLst>
        </pc:spChg>
        <pc:spChg chg="add">
          <ac:chgData name="Pelin    MUTANGUHA" userId="S::p.mutanguha@ur.ac.rw::42f5dea1-1a3c-4dcb-8338-5209a23519f5" providerId="AD" clId="Web-{37E50B4E-F641-BFD9-5048-D4E496CDFA7B}" dt="2021-07-27T11:58:56.828" v="259"/>
          <ac:spMkLst>
            <pc:docMk/>
            <pc:sldMk cId="1599896475" sldId="458"/>
            <ac:spMk id="15" creationId="{E844E128-FF69-4E9F-8327-6B504B3C5AE1}"/>
          </ac:spMkLst>
        </pc:spChg>
        <pc:picChg chg="add mod">
          <ac:chgData name="Pelin    MUTANGUHA" userId="S::p.mutanguha@ur.ac.rw::42f5dea1-1a3c-4dcb-8338-5209a23519f5" providerId="AD" clId="Web-{37E50B4E-F641-BFD9-5048-D4E496CDFA7B}" dt="2021-07-27T11:58:56.828" v="259"/>
          <ac:picMkLst>
            <pc:docMk/>
            <pc:sldMk cId="1599896475" sldId="458"/>
            <ac:picMk id="6" creationId="{D910BD45-8D60-4C01-99B2-E8C02BA58B2D}"/>
          </ac:picMkLst>
        </pc:picChg>
        <pc:cxnChg chg="add">
          <ac:chgData name="Pelin    MUTANGUHA" userId="S::p.mutanguha@ur.ac.rw::42f5dea1-1a3c-4dcb-8338-5209a23519f5" providerId="AD" clId="Web-{37E50B4E-F641-BFD9-5048-D4E496CDFA7B}" dt="2021-07-27T11:58:56.828" v="259"/>
          <ac:cxnSpMkLst>
            <pc:docMk/>
            <pc:sldMk cId="1599896475" sldId="458"/>
            <ac:cxnSpMk id="13" creationId="{C5025DAC-8B93-4160-B017-3A274A5828C0}"/>
          </ac:cxnSpMkLst>
        </pc:cxnChg>
        <pc:cxnChg chg="add">
          <ac:chgData name="Pelin    MUTANGUHA" userId="S::p.mutanguha@ur.ac.rw::42f5dea1-1a3c-4dcb-8338-5209a23519f5" providerId="AD" clId="Web-{37E50B4E-F641-BFD9-5048-D4E496CDFA7B}" dt="2021-07-27T11:58:56.828" v="259"/>
          <ac:cxnSpMkLst>
            <pc:docMk/>
            <pc:sldMk cId="1599896475" sldId="458"/>
            <ac:cxnSpMk id="17" creationId="{055CEADF-09EA-423C-8C45-F94AF44D5AF0}"/>
          </ac:cxnSpMkLst>
        </pc:cxnChg>
      </pc:sldChg>
      <pc:sldChg chg="addSp modSp new mod setBg setClrOvrMap">
        <pc:chgData name="Pelin    MUTANGUHA" userId="S::p.mutanguha@ur.ac.rw::42f5dea1-1a3c-4dcb-8338-5209a23519f5" providerId="AD" clId="Web-{37E50B4E-F641-BFD9-5048-D4E496CDFA7B}" dt="2021-07-27T12:09:14.924" v="299"/>
        <pc:sldMkLst>
          <pc:docMk/>
          <pc:sldMk cId="871825502" sldId="459"/>
        </pc:sldMkLst>
        <pc:spChg chg="mod ord">
          <ac:chgData name="Pelin    MUTANGUHA" userId="S::p.mutanguha@ur.ac.rw::42f5dea1-1a3c-4dcb-8338-5209a23519f5" providerId="AD" clId="Web-{37E50B4E-F641-BFD9-5048-D4E496CDFA7B}" dt="2021-07-27T12:09:14.924" v="299"/>
          <ac:spMkLst>
            <pc:docMk/>
            <pc:sldMk cId="871825502" sldId="459"/>
            <ac:spMk id="2" creationId="{AD72CE5A-FD0D-436A-8C25-0706721CFC1A}"/>
          </ac:spMkLst>
        </pc:spChg>
        <pc:spChg chg="mod ord">
          <ac:chgData name="Pelin    MUTANGUHA" userId="S::p.mutanguha@ur.ac.rw::42f5dea1-1a3c-4dcb-8338-5209a23519f5" providerId="AD" clId="Web-{37E50B4E-F641-BFD9-5048-D4E496CDFA7B}" dt="2021-07-27T12:09:14.924" v="299"/>
          <ac:spMkLst>
            <pc:docMk/>
            <pc:sldMk cId="871825502" sldId="459"/>
            <ac:spMk id="3" creationId="{907161BF-3E36-4494-8663-6F89E4098E32}"/>
          </ac:spMkLst>
        </pc:spChg>
        <pc:spChg chg="mod ord">
          <ac:chgData name="Pelin    MUTANGUHA" userId="S::p.mutanguha@ur.ac.rw::42f5dea1-1a3c-4dcb-8338-5209a23519f5" providerId="AD" clId="Web-{37E50B4E-F641-BFD9-5048-D4E496CDFA7B}" dt="2021-07-27T12:09:14.924" v="299"/>
          <ac:spMkLst>
            <pc:docMk/>
            <pc:sldMk cId="871825502" sldId="459"/>
            <ac:spMk id="4" creationId="{D67A1D66-A836-4FF5-8D29-F7D5C31EDA74}"/>
          </ac:spMkLst>
        </pc:spChg>
        <pc:spChg chg="mod">
          <ac:chgData name="Pelin    MUTANGUHA" userId="S::p.mutanguha@ur.ac.rw::42f5dea1-1a3c-4dcb-8338-5209a23519f5" providerId="AD" clId="Web-{37E50B4E-F641-BFD9-5048-D4E496CDFA7B}" dt="2021-07-27T12:09:14.924" v="299"/>
          <ac:spMkLst>
            <pc:docMk/>
            <pc:sldMk cId="871825502" sldId="459"/>
            <ac:spMk id="5" creationId="{0A701CA1-1C8E-4E66-B999-1467A64A8A4D}"/>
          </ac:spMkLst>
        </pc:spChg>
        <pc:spChg chg="add">
          <ac:chgData name="Pelin    MUTANGUHA" userId="S::p.mutanguha@ur.ac.rw::42f5dea1-1a3c-4dcb-8338-5209a23519f5" providerId="AD" clId="Web-{37E50B4E-F641-BFD9-5048-D4E496CDFA7B}" dt="2021-07-27T12:09:14.924" v="299"/>
          <ac:spMkLst>
            <pc:docMk/>
            <pc:sldMk cId="871825502" sldId="459"/>
            <ac:spMk id="12" creationId="{416A0E3C-60E6-4F39-BC55-5F7C224E1F7C}"/>
          </ac:spMkLst>
        </pc:spChg>
        <pc:spChg chg="add">
          <ac:chgData name="Pelin    MUTANGUHA" userId="S::p.mutanguha@ur.ac.rw::42f5dea1-1a3c-4dcb-8338-5209a23519f5" providerId="AD" clId="Web-{37E50B4E-F641-BFD9-5048-D4E496CDFA7B}" dt="2021-07-27T12:09:14.924" v="299"/>
          <ac:spMkLst>
            <pc:docMk/>
            <pc:sldMk cId="871825502" sldId="459"/>
            <ac:spMk id="16" creationId="{E844E128-FF69-4E9F-8327-6B504B3C5AE1}"/>
          </ac:spMkLst>
        </pc:spChg>
        <pc:picChg chg="add mod">
          <ac:chgData name="Pelin    MUTANGUHA" userId="S::p.mutanguha@ur.ac.rw::42f5dea1-1a3c-4dcb-8338-5209a23519f5" providerId="AD" clId="Web-{37E50B4E-F641-BFD9-5048-D4E496CDFA7B}" dt="2021-07-27T12:09:14.924" v="299"/>
          <ac:picMkLst>
            <pc:docMk/>
            <pc:sldMk cId="871825502" sldId="459"/>
            <ac:picMk id="6" creationId="{09416FF5-C7C6-4FAE-BB50-BF5FDCE8CB98}"/>
          </ac:picMkLst>
        </pc:picChg>
        <pc:picChg chg="add mod">
          <ac:chgData name="Pelin    MUTANGUHA" userId="S::p.mutanguha@ur.ac.rw::42f5dea1-1a3c-4dcb-8338-5209a23519f5" providerId="AD" clId="Web-{37E50B4E-F641-BFD9-5048-D4E496CDFA7B}" dt="2021-07-27T12:09:14.924" v="299"/>
          <ac:picMkLst>
            <pc:docMk/>
            <pc:sldMk cId="871825502" sldId="459"/>
            <ac:picMk id="7" creationId="{C074B993-F25E-42DC-810C-6B1E129D52F4}"/>
          </ac:picMkLst>
        </pc:picChg>
        <pc:cxnChg chg="add">
          <ac:chgData name="Pelin    MUTANGUHA" userId="S::p.mutanguha@ur.ac.rw::42f5dea1-1a3c-4dcb-8338-5209a23519f5" providerId="AD" clId="Web-{37E50B4E-F641-BFD9-5048-D4E496CDFA7B}" dt="2021-07-27T12:09:14.924" v="299"/>
          <ac:cxnSpMkLst>
            <pc:docMk/>
            <pc:sldMk cId="871825502" sldId="459"/>
            <ac:cxnSpMk id="14" creationId="{C5025DAC-8B93-4160-B017-3A274A5828C0}"/>
          </ac:cxnSpMkLst>
        </pc:cxnChg>
        <pc:cxnChg chg="add">
          <ac:chgData name="Pelin    MUTANGUHA" userId="S::p.mutanguha@ur.ac.rw::42f5dea1-1a3c-4dcb-8338-5209a23519f5" providerId="AD" clId="Web-{37E50B4E-F641-BFD9-5048-D4E496CDFA7B}" dt="2021-07-27T12:09:14.924" v="299"/>
          <ac:cxnSpMkLst>
            <pc:docMk/>
            <pc:sldMk cId="871825502" sldId="459"/>
            <ac:cxnSpMk id="18" creationId="{055CEADF-09EA-423C-8C45-F94AF44D5AF0}"/>
          </ac:cxnSpMkLst>
        </pc:cxnChg>
      </pc:sldChg>
      <pc:sldChg chg="addSp modSp new mod setBg setClrOvrMap">
        <pc:chgData name="Pelin    MUTANGUHA" userId="S::p.mutanguha@ur.ac.rw::42f5dea1-1a3c-4dcb-8338-5209a23519f5" providerId="AD" clId="Web-{37E50B4E-F641-BFD9-5048-D4E496CDFA7B}" dt="2021-07-27T12:12:07.882" v="314"/>
        <pc:sldMkLst>
          <pc:docMk/>
          <pc:sldMk cId="807522402" sldId="460"/>
        </pc:sldMkLst>
        <pc:spChg chg="mod ord">
          <ac:chgData name="Pelin    MUTANGUHA" userId="S::p.mutanguha@ur.ac.rw::42f5dea1-1a3c-4dcb-8338-5209a23519f5" providerId="AD" clId="Web-{37E50B4E-F641-BFD9-5048-D4E496CDFA7B}" dt="2021-07-27T12:12:07.882" v="314"/>
          <ac:spMkLst>
            <pc:docMk/>
            <pc:sldMk cId="807522402" sldId="460"/>
            <ac:spMk id="2" creationId="{73994CEF-3B4D-4E64-BFFE-7B420F1977F3}"/>
          </ac:spMkLst>
        </pc:spChg>
        <pc:spChg chg="mod ord">
          <ac:chgData name="Pelin    MUTANGUHA" userId="S::p.mutanguha@ur.ac.rw::42f5dea1-1a3c-4dcb-8338-5209a23519f5" providerId="AD" clId="Web-{37E50B4E-F641-BFD9-5048-D4E496CDFA7B}" dt="2021-07-27T12:12:07.882" v="314"/>
          <ac:spMkLst>
            <pc:docMk/>
            <pc:sldMk cId="807522402" sldId="460"/>
            <ac:spMk id="3" creationId="{A910BCFE-2D5E-483B-97A8-67C1A7493E60}"/>
          </ac:spMkLst>
        </pc:spChg>
        <pc:spChg chg="mod ord">
          <ac:chgData name="Pelin    MUTANGUHA" userId="S::p.mutanguha@ur.ac.rw::42f5dea1-1a3c-4dcb-8338-5209a23519f5" providerId="AD" clId="Web-{37E50B4E-F641-BFD9-5048-D4E496CDFA7B}" dt="2021-07-27T12:12:07.882" v="314"/>
          <ac:spMkLst>
            <pc:docMk/>
            <pc:sldMk cId="807522402" sldId="460"/>
            <ac:spMk id="4" creationId="{37AC2C57-33AC-469A-92B1-303BD18AB11B}"/>
          </ac:spMkLst>
        </pc:spChg>
        <pc:spChg chg="mod">
          <ac:chgData name="Pelin    MUTANGUHA" userId="S::p.mutanguha@ur.ac.rw::42f5dea1-1a3c-4dcb-8338-5209a23519f5" providerId="AD" clId="Web-{37E50B4E-F641-BFD9-5048-D4E496CDFA7B}" dt="2021-07-27T12:12:07.882" v="314"/>
          <ac:spMkLst>
            <pc:docMk/>
            <pc:sldMk cId="807522402" sldId="460"/>
            <ac:spMk id="5" creationId="{A4DDCBE2-02E6-4472-AFD5-EC0C8A2827BE}"/>
          </ac:spMkLst>
        </pc:spChg>
        <pc:spChg chg="add">
          <ac:chgData name="Pelin    MUTANGUHA" userId="S::p.mutanguha@ur.ac.rw::42f5dea1-1a3c-4dcb-8338-5209a23519f5" providerId="AD" clId="Web-{37E50B4E-F641-BFD9-5048-D4E496CDFA7B}" dt="2021-07-27T12:12:07.882" v="314"/>
          <ac:spMkLst>
            <pc:docMk/>
            <pc:sldMk cId="807522402" sldId="460"/>
            <ac:spMk id="12" creationId="{416A0E3C-60E6-4F39-BC55-5F7C224E1F7C}"/>
          </ac:spMkLst>
        </pc:spChg>
        <pc:spChg chg="add">
          <ac:chgData name="Pelin    MUTANGUHA" userId="S::p.mutanguha@ur.ac.rw::42f5dea1-1a3c-4dcb-8338-5209a23519f5" providerId="AD" clId="Web-{37E50B4E-F641-BFD9-5048-D4E496CDFA7B}" dt="2021-07-27T12:12:07.882" v="314"/>
          <ac:spMkLst>
            <pc:docMk/>
            <pc:sldMk cId="807522402" sldId="460"/>
            <ac:spMk id="16" creationId="{E844E128-FF69-4E9F-8327-6B504B3C5AE1}"/>
          </ac:spMkLst>
        </pc:spChg>
        <pc:picChg chg="add mod">
          <ac:chgData name="Pelin    MUTANGUHA" userId="S::p.mutanguha@ur.ac.rw::42f5dea1-1a3c-4dcb-8338-5209a23519f5" providerId="AD" clId="Web-{37E50B4E-F641-BFD9-5048-D4E496CDFA7B}" dt="2021-07-27T12:12:07.882" v="314"/>
          <ac:picMkLst>
            <pc:docMk/>
            <pc:sldMk cId="807522402" sldId="460"/>
            <ac:picMk id="6" creationId="{AA5360B5-BB17-4F8E-A438-709F58A4EB31}"/>
          </ac:picMkLst>
        </pc:picChg>
        <pc:picChg chg="add mod">
          <ac:chgData name="Pelin    MUTANGUHA" userId="S::p.mutanguha@ur.ac.rw::42f5dea1-1a3c-4dcb-8338-5209a23519f5" providerId="AD" clId="Web-{37E50B4E-F641-BFD9-5048-D4E496CDFA7B}" dt="2021-07-27T12:12:07.882" v="314"/>
          <ac:picMkLst>
            <pc:docMk/>
            <pc:sldMk cId="807522402" sldId="460"/>
            <ac:picMk id="7" creationId="{F0C173EB-5FD5-4F58-BBF2-5127C496FAF7}"/>
          </ac:picMkLst>
        </pc:picChg>
        <pc:cxnChg chg="add">
          <ac:chgData name="Pelin    MUTANGUHA" userId="S::p.mutanguha@ur.ac.rw::42f5dea1-1a3c-4dcb-8338-5209a23519f5" providerId="AD" clId="Web-{37E50B4E-F641-BFD9-5048-D4E496CDFA7B}" dt="2021-07-27T12:12:07.882" v="314"/>
          <ac:cxnSpMkLst>
            <pc:docMk/>
            <pc:sldMk cId="807522402" sldId="460"/>
            <ac:cxnSpMk id="14" creationId="{C5025DAC-8B93-4160-B017-3A274A5828C0}"/>
          </ac:cxnSpMkLst>
        </pc:cxnChg>
        <pc:cxnChg chg="add">
          <ac:chgData name="Pelin    MUTANGUHA" userId="S::p.mutanguha@ur.ac.rw::42f5dea1-1a3c-4dcb-8338-5209a23519f5" providerId="AD" clId="Web-{37E50B4E-F641-BFD9-5048-D4E496CDFA7B}" dt="2021-07-27T12:12:07.882" v="314"/>
          <ac:cxnSpMkLst>
            <pc:docMk/>
            <pc:sldMk cId="807522402" sldId="460"/>
            <ac:cxnSpMk id="18" creationId="{055CEADF-09EA-423C-8C45-F94AF44D5AF0}"/>
          </ac:cxnSpMkLst>
        </pc:cxnChg>
      </pc:sldChg>
    </pc:docChg>
  </pc:docChgLst>
  <pc:docChgLst>
    <pc:chgData name="Pelin    MUTANGUHA" userId="S::p.mutanguha@ur.ac.rw::42f5dea1-1a3c-4dcb-8338-5209a23519f5" providerId="AD" clId="Web-{7699CE18-781A-3747-B658-2C8DD49639AE}"/>
    <pc:docChg chg="addSld delSld modSld">
      <pc:chgData name="Pelin    MUTANGUHA" userId="S::p.mutanguha@ur.ac.rw::42f5dea1-1a3c-4dcb-8338-5209a23519f5" providerId="AD" clId="Web-{7699CE18-781A-3747-B658-2C8DD49639AE}" dt="2022-06-20T18:43:42.784" v="1295"/>
      <pc:docMkLst>
        <pc:docMk/>
      </pc:docMkLst>
      <pc:sldChg chg="modSp">
        <pc:chgData name="Pelin    MUTANGUHA" userId="S::p.mutanguha@ur.ac.rw::42f5dea1-1a3c-4dcb-8338-5209a23519f5" providerId="AD" clId="Web-{7699CE18-781A-3747-B658-2C8DD49639AE}" dt="2022-06-20T17:55:52.121" v="1" actId="20577"/>
        <pc:sldMkLst>
          <pc:docMk/>
          <pc:sldMk cId="1833365833" sldId="343"/>
        </pc:sldMkLst>
        <pc:spChg chg="mod">
          <ac:chgData name="Pelin    MUTANGUHA" userId="S::p.mutanguha@ur.ac.rw::42f5dea1-1a3c-4dcb-8338-5209a23519f5" providerId="AD" clId="Web-{7699CE18-781A-3747-B658-2C8DD49639AE}" dt="2022-06-20T17:55:52.121" v="1" actId="20577"/>
          <ac:spMkLst>
            <pc:docMk/>
            <pc:sldMk cId="1833365833" sldId="343"/>
            <ac:spMk id="4" creationId="{5B7AEFB0-51F2-5449-996C-73382891D2F9}"/>
          </ac:spMkLst>
        </pc:spChg>
      </pc:sldChg>
      <pc:sldChg chg="modSp new">
        <pc:chgData name="Pelin    MUTANGUHA" userId="S::p.mutanguha@ur.ac.rw::42f5dea1-1a3c-4dcb-8338-5209a23519f5" providerId="AD" clId="Web-{7699CE18-781A-3747-B658-2C8DD49639AE}" dt="2022-06-20T18:05:18.072" v="207" actId="20577"/>
        <pc:sldMkLst>
          <pc:docMk/>
          <pc:sldMk cId="1744517335" sldId="461"/>
        </pc:sldMkLst>
        <pc:spChg chg="mod">
          <ac:chgData name="Pelin    MUTANGUHA" userId="S::p.mutanguha@ur.ac.rw::42f5dea1-1a3c-4dcb-8338-5209a23519f5" providerId="AD" clId="Web-{7699CE18-781A-3747-B658-2C8DD49639AE}" dt="2022-06-20T18:05:18.072" v="207" actId="20577"/>
          <ac:spMkLst>
            <pc:docMk/>
            <pc:sldMk cId="1744517335" sldId="461"/>
            <ac:spMk id="2" creationId="{925DB054-C384-7A1B-18AC-5255AD3E15DF}"/>
          </ac:spMkLst>
        </pc:spChg>
      </pc:sldChg>
      <pc:sldChg chg="addSp modSp new">
        <pc:chgData name="Pelin    MUTANGUHA" userId="S::p.mutanguha@ur.ac.rw::42f5dea1-1a3c-4dcb-8338-5209a23519f5" providerId="AD" clId="Web-{7699CE18-781A-3747-B658-2C8DD49639AE}" dt="2022-06-20T18:05:33.072" v="211" actId="20577"/>
        <pc:sldMkLst>
          <pc:docMk/>
          <pc:sldMk cId="1573359305" sldId="462"/>
        </pc:sldMkLst>
        <pc:spChg chg="mod">
          <ac:chgData name="Pelin    MUTANGUHA" userId="S::p.mutanguha@ur.ac.rw::42f5dea1-1a3c-4dcb-8338-5209a23519f5" providerId="AD" clId="Web-{7699CE18-781A-3747-B658-2C8DD49639AE}" dt="2022-06-20T18:05:33.072" v="211" actId="20577"/>
          <ac:spMkLst>
            <pc:docMk/>
            <pc:sldMk cId="1573359305" sldId="462"/>
            <ac:spMk id="2" creationId="{83CA1D49-BBE3-F9EE-9FD4-19DEE3D345DE}"/>
          </ac:spMkLst>
        </pc:spChg>
        <pc:spChg chg="mod">
          <ac:chgData name="Pelin    MUTANGUHA" userId="S::p.mutanguha@ur.ac.rw::42f5dea1-1a3c-4dcb-8338-5209a23519f5" providerId="AD" clId="Web-{7699CE18-781A-3747-B658-2C8DD49639AE}" dt="2022-06-20T17:56:52.669" v="25" actId="20577"/>
          <ac:spMkLst>
            <pc:docMk/>
            <pc:sldMk cId="1573359305" sldId="462"/>
            <ac:spMk id="4" creationId="{ACCCB3AE-2406-9157-ED55-4267EE8E878A}"/>
          </ac:spMkLst>
        </pc:spChg>
        <pc:picChg chg="add mod">
          <ac:chgData name="Pelin    MUTANGUHA" userId="S::p.mutanguha@ur.ac.rw::42f5dea1-1a3c-4dcb-8338-5209a23519f5" providerId="AD" clId="Web-{7699CE18-781A-3747-B658-2C8DD49639AE}" dt="2022-06-20T17:57:51.452" v="52" actId="1076"/>
          <ac:picMkLst>
            <pc:docMk/>
            <pc:sldMk cId="1573359305" sldId="462"/>
            <ac:picMk id="5" creationId="{0E9DD75D-7392-F020-EFAE-8DC14CFE1527}"/>
          </ac:picMkLst>
        </pc:picChg>
      </pc:sldChg>
      <pc:sldChg chg="new del">
        <pc:chgData name="Pelin    MUTANGUHA" userId="S::p.mutanguha@ur.ac.rw::42f5dea1-1a3c-4dcb-8338-5209a23519f5" providerId="AD" clId="Web-{7699CE18-781A-3747-B658-2C8DD49639AE}" dt="2022-06-20T17:58:52.172" v="57"/>
        <pc:sldMkLst>
          <pc:docMk/>
          <pc:sldMk cId="2187961060" sldId="463"/>
        </pc:sldMkLst>
      </pc:sldChg>
      <pc:sldChg chg="new del">
        <pc:chgData name="Pelin    MUTANGUHA" userId="S::p.mutanguha@ur.ac.rw::42f5dea1-1a3c-4dcb-8338-5209a23519f5" providerId="AD" clId="Web-{7699CE18-781A-3747-B658-2C8DD49639AE}" dt="2022-06-20T17:58:35.984" v="54"/>
        <pc:sldMkLst>
          <pc:docMk/>
          <pc:sldMk cId="3819292713" sldId="463"/>
        </pc:sldMkLst>
      </pc:sldChg>
      <pc:sldChg chg="addSp modSp new">
        <pc:chgData name="Pelin    MUTANGUHA" userId="S::p.mutanguha@ur.ac.rw::42f5dea1-1a3c-4dcb-8338-5209a23519f5" providerId="AD" clId="Web-{7699CE18-781A-3747-B658-2C8DD49639AE}" dt="2022-06-20T18:00:40.018" v="78" actId="1076"/>
        <pc:sldMkLst>
          <pc:docMk/>
          <pc:sldMk cId="958885019" sldId="464"/>
        </pc:sldMkLst>
        <pc:spChg chg="mod">
          <ac:chgData name="Pelin    MUTANGUHA" userId="S::p.mutanguha@ur.ac.rw::42f5dea1-1a3c-4dcb-8338-5209a23519f5" providerId="AD" clId="Web-{7699CE18-781A-3747-B658-2C8DD49639AE}" dt="2022-06-20T18:00:13.502" v="69" actId="20577"/>
          <ac:spMkLst>
            <pc:docMk/>
            <pc:sldMk cId="958885019" sldId="464"/>
            <ac:spMk id="2" creationId="{2112B141-7210-379F-A783-765CED37E3A8}"/>
          </ac:spMkLst>
        </pc:spChg>
        <pc:spChg chg="mod">
          <ac:chgData name="Pelin    MUTANGUHA" userId="S::p.mutanguha@ur.ac.rw::42f5dea1-1a3c-4dcb-8338-5209a23519f5" providerId="AD" clId="Web-{7699CE18-781A-3747-B658-2C8DD49639AE}" dt="2022-06-20T17:59:23.454" v="63" actId="20577"/>
          <ac:spMkLst>
            <pc:docMk/>
            <pc:sldMk cId="958885019" sldId="464"/>
            <ac:spMk id="4" creationId="{4402001C-39E5-A22D-52B8-DE60EAE64F59}"/>
          </ac:spMkLst>
        </pc:spChg>
        <pc:picChg chg="add mod">
          <ac:chgData name="Pelin    MUTANGUHA" userId="S::p.mutanguha@ur.ac.rw::42f5dea1-1a3c-4dcb-8338-5209a23519f5" providerId="AD" clId="Web-{7699CE18-781A-3747-B658-2C8DD49639AE}" dt="2022-06-20T18:00:40.018" v="78" actId="1076"/>
          <ac:picMkLst>
            <pc:docMk/>
            <pc:sldMk cId="958885019" sldId="464"/>
            <ac:picMk id="5" creationId="{1B4ADF82-3311-D546-C2DA-AA265CA18A18}"/>
          </ac:picMkLst>
        </pc:picChg>
      </pc:sldChg>
      <pc:sldChg chg="addSp modSp new">
        <pc:chgData name="Pelin    MUTANGUHA" userId="S::p.mutanguha@ur.ac.rw::42f5dea1-1a3c-4dcb-8338-5209a23519f5" providerId="AD" clId="Web-{7699CE18-781A-3747-B658-2C8DD49639AE}" dt="2022-06-20T18:03:25.366" v="142" actId="14100"/>
        <pc:sldMkLst>
          <pc:docMk/>
          <pc:sldMk cId="1132537968" sldId="465"/>
        </pc:sldMkLst>
        <pc:spChg chg="mod">
          <ac:chgData name="Pelin    MUTANGUHA" userId="S::p.mutanguha@ur.ac.rw::42f5dea1-1a3c-4dcb-8338-5209a23519f5" providerId="AD" clId="Web-{7699CE18-781A-3747-B658-2C8DD49639AE}" dt="2022-06-20T18:03:19.194" v="140" actId="14100"/>
          <ac:spMkLst>
            <pc:docMk/>
            <pc:sldMk cId="1132537968" sldId="465"/>
            <ac:spMk id="2" creationId="{CAEF5BCF-8E6B-4621-B294-6C801E86E984}"/>
          </ac:spMkLst>
        </pc:spChg>
        <pc:spChg chg="mod">
          <ac:chgData name="Pelin    MUTANGUHA" userId="S::p.mutanguha@ur.ac.rw::42f5dea1-1a3c-4dcb-8338-5209a23519f5" providerId="AD" clId="Web-{7699CE18-781A-3747-B658-2C8DD49639AE}" dt="2022-06-20T18:01:23.285" v="82" actId="20577"/>
          <ac:spMkLst>
            <pc:docMk/>
            <pc:sldMk cId="1132537968" sldId="465"/>
            <ac:spMk id="4" creationId="{4AA05A3D-8DEA-4B62-FB2E-088C34EEFE11}"/>
          </ac:spMkLst>
        </pc:spChg>
        <pc:picChg chg="add mod">
          <ac:chgData name="Pelin    MUTANGUHA" userId="S::p.mutanguha@ur.ac.rw::42f5dea1-1a3c-4dcb-8338-5209a23519f5" providerId="AD" clId="Web-{7699CE18-781A-3747-B658-2C8DD49639AE}" dt="2022-06-20T18:03:25.366" v="142" actId="14100"/>
          <ac:picMkLst>
            <pc:docMk/>
            <pc:sldMk cId="1132537968" sldId="465"/>
            <ac:picMk id="5" creationId="{0680723A-35E7-BD96-D3D1-EB5495A44EFF}"/>
          </ac:picMkLst>
        </pc:picChg>
      </pc:sldChg>
      <pc:sldChg chg="modSp new">
        <pc:chgData name="Pelin    MUTANGUHA" userId="S::p.mutanguha@ur.ac.rw::42f5dea1-1a3c-4dcb-8338-5209a23519f5" providerId="AD" clId="Web-{7699CE18-781A-3747-B658-2C8DD49639AE}" dt="2022-06-20T18:14:22.726" v="573" actId="20577"/>
        <pc:sldMkLst>
          <pc:docMk/>
          <pc:sldMk cId="3430564370" sldId="466"/>
        </pc:sldMkLst>
        <pc:spChg chg="mod">
          <ac:chgData name="Pelin    MUTANGUHA" userId="S::p.mutanguha@ur.ac.rw::42f5dea1-1a3c-4dcb-8338-5209a23519f5" providerId="AD" clId="Web-{7699CE18-781A-3747-B658-2C8DD49639AE}" dt="2022-06-20T18:14:22.726" v="573" actId="20577"/>
          <ac:spMkLst>
            <pc:docMk/>
            <pc:sldMk cId="3430564370" sldId="466"/>
            <ac:spMk id="2" creationId="{94F41347-2E7D-BDBB-86E4-26DC77EA2821}"/>
          </ac:spMkLst>
        </pc:spChg>
        <pc:spChg chg="mod">
          <ac:chgData name="Pelin    MUTANGUHA" userId="S::p.mutanguha@ur.ac.rw::42f5dea1-1a3c-4dcb-8338-5209a23519f5" providerId="AD" clId="Web-{7699CE18-781A-3747-B658-2C8DD49639AE}" dt="2022-06-20T18:06:10.761" v="218" actId="20577"/>
          <ac:spMkLst>
            <pc:docMk/>
            <pc:sldMk cId="3430564370" sldId="466"/>
            <ac:spMk id="4" creationId="{EEFFD36C-3FFB-82FE-9F32-7BF0374CA04C}"/>
          </ac:spMkLst>
        </pc:spChg>
      </pc:sldChg>
      <pc:sldChg chg="addSp modSp new mod setBg">
        <pc:chgData name="Pelin    MUTANGUHA" userId="S::p.mutanguha@ur.ac.rw::42f5dea1-1a3c-4dcb-8338-5209a23519f5" providerId="AD" clId="Web-{7699CE18-781A-3747-B658-2C8DD49639AE}" dt="2022-06-20T18:43:42.784" v="1295"/>
        <pc:sldMkLst>
          <pc:docMk/>
          <pc:sldMk cId="3922055040" sldId="467"/>
        </pc:sldMkLst>
        <pc:spChg chg="mod">
          <ac:chgData name="Pelin    MUTANGUHA" userId="S::p.mutanguha@ur.ac.rw::42f5dea1-1a3c-4dcb-8338-5209a23519f5" providerId="AD" clId="Web-{7699CE18-781A-3747-B658-2C8DD49639AE}" dt="2022-06-20T18:43:42.784" v="1295"/>
          <ac:spMkLst>
            <pc:docMk/>
            <pc:sldMk cId="3922055040" sldId="467"/>
            <ac:spMk id="2" creationId="{03835200-6E41-2E6E-8D98-5381785A74E0}"/>
          </ac:spMkLst>
        </pc:spChg>
        <pc:spChg chg="mod">
          <ac:chgData name="Pelin    MUTANGUHA" userId="S::p.mutanguha@ur.ac.rw::42f5dea1-1a3c-4dcb-8338-5209a23519f5" providerId="AD" clId="Web-{7699CE18-781A-3747-B658-2C8DD49639AE}" dt="2022-06-20T18:43:42.784" v="1295"/>
          <ac:spMkLst>
            <pc:docMk/>
            <pc:sldMk cId="3922055040" sldId="467"/>
            <ac:spMk id="3" creationId="{D90F1A53-634A-E394-8EF7-3CB5CD76E30F}"/>
          </ac:spMkLst>
        </pc:spChg>
        <pc:spChg chg="mod ord">
          <ac:chgData name="Pelin    MUTANGUHA" userId="S::p.mutanguha@ur.ac.rw::42f5dea1-1a3c-4dcb-8338-5209a23519f5" providerId="AD" clId="Web-{7699CE18-781A-3747-B658-2C8DD49639AE}" dt="2022-06-20T18:43:42.784" v="1295"/>
          <ac:spMkLst>
            <pc:docMk/>
            <pc:sldMk cId="3922055040" sldId="467"/>
            <ac:spMk id="4" creationId="{A038C9B1-1180-8E0C-2C2D-9CBB5082B821}"/>
          </ac:spMkLst>
        </pc:spChg>
        <pc:spChg chg="add">
          <ac:chgData name="Pelin    MUTANGUHA" userId="S::p.mutanguha@ur.ac.rw::42f5dea1-1a3c-4dcb-8338-5209a23519f5" providerId="AD" clId="Web-{7699CE18-781A-3747-B658-2C8DD49639AE}" dt="2022-06-20T18:43:42.784" v="1295"/>
          <ac:spMkLst>
            <pc:docMk/>
            <pc:sldMk cId="3922055040" sldId="467"/>
            <ac:spMk id="9" creationId="{416A0E3C-60E6-4F39-BC55-5F7C224E1F7C}"/>
          </ac:spMkLst>
        </pc:spChg>
        <pc:spChg chg="add">
          <ac:chgData name="Pelin    MUTANGUHA" userId="S::p.mutanguha@ur.ac.rw::42f5dea1-1a3c-4dcb-8338-5209a23519f5" providerId="AD" clId="Web-{7699CE18-781A-3747-B658-2C8DD49639AE}" dt="2022-06-20T18:43:42.784" v="1295"/>
          <ac:spMkLst>
            <pc:docMk/>
            <pc:sldMk cId="3922055040" sldId="467"/>
            <ac:spMk id="13" creationId="{3741B58E-3B65-4A01-A276-975AB2CF8A08}"/>
          </ac:spMkLst>
        </pc:spChg>
        <pc:spChg chg="add">
          <ac:chgData name="Pelin    MUTANGUHA" userId="S::p.mutanguha@ur.ac.rw::42f5dea1-1a3c-4dcb-8338-5209a23519f5" providerId="AD" clId="Web-{7699CE18-781A-3747-B658-2C8DD49639AE}" dt="2022-06-20T18:43:42.784" v="1295"/>
          <ac:spMkLst>
            <pc:docMk/>
            <pc:sldMk cId="3922055040" sldId="467"/>
            <ac:spMk id="15" creationId="{7AAC67C3-831B-4AB1-A259-DFB839CAFAFC}"/>
          </ac:spMkLst>
        </pc:spChg>
        <pc:cxnChg chg="add">
          <ac:chgData name="Pelin    MUTANGUHA" userId="S::p.mutanguha@ur.ac.rw::42f5dea1-1a3c-4dcb-8338-5209a23519f5" providerId="AD" clId="Web-{7699CE18-781A-3747-B658-2C8DD49639AE}" dt="2022-06-20T18:43:42.784" v="1295"/>
          <ac:cxnSpMkLst>
            <pc:docMk/>
            <pc:sldMk cId="3922055040" sldId="467"/>
            <ac:cxnSpMk id="11" creationId="{C5025DAC-8B93-4160-B017-3A274A5828C0}"/>
          </ac:cxnSpMkLst>
        </pc:cxnChg>
      </pc:sldChg>
      <pc:sldChg chg="modSp new">
        <pc:chgData name="Pelin    MUTANGUHA" userId="S::p.mutanguha@ur.ac.rw::42f5dea1-1a3c-4dcb-8338-5209a23519f5" providerId="AD" clId="Web-{7699CE18-781A-3747-B658-2C8DD49639AE}" dt="2022-06-20T18:20:51.407" v="798" actId="20577"/>
        <pc:sldMkLst>
          <pc:docMk/>
          <pc:sldMk cId="31603249" sldId="468"/>
        </pc:sldMkLst>
        <pc:spChg chg="mod">
          <ac:chgData name="Pelin    MUTANGUHA" userId="S::p.mutanguha@ur.ac.rw::42f5dea1-1a3c-4dcb-8338-5209a23519f5" providerId="AD" clId="Web-{7699CE18-781A-3747-B658-2C8DD49639AE}" dt="2022-06-20T18:20:51.407" v="798" actId="20577"/>
          <ac:spMkLst>
            <pc:docMk/>
            <pc:sldMk cId="31603249" sldId="468"/>
            <ac:spMk id="2" creationId="{ABF3C47D-F68A-1B25-1E16-A9D3C07D0A7A}"/>
          </ac:spMkLst>
        </pc:spChg>
        <pc:spChg chg="mod">
          <ac:chgData name="Pelin    MUTANGUHA" userId="S::p.mutanguha@ur.ac.rw::42f5dea1-1a3c-4dcb-8338-5209a23519f5" providerId="AD" clId="Web-{7699CE18-781A-3747-B658-2C8DD49639AE}" dt="2022-06-20T18:15:45.196" v="582" actId="20577"/>
          <ac:spMkLst>
            <pc:docMk/>
            <pc:sldMk cId="31603249" sldId="468"/>
            <ac:spMk id="4" creationId="{3A10FE3F-BCA7-2BAF-0C75-5A0F2EF7A61B}"/>
          </ac:spMkLst>
        </pc:spChg>
      </pc:sldChg>
      <pc:sldChg chg="addSp modSp new mod setBg">
        <pc:chgData name="Pelin    MUTANGUHA" userId="S::p.mutanguha@ur.ac.rw::42f5dea1-1a3c-4dcb-8338-5209a23519f5" providerId="AD" clId="Web-{7699CE18-781A-3747-B658-2C8DD49639AE}" dt="2022-06-20T18:43:34.362" v="1294"/>
        <pc:sldMkLst>
          <pc:docMk/>
          <pc:sldMk cId="3442745790" sldId="469"/>
        </pc:sldMkLst>
        <pc:spChg chg="mod">
          <ac:chgData name="Pelin    MUTANGUHA" userId="S::p.mutanguha@ur.ac.rw::42f5dea1-1a3c-4dcb-8338-5209a23519f5" providerId="AD" clId="Web-{7699CE18-781A-3747-B658-2C8DD49639AE}" dt="2022-06-20T18:43:34.362" v="1294"/>
          <ac:spMkLst>
            <pc:docMk/>
            <pc:sldMk cId="3442745790" sldId="469"/>
            <ac:spMk id="2" creationId="{17C310EF-BA77-4FB6-ECDD-C625CDC8671D}"/>
          </ac:spMkLst>
        </pc:spChg>
        <pc:spChg chg="mod">
          <ac:chgData name="Pelin    MUTANGUHA" userId="S::p.mutanguha@ur.ac.rw::42f5dea1-1a3c-4dcb-8338-5209a23519f5" providerId="AD" clId="Web-{7699CE18-781A-3747-B658-2C8DD49639AE}" dt="2022-06-20T18:43:34.362" v="1294"/>
          <ac:spMkLst>
            <pc:docMk/>
            <pc:sldMk cId="3442745790" sldId="469"/>
            <ac:spMk id="3" creationId="{450439B8-4E6E-2CF5-C6B9-4F278BEABBD8}"/>
          </ac:spMkLst>
        </pc:spChg>
        <pc:spChg chg="mod ord">
          <ac:chgData name="Pelin    MUTANGUHA" userId="S::p.mutanguha@ur.ac.rw::42f5dea1-1a3c-4dcb-8338-5209a23519f5" providerId="AD" clId="Web-{7699CE18-781A-3747-B658-2C8DD49639AE}" dt="2022-06-20T18:43:34.362" v="1294"/>
          <ac:spMkLst>
            <pc:docMk/>
            <pc:sldMk cId="3442745790" sldId="469"/>
            <ac:spMk id="4" creationId="{938795D0-2980-A871-2D7B-A444D30FC506}"/>
          </ac:spMkLst>
        </pc:spChg>
        <pc:spChg chg="add">
          <ac:chgData name="Pelin    MUTANGUHA" userId="S::p.mutanguha@ur.ac.rw::42f5dea1-1a3c-4dcb-8338-5209a23519f5" providerId="AD" clId="Web-{7699CE18-781A-3747-B658-2C8DD49639AE}" dt="2022-06-20T18:43:34.362" v="1294"/>
          <ac:spMkLst>
            <pc:docMk/>
            <pc:sldMk cId="3442745790" sldId="469"/>
            <ac:spMk id="9" creationId="{416A0E3C-60E6-4F39-BC55-5F7C224E1F7C}"/>
          </ac:spMkLst>
        </pc:spChg>
        <pc:spChg chg="add">
          <ac:chgData name="Pelin    MUTANGUHA" userId="S::p.mutanguha@ur.ac.rw::42f5dea1-1a3c-4dcb-8338-5209a23519f5" providerId="AD" clId="Web-{7699CE18-781A-3747-B658-2C8DD49639AE}" dt="2022-06-20T18:43:34.362" v="1294"/>
          <ac:spMkLst>
            <pc:docMk/>
            <pc:sldMk cId="3442745790" sldId="469"/>
            <ac:spMk id="13" creationId="{3741B58E-3B65-4A01-A276-975AB2CF8A08}"/>
          </ac:spMkLst>
        </pc:spChg>
        <pc:spChg chg="add">
          <ac:chgData name="Pelin    MUTANGUHA" userId="S::p.mutanguha@ur.ac.rw::42f5dea1-1a3c-4dcb-8338-5209a23519f5" providerId="AD" clId="Web-{7699CE18-781A-3747-B658-2C8DD49639AE}" dt="2022-06-20T18:43:34.362" v="1294"/>
          <ac:spMkLst>
            <pc:docMk/>
            <pc:sldMk cId="3442745790" sldId="469"/>
            <ac:spMk id="15" creationId="{7AAC67C3-831B-4AB1-A259-DFB839CAFAFC}"/>
          </ac:spMkLst>
        </pc:spChg>
        <pc:cxnChg chg="add">
          <ac:chgData name="Pelin    MUTANGUHA" userId="S::p.mutanguha@ur.ac.rw::42f5dea1-1a3c-4dcb-8338-5209a23519f5" providerId="AD" clId="Web-{7699CE18-781A-3747-B658-2C8DD49639AE}" dt="2022-06-20T18:43:34.362" v="1294"/>
          <ac:cxnSpMkLst>
            <pc:docMk/>
            <pc:sldMk cId="3442745790" sldId="469"/>
            <ac:cxnSpMk id="11" creationId="{C5025DAC-8B93-4160-B017-3A274A5828C0}"/>
          </ac:cxnSpMkLst>
        </pc:cxnChg>
      </pc:sldChg>
    </pc:docChg>
  </pc:docChgLst>
  <pc:docChgLst>
    <pc:chgData name="Pelin    MUTANGUHA" userId="S::p.mutanguha@ur.ac.rw::42f5dea1-1a3c-4dcb-8338-5209a23519f5" providerId="AD" clId="Web-{11029019-3E8A-07CF-8D26-B639B0704460}"/>
    <pc:docChg chg="modSld">
      <pc:chgData name="Pelin    MUTANGUHA" userId="S::p.mutanguha@ur.ac.rw::42f5dea1-1a3c-4dcb-8338-5209a23519f5" providerId="AD" clId="Web-{11029019-3E8A-07CF-8D26-B639B0704460}" dt="2021-07-19T13:17:25.933" v="139" actId="20577"/>
      <pc:docMkLst>
        <pc:docMk/>
      </pc:docMkLst>
      <pc:sldChg chg="modSp">
        <pc:chgData name="Pelin    MUTANGUHA" userId="S::p.mutanguha@ur.ac.rw::42f5dea1-1a3c-4dcb-8338-5209a23519f5" providerId="AD" clId="Web-{11029019-3E8A-07CF-8D26-B639B0704460}" dt="2021-07-19T13:02:53.906" v="6" actId="20577"/>
        <pc:sldMkLst>
          <pc:docMk/>
          <pc:sldMk cId="971976701" sldId="350"/>
        </pc:sldMkLst>
        <pc:spChg chg="mod">
          <ac:chgData name="Pelin    MUTANGUHA" userId="S::p.mutanguha@ur.ac.rw::42f5dea1-1a3c-4dcb-8338-5209a23519f5" providerId="AD" clId="Web-{11029019-3E8A-07CF-8D26-B639B0704460}" dt="2021-07-19T13:02:53.906" v="6" actId="20577"/>
          <ac:spMkLst>
            <pc:docMk/>
            <pc:sldMk cId="971976701" sldId="350"/>
            <ac:spMk id="2" creationId="{9343F320-9370-49A2-9471-CBEB6435CBED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02:48.392" v="3" actId="20577"/>
        <pc:sldMkLst>
          <pc:docMk/>
          <pc:sldMk cId="3174826932" sldId="356"/>
        </pc:sldMkLst>
        <pc:spChg chg="mod">
          <ac:chgData name="Pelin    MUTANGUHA" userId="S::p.mutanguha@ur.ac.rw::42f5dea1-1a3c-4dcb-8338-5209a23519f5" providerId="AD" clId="Web-{11029019-3E8A-07CF-8D26-B639B0704460}" dt="2021-07-19T13:02:48.392" v="3" actId="20577"/>
          <ac:spMkLst>
            <pc:docMk/>
            <pc:sldMk cId="3174826932" sldId="356"/>
            <ac:spMk id="4" creationId="{F0BDD32B-2F94-4382-AF4C-A87977C181D9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03:01.390" v="9" actId="20577"/>
        <pc:sldMkLst>
          <pc:docMk/>
          <pc:sldMk cId="3027751936" sldId="357"/>
        </pc:sldMkLst>
        <pc:spChg chg="mod">
          <ac:chgData name="Pelin    MUTANGUHA" userId="S::p.mutanguha@ur.ac.rw::42f5dea1-1a3c-4dcb-8338-5209a23519f5" providerId="AD" clId="Web-{11029019-3E8A-07CF-8D26-B639B0704460}" dt="2021-07-19T13:03:01.390" v="9" actId="20577"/>
          <ac:spMkLst>
            <pc:docMk/>
            <pc:sldMk cId="3027751936" sldId="357"/>
            <ac:spMk id="4" creationId="{8E955C46-EAEA-4F34-A5E6-774EB0BC469B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2:14.189" v="25" actId="20577"/>
        <pc:sldMkLst>
          <pc:docMk/>
          <pc:sldMk cId="2572965505" sldId="359"/>
        </pc:sldMkLst>
        <pc:spChg chg="mod">
          <ac:chgData name="Pelin    MUTANGUHA" userId="S::p.mutanguha@ur.ac.rw::42f5dea1-1a3c-4dcb-8338-5209a23519f5" providerId="AD" clId="Web-{11029019-3E8A-07CF-8D26-B639B0704460}" dt="2021-07-19T13:12:14.189" v="25" actId="20577"/>
          <ac:spMkLst>
            <pc:docMk/>
            <pc:sldMk cId="2572965505" sldId="359"/>
            <ac:spMk id="4" creationId="{F5F4F5D1-0F4A-4D26-8368-350113FBE124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2:26.408" v="30" actId="20577"/>
        <pc:sldMkLst>
          <pc:docMk/>
          <pc:sldMk cId="3202129421" sldId="360"/>
        </pc:sldMkLst>
        <pc:spChg chg="mod">
          <ac:chgData name="Pelin    MUTANGUHA" userId="S::p.mutanguha@ur.ac.rw::42f5dea1-1a3c-4dcb-8338-5209a23519f5" providerId="AD" clId="Web-{11029019-3E8A-07CF-8D26-B639B0704460}" dt="2021-07-19T13:12:26.408" v="30" actId="20577"/>
          <ac:spMkLst>
            <pc:docMk/>
            <pc:sldMk cId="3202129421" sldId="360"/>
            <ac:spMk id="3" creationId="{EB9827A1-835E-41FC-A06F-518C4B4A21BB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2:37.455" v="35" actId="20577"/>
        <pc:sldMkLst>
          <pc:docMk/>
          <pc:sldMk cId="3985654201" sldId="361"/>
        </pc:sldMkLst>
        <pc:spChg chg="mod">
          <ac:chgData name="Pelin    MUTANGUHA" userId="S::p.mutanguha@ur.ac.rw::42f5dea1-1a3c-4dcb-8338-5209a23519f5" providerId="AD" clId="Web-{11029019-3E8A-07CF-8D26-B639B0704460}" dt="2021-07-19T13:12:37.455" v="35" actId="20577"/>
          <ac:spMkLst>
            <pc:docMk/>
            <pc:sldMk cId="3985654201" sldId="361"/>
            <ac:spMk id="4" creationId="{0051090D-C506-4180-AB46-5305230C21EF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2:54.471" v="36" actId="20577"/>
        <pc:sldMkLst>
          <pc:docMk/>
          <pc:sldMk cId="3827741604" sldId="362"/>
        </pc:sldMkLst>
        <pc:spChg chg="mod">
          <ac:chgData name="Pelin    MUTANGUHA" userId="S::p.mutanguha@ur.ac.rw::42f5dea1-1a3c-4dcb-8338-5209a23519f5" providerId="AD" clId="Web-{11029019-3E8A-07CF-8D26-B639B0704460}" dt="2021-07-19T13:12:54.471" v="36" actId="20577"/>
          <ac:spMkLst>
            <pc:docMk/>
            <pc:sldMk cId="3827741604" sldId="362"/>
            <ac:spMk id="4" creationId="{D671A444-A93D-4456-9875-56ACC081FE69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3:01.878" v="40" actId="20577"/>
        <pc:sldMkLst>
          <pc:docMk/>
          <pc:sldMk cId="536662039" sldId="363"/>
        </pc:sldMkLst>
        <pc:spChg chg="mod">
          <ac:chgData name="Pelin    MUTANGUHA" userId="S::p.mutanguha@ur.ac.rw::42f5dea1-1a3c-4dcb-8338-5209a23519f5" providerId="AD" clId="Web-{11029019-3E8A-07CF-8D26-B639B0704460}" dt="2021-07-19T13:13:01.878" v="40" actId="20577"/>
          <ac:spMkLst>
            <pc:docMk/>
            <pc:sldMk cId="536662039" sldId="363"/>
            <ac:spMk id="4" creationId="{D9EF90F7-6C2B-43ED-A512-9D9E250D4FA5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4:57.053" v="83" actId="20577"/>
        <pc:sldMkLst>
          <pc:docMk/>
          <pc:sldMk cId="2783428086" sldId="366"/>
        </pc:sldMkLst>
        <pc:spChg chg="mod">
          <ac:chgData name="Pelin    MUTANGUHA" userId="S::p.mutanguha@ur.ac.rw::42f5dea1-1a3c-4dcb-8338-5209a23519f5" providerId="AD" clId="Web-{11029019-3E8A-07CF-8D26-B639B0704460}" dt="2021-07-19T13:14:57.053" v="83" actId="20577"/>
          <ac:spMkLst>
            <pc:docMk/>
            <pc:sldMk cId="2783428086" sldId="366"/>
            <ac:spMk id="4" creationId="{014A79D2-C7B0-4B9A-83F7-120415C0B23A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03:12.891" v="12" actId="20577"/>
        <pc:sldMkLst>
          <pc:docMk/>
          <pc:sldMk cId="3045018261" sldId="370"/>
        </pc:sldMkLst>
        <pc:spChg chg="mod">
          <ac:chgData name="Pelin    MUTANGUHA" userId="S::p.mutanguha@ur.ac.rw::42f5dea1-1a3c-4dcb-8338-5209a23519f5" providerId="AD" clId="Web-{11029019-3E8A-07CF-8D26-B639B0704460}" dt="2021-07-19T13:03:12.891" v="12" actId="20577"/>
          <ac:spMkLst>
            <pc:docMk/>
            <pc:sldMk cId="3045018261" sldId="370"/>
            <ac:spMk id="4" creationId="{8E955C46-EAEA-4F34-A5E6-774EB0BC469B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03:20.438" v="17" actId="20577"/>
        <pc:sldMkLst>
          <pc:docMk/>
          <pc:sldMk cId="1661296005" sldId="371"/>
        </pc:sldMkLst>
        <pc:spChg chg="mod">
          <ac:chgData name="Pelin    MUTANGUHA" userId="S::p.mutanguha@ur.ac.rw::42f5dea1-1a3c-4dcb-8338-5209a23519f5" providerId="AD" clId="Web-{11029019-3E8A-07CF-8D26-B639B0704460}" dt="2021-07-19T13:03:20.438" v="17" actId="20577"/>
          <ac:spMkLst>
            <pc:docMk/>
            <pc:sldMk cId="1661296005" sldId="371"/>
            <ac:spMk id="3" creationId="{0E1D4D54-51E9-4894-A7CB-544B348E55FD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03:30.516" v="22" actId="20577"/>
        <pc:sldMkLst>
          <pc:docMk/>
          <pc:sldMk cId="3361967756" sldId="372"/>
        </pc:sldMkLst>
        <pc:spChg chg="mod">
          <ac:chgData name="Pelin    MUTANGUHA" userId="S::p.mutanguha@ur.ac.rw::42f5dea1-1a3c-4dcb-8338-5209a23519f5" providerId="AD" clId="Web-{11029019-3E8A-07CF-8D26-B639B0704460}" dt="2021-07-19T13:03:30.516" v="22" actId="20577"/>
          <ac:spMkLst>
            <pc:docMk/>
            <pc:sldMk cId="3361967756" sldId="372"/>
            <ac:spMk id="3" creationId="{ECABBED6-2251-4A6E-934B-F2C915133F87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3:11.722" v="41" actId="20577"/>
        <pc:sldMkLst>
          <pc:docMk/>
          <pc:sldMk cId="552978545" sldId="373"/>
        </pc:sldMkLst>
        <pc:spChg chg="mod">
          <ac:chgData name="Pelin    MUTANGUHA" userId="S::p.mutanguha@ur.ac.rw::42f5dea1-1a3c-4dcb-8338-5209a23519f5" providerId="AD" clId="Web-{11029019-3E8A-07CF-8D26-B639B0704460}" dt="2021-07-19T13:13:11.722" v="41" actId="20577"/>
          <ac:spMkLst>
            <pc:docMk/>
            <pc:sldMk cId="552978545" sldId="373"/>
            <ac:spMk id="3" creationId="{7321D778-EC78-4183-A46C-0827CE582F09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3:19.347" v="48" actId="20577"/>
        <pc:sldMkLst>
          <pc:docMk/>
          <pc:sldMk cId="4251629764" sldId="374"/>
        </pc:sldMkLst>
        <pc:spChg chg="mod">
          <ac:chgData name="Pelin    MUTANGUHA" userId="S::p.mutanguha@ur.ac.rw::42f5dea1-1a3c-4dcb-8338-5209a23519f5" providerId="AD" clId="Web-{11029019-3E8A-07CF-8D26-B639B0704460}" dt="2021-07-19T13:13:19.347" v="48" actId="20577"/>
          <ac:spMkLst>
            <pc:docMk/>
            <pc:sldMk cId="4251629764" sldId="374"/>
            <ac:spMk id="3" creationId="{5AAA3CC1-911A-49B0-9A1F-335E9961A706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3:28.457" v="52" actId="20577"/>
        <pc:sldMkLst>
          <pc:docMk/>
          <pc:sldMk cId="2262431992" sldId="375"/>
        </pc:sldMkLst>
        <pc:spChg chg="mod">
          <ac:chgData name="Pelin    MUTANGUHA" userId="S::p.mutanguha@ur.ac.rw::42f5dea1-1a3c-4dcb-8338-5209a23519f5" providerId="AD" clId="Web-{11029019-3E8A-07CF-8D26-B639B0704460}" dt="2021-07-19T13:13:28.457" v="52" actId="20577"/>
          <ac:spMkLst>
            <pc:docMk/>
            <pc:sldMk cId="2262431992" sldId="375"/>
            <ac:spMk id="3" creationId="{AB4F8974-64F4-46C6-9618-A5DCDB5979B3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3:35.176" v="55" actId="20577"/>
        <pc:sldMkLst>
          <pc:docMk/>
          <pc:sldMk cId="202250865" sldId="376"/>
        </pc:sldMkLst>
        <pc:spChg chg="mod">
          <ac:chgData name="Pelin    MUTANGUHA" userId="S::p.mutanguha@ur.ac.rw::42f5dea1-1a3c-4dcb-8338-5209a23519f5" providerId="AD" clId="Web-{11029019-3E8A-07CF-8D26-B639B0704460}" dt="2021-07-19T13:13:35.176" v="55" actId="20577"/>
          <ac:spMkLst>
            <pc:docMk/>
            <pc:sldMk cId="202250865" sldId="376"/>
            <ac:spMk id="3" creationId="{64722C45-FD1B-4190-8A0E-38850E7EDDF8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3:43.754" v="56" actId="20577"/>
        <pc:sldMkLst>
          <pc:docMk/>
          <pc:sldMk cId="993814089" sldId="377"/>
        </pc:sldMkLst>
        <pc:spChg chg="mod">
          <ac:chgData name="Pelin    MUTANGUHA" userId="S::p.mutanguha@ur.ac.rw::42f5dea1-1a3c-4dcb-8338-5209a23519f5" providerId="AD" clId="Web-{11029019-3E8A-07CF-8D26-B639B0704460}" dt="2021-07-19T13:13:43.754" v="56" actId="20577"/>
          <ac:spMkLst>
            <pc:docMk/>
            <pc:sldMk cId="993814089" sldId="377"/>
            <ac:spMk id="3" creationId="{E13B3310-8C75-4DFC-B51D-3FDC0C8A305A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3:50.223" v="59" actId="20577"/>
        <pc:sldMkLst>
          <pc:docMk/>
          <pc:sldMk cId="2195624555" sldId="378"/>
        </pc:sldMkLst>
        <pc:spChg chg="mod">
          <ac:chgData name="Pelin    MUTANGUHA" userId="S::p.mutanguha@ur.ac.rw::42f5dea1-1a3c-4dcb-8338-5209a23519f5" providerId="AD" clId="Web-{11029019-3E8A-07CF-8D26-B639B0704460}" dt="2021-07-19T13:13:50.223" v="59" actId="20577"/>
          <ac:spMkLst>
            <pc:docMk/>
            <pc:sldMk cId="2195624555" sldId="378"/>
            <ac:spMk id="3" creationId="{B11D9F61-FD22-4681-8207-93B05AB23C06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3:59.145" v="60" actId="20577"/>
        <pc:sldMkLst>
          <pc:docMk/>
          <pc:sldMk cId="3605007300" sldId="379"/>
        </pc:sldMkLst>
        <pc:spChg chg="mod">
          <ac:chgData name="Pelin    MUTANGUHA" userId="S::p.mutanguha@ur.ac.rw::42f5dea1-1a3c-4dcb-8338-5209a23519f5" providerId="AD" clId="Web-{11029019-3E8A-07CF-8D26-B639B0704460}" dt="2021-07-19T13:13:59.145" v="60" actId="20577"/>
          <ac:spMkLst>
            <pc:docMk/>
            <pc:sldMk cId="3605007300" sldId="379"/>
            <ac:spMk id="3" creationId="{1A3215AE-0091-4FBC-A331-2C0625904F1A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4:06.021" v="64" actId="20577"/>
        <pc:sldMkLst>
          <pc:docMk/>
          <pc:sldMk cId="341562542" sldId="380"/>
        </pc:sldMkLst>
        <pc:spChg chg="mod">
          <ac:chgData name="Pelin    MUTANGUHA" userId="S::p.mutanguha@ur.ac.rw::42f5dea1-1a3c-4dcb-8338-5209a23519f5" providerId="AD" clId="Web-{11029019-3E8A-07CF-8D26-B639B0704460}" dt="2021-07-19T13:14:06.021" v="64" actId="20577"/>
          <ac:spMkLst>
            <pc:docMk/>
            <pc:sldMk cId="341562542" sldId="380"/>
            <ac:spMk id="3" creationId="{15C492DE-D9FC-46E5-B577-69D0A303D2AA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4:13.599" v="69" actId="20577"/>
        <pc:sldMkLst>
          <pc:docMk/>
          <pc:sldMk cId="938134936" sldId="381"/>
        </pc:sldMkLst>
        <pc:spChg chg="mod">
          <ac:chgData name="Pelin    MUTANGUHA" userId="S::p.mutanguha@ur.ac.rw::42f5dea1-1a3c-4dcb-8338-5209a23519f5" providerId="AD" clId="Web-{11029019-3E8A-07CF-8D26-B639B0704460}" dt="2021-07-19T13:14:13.599" v="69" actId="20577"/>
          <ac:spMkLst>
            <pc:docMk/>
            <pc:sldMk cId="938134936" sldId="381"/>
            <ac:spMk id="3" creationId="{D8D5A540-3024-45D3-AD4F-736BAC0A5AD2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4:19.459" v="73" actId="20577"/>
        <pc:sldMkLst>
          <pc:docMk/>
          <pc:sldMk cId="1236506814" sldId="382"/>
        </pc:sldMkLst>
        <pc:spChg chg="mod">
          <ac:chgData name="Pelin    MUTANGUHA" userId="S::p.mutanguha@ur.ac.rw::42f5dea1-1a3c-4dcb-8338-5209a23519f5" providerId="AD" clId="Web-{11029019-3E8A-07CF-8D26-B639B0704460}" dt="2021-07-19T13:14:19.459" v="73" actId="20577"/>
          <ac:spMkLst>
            <pc:docMk/>
            <pc:sldMk cId="1236506814" sldId="382"/>
            <ac:spMk id="3" creationId="{CACA0CFE-3FC8-4BDC-8CBC-503DE9AD2A73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4:28.381" v="77" actId="20577"/>
        <pc:sldMkLst>
          <pc:docMk/>
          <pc:sldMk cId="3203670348" sldId="383"/>
        </pc:sldMkLst>
        <pc:spChg chg="mod">
          <ac:chgData name="Pelin    MUTANGUHA" userId="S::p.mutanguha@ur.ac.rw::42f5dea1-1a3c-4dcb-8338-5209a23519f5" providerId="AD" clId="Web-{11029019-3E8A-07CF-8D26-B639B0704460}" dt="2021-07-19T13:14:28.381" v="77" actId="20577"/>
          <ac:spMkLst>
            <pc:docMk/>
            <pc:sldMk cId="3203670348" sldId="383"/>
            <ac:spMk id="3" creationId="{4DF86668-DCFE-47EC-B4C1-29CB7F534869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4:40.819" v="80" actId="20577"/>
        <pc:sldMkLst>
          <pc:docMk/>
          <pc:sldMk cId="2051547918" sldId="384"/>
        </pc:sldMkLst>
        <pc:spChg chg="mod">
          <ac:chgData name="Pelin    MUTANGUHA" userId="S::p.mutanguha@ur.ac.rw::42f5dea1-1a3c-4dcb-8338-5209a23519f5" providerId="AD" clId="Web-{11029019-3E8A-07CF-8D26-B639B0704460}" dt="2021-07-19T13:14:40.819" v="80" actId="20577"/>
          <ac:spMkLst>
            <pc:docMk/>
            <pc:sldMk cId="2051547918" sldId="384"/>
            <ac:spMk id="3" creationId="{CEAC7549-A23D-4E18-9318-FCAAEEEC0F2F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4:46.554" v="82" actId="20577"/>
        <pc:sldMkLst>
          <pc:docMk/>
          <pc:sldMk cId="2297401462" sldId="386"/>
        </pc:sldMkLst>
        <pc:spChg chg="mod">
          <ac:chgData name="Pelin    MUTANGUHA" userId="S::p.mutanguha@ur.ac.rw::42f5dea1-1a3c-4dcb-8338-5209a23519f5" providerId="AD" clId="Web-{11029019-3E8A-07CF-8D26-B639B0704460}" dt="2021-07-19T13:14:46.554" v="82" actId="20577"/>
          <ac:spMkLst>
            <pc:docMk/>
            <pc:sldMk cId="2297401462" sldId="386"/>
            <ac:spMk id="3" creationId="{08E3C034-3C3C-41DA-A447-B70DB9939FE1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7:25.933" v="139" actId="20577"/>
        <pc:sldMkLst>
          <pc:docMk/>
          <pc:sldMk cId="3468444020" sldId="402"/>
        </pc:sldMkLst>
        <pc:spChg chg="mod">
          <ac:chgData name="Pelin    MUTANGUHA" userId="S::p.mutanguha@ur.ac.rw::42f5dea1-1a3c-4dcb-8338-5209a23519f5" providerId="AD" clId="Web-{11029019-3E8A-07CF-8D26-B639B0704460}" dt="2021-07-19T13:17:25.933" v="139" actId="20577"/>
          <ac:spMkLst>
            <pc:docMk/>
            <pc:sldMk cId="3468444020" sldId="402"/>
            <ac:spMk id="3" creationId="{B11D9F61-FD22-4681-8207-93B05AB23C06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7:18.573" v="136" actId="20577"/>
        <pc:sldMkLst>
          <pc:docMk/>
          <pc:sldMk cId="2515557160" sldId="403"/>
        </pc:sldMkLst>
        <pc:spChg chg="mod">
          <ac:chgData name="Pelin    MUTANGUHA" userId="S::p.mutanguha@ur.ac.rw::42f5dea1-1a3c-4dcb-8338-5209a23519f5" providerId="AD" clId="Web-{11029019-3E8A-07CF-8D26-B639B0704460}" dt="2021-07-19T13:17:18.573" v="136" actId="20577"/>
          <ac:spMkLst>
            <pc:docMk/>
            <pc:sldMk cId="2515557160" sldId="403"/>
            <ac:spMk id="3" creationId="{E13B3310-8C75-4DFC-B51D-3FDC0C8A305A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7:08.964" v="135" actId="20577"/>
        <pc:sldMkLst>
          <pc:docMk/>
          <pc:sldMk cId="112100765" sldId="404"/>
        </pc:sldMkLst>
        <pc:spChg chg="mod">
          <ac:chgData name="Pelin    MUTANGUHA" userId="S::p.mutanguha@ur.ac.rw::42f5dea1-1a3c-4dcb-8338-5209a23519f5" providerId="AD" clId="Web-{11029019-3E8A-07CF-8D26-B639B0704460}" dt="2021-07-19T13:17:08.964" v="135" actId="20577"/>
          <ac:spMkLst>
            <pc:docMk/>
            <pc:sldMk cId="112100765" sldId="404"/>
            <ac:spMk id="3" creationId="{64722C45-FD1B-4190-8A0E-38850E7EDDF8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6:57.932" v="134" actId="20577"/>
        <pc:sldMkLst>
          <pc:docMk/>
          <pc:sldMk cId="2345714355" sldId="405"/>
        </pc:sldMkLst>
        <pc:spChg chg="mod">
          <ac:chgData name="Pelin    MUTANGUHA" userId="S::p.mutanguha@ur.ac.rw::42f5dea1-1a3c-4dcb-8338-5209a23519f5" providerId="AD" clId="Web-{11029019-3E8A-07CF-8D26-B639B0704460}" dt="2021-07-19T13:16:57.932" v="134" actId="20577"/>
          <ac:spMkLst>
            <pc:docMk/>
            <pc:sldMk cId="2345714355" sldId="405"/>
            <ac:spMk id="3" creationId="{AB4F8974-64F4-46C6-9618-A5DCDB5979B3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6:51.760" v="130" actId="20577"/>
        <pc:sldMkLst>
          <pc:docMk/>
          <pc:sldMk cId="3949280349" sldId="406"/>
        </pc:sldMkLst>
        <pc:spChg chg="mod">
          <ac:chgData name="Pelin    MUTANGUHA" userId="S::p.mutanguha@ur.ac.rw::42f5dea1-1a3c-4dcb-8338-5209a23519f5" providerId="AD" clId="Web-{11029019-3E8A-07CF-8D26-B639B0704460}" dt="2021-07-19T13:16:51.760" v="130" actId="20577"/>
          <ac:spMkLst>
            <pc:docMk/>
            <pc:sldMk cId="3949280349" sldId="406"/>
            <ac:spMk id="3" creationId="{5AAA3CC1-911A-49B0-9A1F-335E9961A706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6:45.838" v="128" actId="20577"/>
        <pc:sldMkLst>
          <pc:docMk/>
          <pc:sldMk cId="1247617079" sldId="407"/>
        </pc:sldMkLst>
        <pc:spChg chg="mod">
          <ac:chgData name="Pelin    MUTANGUHA" userId="S::p.mutanguha@ur.ac.rw::42f5dea1-1a3c-4dcb-8338-5209a23519f5" providerId="AD" clId="Web-{11029019-3E8A-07CF-8D26-B639B0704460}" dt="2021-07-19T13:16:45.838" v="128" actId="20577"/>
          <ac:spMkLst>
            <pc:docMk/>
            <pc:sldMk cId="1247617079" sldId="407"/>
            <ac:spMk id="3" creationId="{5AAA3CC1-911A-49B0-9A1F-335E9961A706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6:39.994" v="125" actId="20577"/>
        <pc:sldMkLst>
          <pc:docMk/>
          <pc:sldMk cId="438174521" sldId="408"/>
        </pc:sldMkLst>
        <pc:spChg chg="mod">
          <ac:chgData name="Pelin    MUTANGUHA" userId="S::p.mutanguha@ur.ac.rw::42f5dea1-1a3c-4dcb-8338-5209a23519f5" providerId="AD" clId="Web-{11029019-3E8A-07CF-8D26-B639B0704460}" dt="2021-07-19T13:16:39.994" v="125" actId="20577"/>
          <ac:spMkLst>
            <pc:docMk/>
            <pc:sldMk cId="438174521" sldId="408"/>
            <ac:spMk id="3" creationId="{7321D778-EC78-4183-A46C-0827CE582F09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6:29.978" v="123" actId="20577"/>
        <pc:sldMkLst>
          <pc:docMk/>
          <pc:sldMk cId="2959082132" sldId="409"/>
        </pc:sldMkLst>
        <pc:spChg chg="mod">
          <ac:chgData name="Pelin    MUTANGUHA" userId="S::p.mutanguha@ur.ac.rw::42f5dea1-1a3c-4dcb-8338-5209a23519f5" providerId="AD" clId="Web-{11029019-3E8A-07CF-8D26-B639B0704460}" dt="2021-07-19T13:16:29.978" v="123" actId="20577"/>
          <ac:spMkLst>
            <pc:docMk/>
            <pc:sldMk cId="2959082132" sldId="409"/>
            <ac:spMk id="4" creationId="{D9EF90F7-6C2B-43ED-A512-9D9E250D4FA5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6:25.150" v="118" actId="20577"/>
        <pc:sldMkLst>
          <pc:docMk/>
          <pc:sldMk cId="1186620386" sldId="410"/>
        </pc:sldMkLst>
        <pc:spChg chg="mod">
          <ac:chgData name="Pelin    MUTANGUHA" userId="S::p.mutanguha@ur.ac.rw::42f5dea1-1a3c-4dcb-8338-5209a23519f5" providerId="AD" clId="Web-{11029019-3E8A-07CF-8D26-B639B0704460}" dt="2021-07-19T13:16:25.150" v="118" actId="20577"/>
          <ac:spMkLst>
            <pc:docMk/>
            <pc:sldMk cId="1186620386" sldId="410"/>
            <ac:spMk id="4" creationId="{D671A444-A93D-4456-9875-56ACC081FE69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6:16.025" v="116" actId="20577"/>
        <pc:sldMkLst>
          <pc:docMk/>
          <pc:sldMk cId="2706541049" sldId="411"/>
        </pc:sldMkLst>
        <pc:spChg chg="mod">
          <ac:chgData name="Pelin    MUTANGUHA" userId="S::p.mutanguha@ur.ac.rw::42f5dea1-1a3c-4dcb-8338-5209a23519f5" providerId="AD" clId="Web-{11029019-3E8A-07CF-8D26-B639B0704460}" dt="2021-07-19T13:16:16.025" v="116" actId="20577"/>
          <ac:spMkLst>
            <pc:docMk/>
            <pc:sldMk cId="2706541049" sldId="411"/>
            <ac:spMk id="4" creationId="{0051090D-C506-4180-AB46-5305230C21EF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6:09.618" v="111" actId="20577"/>
        <pc:sldMkLst>
          <pc:docMk/>
          <pc:sldMk cId="298899312" sldId="412"/>
        </pc:sldMkLst>
        <pc:spChg chg="mod">
          <ac:chgData name="Pelin    MUTANGUHA" userId="S::p.mutanguha@ur.ac.rw::42f5dea1-1a3c-4dcb-8338-5209a23519f5" providerId="AD" clId="Web-{11029019-3E8A-07CF-8D26-B639B0704460}" dt="2021-07-19T13:16:09.618" v="111" actId="20577"/>
          <ac:spMkLst>
            <pc:docMk/>
            <pc:sldMk cId="298899312" sldId="412"/>
            <ac:spMk id="3" creationId="{EB9827A1-835E-41FC-A06F-518C4B4A21BB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6:00.165" v="109" actId="20577"/>
        <pc:sldMkLst>
          <pc:docMk/>
          <pc:sldMk cId="1238277927" sldId="413"/>
        </pc:sldMkLst>
        <pc:spChg chg="mod">
          <ac:chgData name="Pelin    MUTANGUHA" userId="S::p.mutanguha@ur.ac.rw::42f5dea1-1a3c-4dcb-8338-5209a23519f5" providerId="AD" clId="Web-{11029019-3E8A-07CF-8D26-B639B0704460}" dt="2021-07-19T13:16:00.165" v="109" actId="20577"/>
          <ac:spMkLst>
            <pc:docMk/>
            <pc:sldMk cId="1238277927" sldId="413"/>
            <ac:spMk id="3" creationId="{EB9827A1-835E-41FC-A06F-518C4B4A21BB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5:52.852" v="104" actId="20577"/>
        <pc:sldMkLst>
          <pc:docMk/>
          <pc:sldMk cId="3001792318" sldId="414"/>
        </pc:sldMkLst>
        <pc:spChg chg="mod">
          <ac:chgData name="Pelin    MUTANGUHA" userId="S::p.mutanguha@ur.ac.rw::42f5dea1-1a3c-4dcb-8338-5209a23519f5" providerId="AD" clId="Web-{11029019-3E8A-07CF-8D26-B639B0704460}" dt="2021-07-19T13:15:52.852" v="104" actId="20577"/>
          <ac:spMkLst>
            <pc:docMk/>
            <pc:sldMk cId="3001792318" sldId="414"/>
            <ac:spMk id="3" creationId="{0E1D4D54-51E9-4894-A7CB-544B348E55FD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5:43.946" v="100" actId="20577"/>
        <pc:sldMkLst>
          <pc:docMk/>
          <pc:sldMk cId="3753954963" sldId="415"/>
        </pc:sldMkLst>
        <pc:spChg chg="mod">
          <ac:chgData name="Pelin    MUTANGUHA" userId="S::p.mutanguha@ur.ac.rw::42f5dea1-1a3c-4dcb-8338-5209a23519f5" providerId="AD" clId="Web-{11029019-3E8A-07CF-8D26-B639B0704460}" dt="2021-07-19T13:15:43.946" v="100" actId="20577"/>
          <ac:spMkLst>
            <pc:docMk/>
            <pc:sldMk cId="3753954963" sldId="415"/>
            <ac:spMk id="3" creationId="{0E1D4D54-51E9-4894-A7CB-544B348E55FD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5:37.961" v="95" actId="20577"/>
        <pc:sldMkLst>
          <pc:docMk/>
          <pc:sldMk cId="2443124378" sldId="416"/>
        </pc:sldMkLst>
        <pc:spChg chg="mod">
          <ac:chgData name="Pelin    MUTANGUHA" userId="S::p.mutanguha@ur.ac.rw::42f5dea1-1a3c-4dcb-8338-5209a23519f5" providerId="AD" clId="Web-{11029019-3E8A-07CF-8D26-B639B0704460}" dt="2021-07-19T13:15:37.961" v="95" actId="20577"/>
          <ac:spMkLst>
            <pc:docMk/>
            <pc:sldMk cId="2443124378" sldId="416"/>
            <ac:spMk id="4" creationId="{8E955C46-EAEA-4F34-A5E6-774EB0BC469B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5:29.898" v="94" actId="20577"/>
        <pc:sldMkLst>
          <pc:docMk/>
          <pc:sldMk cId="4166666030" sldId="417"/>
        </pc:sldMkLst>
        <pc:spChg chg="mod">
          <ac:chgData name="Pelin    MUTANGUHA" userId="S::p.mutanguha@ur.ac.rw::42f5dea1-1a3c-4dcb-8338-5209a23519f5" providerId="AD" clId="Web-{11029019-3E8A-07CF-8D26-B639B0704460}" dt="2021-07-19T13:15:29.898" v="94" actId="20577"/>
          <ac:spMkLst>
            <pc:docMk/>
            <pc:sldMk cId="4166666030" sldId="417"/>
            <ac:spMk id="4" creationId="{8E955C46-EAEA-4F34-A5E6-774EB0BC469B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5:23.367" v="90" actId="20577"/>
        <pc:sldMkLst>
          <pc:docMk/>
          <pc:sldMk cId="3531655128" sldId="418"/>
        </pc:sldMkLst>
        <pc:spChg chg="mod">
          <ac:chgData name="Pelin    MUTANGUHA" userId="S::p.mutanguha@ur.ac.rw::42f5dea1-1a3c-4dcb-8338-5209a23519f5" providerId="AD" clId="Web-{11029019-3E8A-07CF-8D26-B639B0704460}" dt="2021-07-19T13:15:23.367" v="90" actId="20577"/>
          <ac:spMkLst>
            <pc:docMk/>
            <pc:sldMk cId="3531655128" sldId="418"/>
            <ac:spMk id="4" creationId="{8E955C46-EAEA-4F34-A5E6-774EB0BC469B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5:14.788" v="89" actId="20577"/>
        <pc:sldMkLst>
          <pc:docMk/>
          <pc:sldMk cId="3457173316" sldId="419"/>
        </pc:sldMkLst>
        <pc:spChg chg="mod">
          <ac:chgData name="Pelin    MUTANGUHA" userId="S::p.mutanguha@ur.ac.rw::42f5dea1-1a3c-4dcb-8338-5209a23519f5" providerId="AD" clId="Web-{11029019-3E8A-07CF-8D26-B639B0704460}" dt="2021-07-19T13:15:14.788" v="89" actId="20577"/>
          <ac:spMkLst>
            <pc:docMk/>
            <pc:sldMk cId="3457173316" sldId="419"/>
            <ac:spMk id="4" creationId="{8E955C46-EAEA-4F34-A5E6-774EB0BC469B}"/>
          </ac:spMkLst>
        </pc:spChg>
      </pc:sldChg>
      <pc:sldChg chg="modSp">
        <pc:chgData name="Pelin    MUTANGUHA" userId="S::p.mutanguha@ur.ac.rw::42f5dea1-1a3c-4dcb-8338-5209a23519f5" providerId="AD" clId="Web-{11029019-3E8A-07CF-8D26-B639B0704460}" dt="2021-07-19T13:15:06.554" v="86" actId="20577"/>
        <pc:sldMkLst>
          <pc:docMk/>
          <pc:sldMk cId="1219207228" sldId="420"/>
        </pc:sldMkLst>
        <pc:spChg chg="mod">
          <ac:chgData name="Pelin    MUTANGUHA" userId="S::p.mutanguha@ur.ac.rw::42f5dea1-1a3c-4dcb-8338-5209a23519f5" providerId="AD" clId="Web-{11029019-3E8A-07CF-8D26-B639B0704460}" dt="2021-07-19T13:15:06.554" v="86" actId="20577"/>
          <ac:spMkLst>
            <pc:docMk/>
            <pc:sldMk cId="1219207228" sldId="420"/>
            <ac:spMk id="4" creationId="{8E955C46-EAEA-4F34-A5E6-774EB0BC469B}"/>
          </ac:spMkLst>
        </pc:spChg>
      </pc:sldChg>
    </pc:docChg>
  </pc:docChgLst>
  <pc:docChgLst>
    <pc:chgData name="Pelin    MUTANGUHA" userId="S::p.mutanguha@ur.ac.rw::42f5dea1-1a3c-4dcb-8338-5209a23519f5" providerId="AD" clId="Web-{3EF991D0-99E9-1F9A-2B83-5A0F43DCD875}"/>
    <pc:docChg chg="modSld">
      <pc:chgData name="Pelin    MUTANGUHA" userId="S::p.mutanguha@ur.ac.rw::42f5dea1-1a3c-4dcb-8338-5209a23519f5" providerId="AD" clId="Web-{3EF991D0-99E9-1F9A-2B83-5A0F43DCD875}" dt="2023-06-21T16:50:45.662" v="7" actId="20577"/>
      <pc:docMkLst>
        <pc:docMk/>
      </pc:docMkLst>
      <pc:sldChg chg="modSp">
        <pc:chgData name="Pelin    MUTANGUHA" userId="S::p.mutanguha@ur.ac.rw::42f5dea1-1a3c-4dcb-8338-5209a23519f5" providerId="AD" clId="Web-{3EF991D0-99E9-1F9A-2B83-5A0F43DCD875}" dt="2023-06-21T16:49:35.113" v="6" actId="20577"/>
        <pc:sldMkLst>
          <pc:docMk/>
          <pc:sldMk cId="2262431992" sldId="375"/>
        </pc:sldMkLst>
        <pc:spChg chg="mod">
          <ac:chgData name="Pelin    MUTANGUHA" userId="S::p.mutanguha@ur.ac.rw::42f5dea1-1a3c-4dcb-8338-5209a23519f5" providerId="AD" clId="Web-{3EF991D0-99E9-1F9A-2B83-5A0F43DCD875}" dt="2023-06-21T16:49:35.113" v="6" actId="20577"/>
          <ac:spMkLst>
            <pc:docMk/>
            <pc:sldMk cId="2262431992" sldId="375"/>
            <ac:spMk id="5" creationId="{8EAE2B42-F360-4DE8-A61A-686F647FA182}"/>
          </ac:spMkLst>
        </pc:spChg>
      </pc:sldChg>
      <pc:sldChg chg="modSp">
        <pc:chgData name="Pelin    MUTANGUHA" userId="S::p.mutanguha@ur.ac.rw::42f5dea1-1a3c-4dcb-8338-5209a23519f5" providerId="AD" clId="Web-{3EF991D0-99E9-1F9A-2B83-5A0F43DCD875}" dt="2023-06-21T16:50:45.662" v="7" actId="20577"/>
        <pc:sldMkLst>
          <pc:docMk/>
          <pc:sldMk cId="407209670" sldId="387"/>
        </pc:sldMkLst>
        <pc:spChg chg="mod">
          <ac:chgData name="Pelin    MUTANGUHA" userId="S::p.mutanguha@ur.ac.rw::42f5dea1-1a3c-4dcb-8338-5209a23519f5" providerId="AD" clId="Web-{3EF991D0-99E9-1F9A-2B83-5A0F43DCD875}" dt="2023-06-21T16:50:45.662" v="7" actId="20577"/>
          <ac:spMkLst>
            <pc:docMk/>
            <pc:sldMk cId="407209670" sldId="387"/>
            <ac:spMk id="4" creationId="{22FD622A-69B5-4EF5-B790-56BAD87E82EC}"/>
          </ac:spMkLst>
        </pc:spChg>
      </pc:sldChg>
    </pc:docChg>
  </pc:docChgLst>
  <pc:docChgLst>
    <pc:chgData name="Pelin    MUTANGUHA" userId="S::p.mutanguha@ur.ac.rw::42f5dea1-1a3c-4dcb-8338-5209a23519f5" providerId="AD" clId="Web-{DFDFCE62-4EB1-D865-749E-AD35E3041290}"/>
    <pc:docChg chg="modSld">
      <pc:chgData name="Pelin    MUTANGUHA" userId="S::p.mutanguha@ur.ac.rw::42f5dea1-1a3c-4dcb-8338-5209a23519f5" providerId="AD" clId="Web-{DFDFCE62-4EB1-D865-749E-AD35E3041290}" dt="2021-07-23T06:01:29.701" v="78" actId="20577"/>
      <pc:docMkLst>
        <pc:docMk/>
      </pc:docMkLst>
      <pc:sldChg chg="modSp">
        <pc:chgData name="Pelin    MUTANGUHA" userId="S::p.mutanguha@ur.ac.rw::42f5dea1-1a3c-4dcb-8338-5209a23519f5" providerId="AD" clId="Web-{DFDFCE62-4EB1-D865-749E-AD35E3041290}" dt="2021-07-23T06:01:08.169" v="68" actId="20577"/>
        <pc:sldMkLst>
          <pc:docMk/>
          <pc:sldMk cId="388963993" sldId="392"/>
        </pc:sldMkLst>
        <pc:spChg chg="mod">
          <ac:chgData name="Pelin    MUTANGUHA" userId="S::p.mutanguha@ur.ac.rw::42f5dea1-1a3c-4dcb-8338-5209a23519f5" providerId="AD" clId="Web-{DFDFCE62-4EB1-D865-749E-AD35E3041290}" dt="2021-07-23T06:01:08.169" v="68" actId="20577"/>
          <ac:spMkLst>
            <pc:docMk/>
            <pc:sldMk cId="388963993" sldId="392"/>
            <ac:spMk id="3" creationId="{70915D33-46AE-457C-87C0-72C36FD52886}"/>
          </ac:spMkLst>
        </pc:spChg>
      </pc:sldChg>
      <pc:sldChg chg="modSp">
        <pc:chgData name="Pelin    MUTANGUHA" userId="S::p.mutanguha@ur.ac.rw::42f5dea1-1a3c-4dcb-8338-5209a23519f5" providerId="AD" clId="Web-{DFDFCE62-4EB1-D865-749E-AD35E3041290}" dt="2021-07-23T06:01:15.076" v="71" actId="20577"/>
        <pc:sldMkLst>
          <pc:docMk/>
          <pc:sldMk cId="1464286801" sldId="395"/>
        </pc:sldMkLst>
        <pc:spChg chg="mod">
          <ac:chgData name="Pelin    MUTANGUHA" userId="S::p.mutanguha@ur.ac.rw::42f5dea1-1a3c-4dcb-8338-5209a23519f5" providerId="AD" clId="Web-{DFDFCE62-4EB1-D865-749E-AD35E3041290}" dt="2021-07-23T06:01:15.076" v="71" actId="20577"/>
          <ac:spMkLst>
            <pc:docMk/>
            <pc:sldMk cId="1464286801" sldId="395"/>
            <ac:spMk id="3" creationId="{DC0B1F21-672B-4B20-95F4-480687BAD6F1}"/>
          </ac:spMkLst>
        </pc:spChg>
      </pc:sldChg>
      <pc:sldChg chg="modSp">
        <pc:chgData name="Pelin    MUTANGUHA" userId="S::p.mutanguha@ur.ac.rw::42f5dea1-1a3c-4dcb-8338-5209a23519f5" providerId="AD" clId="Web-{DFDFCE62-4EB1-D865-749E-AD35E3041290}" dt="2021-07-23T06:01:19.841" v="74" actId="20577"/>
        <pc:sldMkLst>
          <pc:docMk/>
          <pc:sldMk cId="1124770336" sldId="396"/>
        </pc:sldMkLst>
        <pc:spChg chg="mod">
          <ac:chgData name="Pelin    MUTANGUHA" userId="S::p.mutanguha@ur.ac.rw::42f5dea1-1a3c-4dcb-8338-5209a23519f5" providerId="AD" clId="Web-{DFDFCE62-4EB1-D865-749E-AD35E3041290}" dt="2021-07-23T06:01:19.841" v="74" actId="20577"/>
          <ac:spMkLst>
            <pc:docMk/>
            <pc:sldMk cId="1124770336" sldId="396"/>
            <ac:spMk id="3" creationId="{4DFDCF82-FECE-4BC2-94E3-A334D8ACDFE1}"/>
          </ac:spMkLst>
        </pc:spChg>
      </pc:sldChg>
      <pc:sldChg chg="modSp">
        <pc:chgData name="Pelin    MUTANGUHA" userId="S::p.mutanguha@ur.ac.rw::42f5dea1-1a3c-4dcb-8338-5209a23519f5" providerId="AD" clId="Web-{DFDFCE62-4EB1-D865-749E-AD35E3041290}" dt="2021-07-23T06:01:29.701" v="78" actId="20577"/>
        <pc:sldMkLst>
          <pc:docMk/>
          <pc:sldMk cId="258936649" sldId="398"/>
        </pc:sldMkLst>
        <pc:spChg chg="mod">
          <ac:chgData name="Pelin    MUTANGUHA" userId="S::p.mutanguha@ur.ac.rw::42f5dea1-1a3c-4dcb-8338-5209a23519f5" providerId="AD" clId="Web-{DFDFCE62-4EB1-D865-749E-AD35E3041290}" dt="2021-07-23T06:01:29.701" v="78" actId="20577"/>
          <ac:spMkLst>
            <pc:docMk/>
            <pc:sldMk cId="258936649" sldId="398"/>
            <ac:spMk id="3" creationId="{DA3B1D99-B9F2-4498-B491-7B295482B768}"/>
          </ac:spMkLst>
        </pc:spChg>
      </pc:sldChg>
      <pc:sldChg chg="modSp">
        <pc:chgData name="Pelin    MUTANGUHA" userId="S::p.mutanguha@ur.ac.rw::42f5dea1-1a3c-4dcb-8338-5209a23519f5" providerId="AD" clId="Web-{DFDFCE62-4EB1-D865-749E-AD35E3041290}" dt="2021-07-23T05:58:01.415" v="9" actId="20577"/>
        <pc:sldMkLst>
          <pc:docMk/>
          <pc:sldMk cId="3599900720" sldId="400"/>
        </pc:sldMkLst>
        <pc:spChg chg="mod">
          <ac:chgData name="Pelin    MUTANGUHA" userId="S::p.mutanguha@ur.ac.rw::42f5dea1-1a3c-4dcb-8338-5209a23519f5" providerId="AD" clId="Web-{DFDFCE62-4EB1-D865-749E-AD35E3041290}" dt="2021-07-23T05:58:01.415" v="9" actId="20577"/>
          <ac:spMkLst>
            <pc:docMk/>
            <pc:sldMk cId="3599900720" sldId="400"/>
            <ac:spMk id="4" creationId="{014A79D2-C7B0-4B9A-83F7-120415C0B23A}"/>
          </ac:spMkLst>
        </pc:spChg>
      </pc:sldChg>
      <pc:sldChg chg="modSp">
        <pc:chgData name="Pelin    MUTANGUHA" userId="S::p.mutanguha@ur.ac.rw::42f5dea1-1a3c-4dcb-8338-5209a23519f5" providerId="AD" clId="Web-{DFDFCE62-4EB1-D865-749E-AD35E3041290}" dt="2021-07-23T05:57:51.805" v="4" actId="20577"/>
        <pc:sldMkLst>
          <pc:docMk/>
          <pc:sldMk cId="3789832905" sldId="401"/>
        </pc:sldMkLst>
        <pc:spChg chg="mod">
          <ac:chgData name="Pelin    MUTANGUHA" userId="S::p.mutanguha@ur.ac.rw::42f5dea1-1a3c-4dcb-8338-5209a23519f5" providerId="AD" clId="Web-{DFDFCE62-4EB1-D865-749E-AD35E3041290}" dt="2021-07-23T05:57:51.805" v="4" actId="20577"/>
          <ac:spMkLst>
            <pc:docMk/>
            <pc:sldMk cId="3789832905" sldId="401"/>
            <ac:spMk id="3" creationId="{B11D9F61-FD22-4681-8207-93B05AB23C06}"/>
          </ac:spMkLst>
        </pc:spChg>
      </pc:sldChg>
      <pc:sldChg chg="modSp">
        <pc:chgData name="Pelin    MUTANGUHA" userId="S::p.mutanguha@ur.ac.rw::42f5dea1-1a3c-4dcb-8338-5209a23519f5" providerId="AD" clId="Web-{DFDFCE62-4EB1-D865-749E-AD35E3041290}" dt="2021-07-23T05:52:48.986" v="0" actId="1076"/>
        <pc:sldMkLst>
          <pc:docMk/>
          <pc:sldMk cId="1219207228" sldId="420"/>
        </pc:sldMkLst>
        <pc:spChg chg="mod">
          <ac:chgData name="Pelin    MUTANGUHA" userId="S::p.mutanguha@ur.ac.rw::42f5dea1-1a3c-4dcb-8338-5209a23519f5" providerId="AD" clId="Web-{DFDFCE62-4EB1-D865-749E-AD35E3041290}" dt="2021-07-23T05:52:48.986" v="0" actId="1076"/>
          <ac:spMkLst>
            <pc:docMk/>
            <pc:sldMk cId="1219207228" sldId="420"/>
            <ac:spMk id="2" creationId="{F29A4641-DDCF-4D73-9068-BD91C4B4E01A}"/>
          </ac:spMkLst>
        </pc:spChg>
      </pc:sldChg>
      <pc:sldChg chg="modSp">
        <pc:chgData name="Pelin    MUTANGUHA" userId="S::p.mutanguha@ur.ac.rw::42f5dea1-1a3c-4dcb-8338-5209a23519f5" providerId="AD" clId="Web-{DFDFCE62-4EB1-D865-749E-AD35E3041290}" dt="2021-07-23T06:00:58.591" v="66" actId="20577"/>
        <pc:sldMkLst>
          <pc:docMk/>
          <pc:sldMk cId="2179529319" sldId="423"/>
        </pc:sldMkLst>
        <pc:spChg chg="mod">
          <ac:chgData name="Pelin    MUTANGUHA" userId="S::p.mutanguha@ur.ac.rw::42f5dea1-1a3c-4dcb-8338-5209a23519f5" providerId="AD" clId="Web-{DFDFCE62-4EB1-D865-749E-AD35E3041290}" dt="2021-07-23T06:00:58.591" v="66" actId="20577"/>
          <ac:spMkLst>
            <pc:docMk/>
            <pc:sldMk cId="2179529319" sldId="423"/>
            <ac:spMk id="3" creationId="{DDE7C530-1D0C-4D43-BA8D-8EF0688F7C7F}"/>
          </ac:spMkLst>
        </pc:spChg>
      </pc:sldChg>
      <pc:sldChg chg="modSp">
        <pc:chgData name="Pelin    MUTANGUHA" userId="S::p.mutanguha@ur.ac.rw::42f5dea1-1a3c-4dcb-8338-5209a23519f5" providerId="AD" clId="Web-{DFDFCE62-4EB1-D865-749E-AD35E3041290}" dt="2021-07-23T06:00:52.841" v="63" actId="20577"/>
        <pc:sldMkLst>
          <pc:docMk/>
          <pc:sldMk cId="1544262442" sldId="424"/>
        </pc:sldMkLst>
        <pc:spChg chg="mod">
          <ac:chgData name="Pelin    MUTANGUHA" userId="S::p.mutanguha@ur.ac.rw::42f5dea1-1a3c-4dcb-8338-5209a23519f5" providerId="AD" clId="Web-{DFDFCE62-4EB1-D865-749E-AD35E3041290}" dt="2021-07-23T06:00:52.841" v="63" actId="20577"/>
          <ac:spMkLst>
            <pc:docMk/>
            <pc:sldMk cId="1544262442" sldId="424"/>
            <ac:spMk id="3" creationId="{9F27E192-9771-4EF6-A9B8-FCD325E45194}"/>
          </ac:spMkLst>
        </pc:spChg>
      </pc:sldChg>
      <pc:sldChg chg="modSp">
        <pc:chgData name="Pelin    MUTANGUHA" userId="S::p.mutanguha@ur.ac.rw::42f5dea1-1a3c-4dcb-8338-5209a23519f5" providerId="AD" clId="Web-{DFDFCE62-4EB1-D865-749E-AD35E3041290}" dt="2021-07-23T06:00:46.997" v="60" actId="20577"/>
        <pc:sldMkLst>
          <pc:docMk/>
          <pc:sldMk cId="3174099280" sldId="425"/>
        </pc:sldMkLst>
        <pc:spChg chg="mod">
          <ac:chgData name="Pelin    MUTANGUHA" userId="S::p.mutanguha@ur.ac.rw::42f5dea1-1a3c-4dcb-8338-5209a23519f5" providerId="AD" clId="Web-{DFDFCE62-4EB1-D865-749E-AD35E3041290}" dt="2021-07-23T06:00:46.997" v="60" actId="20577"/>
          <ac:spMkLst>
            <pc:docMk/>
            <pc:sldMk cId="3174099280" sldId="425"/>
            <ac:spMk id="3" creationId="{C2EBDF06-D9A5-4207-BF9E-EA984F492A28}"/>
          </ac:spMkLst>
        </pc:spChg>
      </pc:sldChg>
      <pc:sldChg chg="modSp">
        <pc:chgData name="Pelin    MUTANGUHA" userId="S::p.mutanguha@ur.ac.rw::42f5dea1-1a3c-4dcb-8338-5209a23519f5" providerId="AD" clId="Web-{DFDFCE62-4EB1-D865-749E-AD35E3041290}" dt="2021-07-23T06:00:41.028" v="58" actId="20577"/>
        <pc:sldMkLst>
          <pc:docMk/>
          <pc:sldMk cId="2694766182" sldId="426"/>
        </pc:sldMkLst>
        <pc:spChg chg="mod">
          <ac:chgData name="Pelin    MUTANGUHA" userId="S::p.mutanguha@ur.ac.rw::42f5dea1-1a3c-4dcb-8338-5209a23519f5" providerId="AD" clId="Web-{DFDFCE62-4EB1-D865-749E-AD35E3041290}" dt="2021-07-23T06:00:41.028" v="58" actId="20577"/>
          <ac:spMkLst>
            <pc:docMk/>
            <pc:sldMk cId="2694766182" sldId="426"/>
            <ac:spMk id="3" creationId="{5797C9A9-E957-43CB-9AFD-CA140876DED1}"/>
          </ac:spMkLst>
        </pc:spChg>
      </pc:sldChg>
      <pc:sldChg chg="modSp">
        <pc:chgData name="Pelin    MUTANGUHA" userId="S::p.mutanguha@ur.ac.rw::42f5dea1-1a3c-4dcb-8338-5209a23519f5" providerId="AD" clId="Web-{DFDFCE62-4EB1-D865-749E-AD35E3041290}" dt="2021-07-23T06:00:36.012" v="56" actId="20577"/>
        <pc:sldMkLst>
          <pc:docMk/>
          <pc:sldMk cId="1204834403" sldId="427"/>
        </pc:sldMkLst>
        <pc:spChg chg="mod">
          <ac:chgData name="Pelin    MUTANGUHA" userId="S::p.mutanguha@ur.ac.rw::42f5dea1-1a3c-4dcb-8338-5209a23519f5" providerId="AD" clId="Web-{DFDFCE62-4EB1-D865-749E-AD35E3041290}" dt="2021-07-23T06:00:36.012" v="56" actId="20577"/>
          <ac:spMkLst>
            <pc:docMk/>
            <pc:sldMk cId="1204834403" sldId="427"/>
            <ac:spMk id="3" creationId="{B02C844D-4675-4014-8E2B-8259B7AA1164}"/>
          </ac:spMkLst>
        </pc:spChg>
      </pc:sldChg>
      <pc:sldChg chg="modSp">
        <pc:chgData name="Pelin    MUTANGUHA" userId="S::p.mutanguha@ur.ac.rw::42f5dea1-1a3c-4dcb-8338-5209a23519f5" providerId="AD" clId="Web-{DFDFCE62-4EB1-D865-749E-AD35E3041290}" dt="2021-07-23T06:00:30.340" v="55" actId="20577"/>
        <pc:sldMkLst>
          <pc:docMk/>
          <pc:sldMk cId="4045948696" sldId="428"/>
        </pc:sldMkLst>
        <pc:spChg chg="mod">
          <ac:chgData name="Pelin    MUTANGUHA" userId="S::p.mutanguha@ur.ac.rw::42f5dea1-1a3c-4dcb-8338-5209a23519f5" providerId="AD" clId="Web-{DFDFCE62-4EB1-D865-749E-AD35E3041290}" dt="2021-07-23T06:00:30.340" v="55" actId="20577"/>
          <ac:spMkLst>
            <pc:docMk/>
            <pc:sldMk cId="4045948696" sldId="428"/>
            <ac:spMk id="3" creationId="{F9E6CED3-BCB4-45F0-A4FA-8C2FA065C9BD}"/>
          </ac:spMkLst>
        </pc:spChg>
      </pc:sldChg>
      <pc:sldChg chg="modSp">
        <pc:chgData name="Pelin    MUTANGUHA" userId="S::p.mutanguha@ur.ac.rw::42f5dea1-1a3c-4dcb-8338-5209a23519f5" providerId="AD" clId="Web-{DFDFCE62-4EB1-D865-749E-AD35E3041290}" dt="2021-07-23T06:00:25.449" v="51" actId="20577"/>
        <pc:sldMkLst>
          <pc:docMk/>
          <pc:sldMk cId="2801589898" sldId="429"/>
        </pc:sldMkLst>
        <pc:spChg chg="mod">
          <ac:chgData name="Pelin    MUTANGUHA" userId="S::p.mutanguha@ur.ac.rw::42f5dea1-1a3c-4dcb-8338-5209a23519f5" providerId="AD" clId="Web-{DFDFCE62-4EB1-D865-749E-AD35E3041290}" dt="2021-07-23T06:00:25.449" v="51" actId="20577"/>
          <ac:spMkLst>
            <pc:docMk/>
            <pc:sldMk cId="2801589898" sldId="429"/>
            <ac:spMk id="3" creationId="{76AE0C51-BC22-429D-A509-6124BAAB9196}"/>
          </ac:spMkLst>
        </pc:spChg>
      </pc:sldChg>
      <pc:sldChg chg="modSp">
        <pc:chgData name="Pelin    MUTANGUHA" userId="S::p.mutanguha@ur.ac.rw::42f5dea1-1a3c-4dcb-8338-5209a23519f5" providerId="AD" clId="Web-{DFDFCE62-4EB1-D865-749E-AD35E3041290}" dt="2021-07-23T06:00:16.012" v="50" actId="20577"/>
        <pc:sldMkLst>
          <pc:docMk/>
          <pc:sldMk cId="2128253036" sldId="430"/>
        </pc:sldMkLst>
        <pc:spChg chg="mod">
          <ac:chgData name="Pelin    MUTANGUHA" userId="S::p.mutanguha@ur.ac.rw::42f5dea1-1a3c-4dcb-8338-5209a23519f5" providerId="AD" clId="Web-{DFDFCE62-4EB1-D865-749E-AD35E3041290}" dt="2021-07-23T06:00:16.012" v="50" actId="20577"/>
          <ac:spMkLst>
            <pc:docMk/>
            <pc:sldMk cId="2128253036" sldId="430"/>
            <ac:spMk id="3" creationId="{BF4E82D0-6B9C-4F87-B61F-501AEEA8E8BA}"/>
          </ac:spMkLst>
        </pc:spChg>
      </pc:sldChg>
      <pc:sldChg chg="modSp">
        <pc:chgData name="Pelin    MUTANGUHA" userId="S::p.mutanguha@ur.ac.rw::42f5dea1-1a3c-4dcb-8338-5209a23519f5" providerId="AD" clId="Web-{DFDFCE62-4EB1-D865-749E-AD35E3041290}" dt="2021-07-23T06:00:10.965" v="49" actId="20577"/>
        <pc:sldMkLst>
          <pc:docMk/>
          <pc:sldMk cId="2962637852" sldId="431"/>
        </pc:sldMkLst>
        <pc:spChg chg="mod">
          <ac:chgData name="Pelin    MUTANGUHA" userId="S::p.mutanguha@ur.ac.rw::42f5dea1-1a3c-4dcb-8338-5209a23519f5" providerId="AD" clId="Web-{DFDFCE62-4EB1-D865-749E-AD35E3041290}" dt="2021-07-23T06:00:10.965" v="49" actId="20577"/>
          <ac:spMkLst>
            <pc:docMk/>
            <pc:sldMk cId="2962637852" sldId="431"/>
            <ac:spMk id="2" creationId="{9343F320-9370-49A2-9471-CBEB6435CBED}"/>
          </ac:spMkLst>
        </pc:spChg>
      </pc:sldChg>
      <pc:sldChg chg="modSp">
        <pc:chgData name="Pelin    MUTANGUHA" userId="S::p.mutanguha@ur.ac.rw::42f5dea1-1a3c-4dcb-8338-5209a23519f5" providerId="AD" clId="Web-{DFDFCE62-4EB1-D865-749E-AD35E3041290}" dt="2021-07-23T06:00:05.136" v="47" actId="20577"/>
        <pc:sldMkLst>
          <pc:docMk/>
          <pc:sldMk cId="4167168563" sldId="432"/>
        </pc:sldMkLst>
        <pc:spChg chg="mod">
          <ac:chgData name="Pelin    MUTANGUHA" userId="S::p.mutanguha@ur.ac.rw::42f5dea1-1a3c-4dcb-8338-5209a23519f5" providerId="AD" clId="Web-{DFDFCE62-4EB1-D865-749E-AD35E3041290}" dt="2021-07-23T06:00:05.136" v="47" actId="20577"/>
          <ac:spMkLst>
            <pc:docMk/>
            <pc:sldMk cId="4167168563" sldId="432"/>
            <ac:spMk id="3" creationId="{D36958D2-6481-4DDC-A4FE-0A26D01828A3}"/>
          </ac:spMkLst>
        </pc:spChg>
      </pc:sldChg>
      <pc:sldChg chg="modSp">
        <pc:chgData name="Pelin    MUTANGUHA" userId="S::p.mutanguha@ur.ac.rw::42f5dea1-1a3c-4dcb-8338-5209a23519f5" providerId="AD" clId="Web-{DFDFCE62-4EB1-D865-749E-AD35E3041290}" dt="2021-07-23T05:59:58.730" v="46" actId="20577"/>
        <pc:sldMkLst>
          <pc:docMk/>
          <pc:sldMk cId="3088320037" sldId="433"/>
        </pc:sldMkLst>
        <pc:spChg chg="mod">
          <ac:chgData name="Pelin    MUTANGUHA" userId="S::p.mutanguha@ur.ac.rw::42f5dea1-1a3c-4dcb-8338-5209a23519f5" providerId="AD" clId="Web-{DFDFCE62-4EB1-D865-749E-AD35E3041290}" dt="2021-07-23T05:59:58.730" v="46" actId="20577"/>
          <ac:spMkLst>
            <pc:docMk/>
            <pc:sldMk cId="3088320037" sldId="433"/>
            <ac:spMk id="3" creationId="{58EA01BA-A775-44DE-9592-7A2E62C31F93}"/>
          </ac:spMkLst>
        </pc:spChg>
      </pc:sldChg>
      <pc:sldChg chg="modSp">
        <pc:chgData name="Pelin    MUTANGUHA" userId="S::p.mutanguha@ur.ac.rw::42f5dea1-1a3c-4dcb-8338-5209a23519f5" providerId="AD" clId="Web-{DFDFCE62-4EB1-D865-749E-AD35E3041290}" dt="2021-07-23T05:59:52.480" v="44" actId="20577"/>
        <pc:sldMkLst>
          <pc:docMk/>
          <pc:sldMk cId="767952163" sldId="434"/>
        </pc:sldMkLst>
        <pc:spChg chg="mod">
          <ac:chgData name="Pelin    MUTANGUHA" userId="S::p.mutanguha@ur.ac.rw::42f5dea1-1a3c-4dcb-8338-5209a23519f5" providerId="AD" clId="Web-{DFDFCE62-4EB1-D865-749E-AD35E3041290}" dt="2021-07-23T05:59:52.480" v="44" actId="20577"/>
          <ac:spMkLst>
            <pc:docMk/>
            <pc:sldMk cId="767952163" sldId="434"/>
            <ac:spMk id="3" creationId="{D8AEB05F-3EF3-41C2-A571-B875137E0121}"/>
          </ac:spMkLst>
        </pc:spChg>
      </pc:sldChg>
      <pc:sldChg chg="modSp">
        <pc:chgData name="Pelin    MUTANGUHA" userId="S::p.mutanguha@ur.ac.rw::42f5dea1-1a3c-4dcb-8338-5209a23519f5" providerId="AD" clId="Web-{DFDFCE62-4EB1-D865-749E-AD35E3041290}" dt="2021-07-23T05:59:46.433" v="42" actId="20577"/>
        <pc:sldMkLst>
          <pc:docMk/>
          <pc:sldMk cId="2646352671" sldId="435"/>
        </pc:sldMkLst>
        <pc:spChg chg="mod">
          <ac:chgData name="Pelin    MUTANGUHA" userId="S::p.mutanguha@ur.ac.rw::42f5dea1-1a3c-4dcb-8338-5209a23519f5" providerId="AD" clId="Web-{DFDFCE62-4EB1-D865-749E-AD35E3041290}" dt="2021-07-23T05:59:46.433" v="42" actId="20577"/>
          <ac:spMkLst>
            <pc:docMk/>
            <pc:sldMk cId="2646352671" sldId="435"/>
            <ac:spMk id="3" creationId="{7E5B4CEF-AFC6-4FBE-84B8-657A28269758}"/>
          </ac:spMkLst>
        </pc:spChg>
      </pc:sldChg>
      <pc:sldChg chg="modSp">
        <pc:chgData name="Pelin    MUTANGUHA" userId="S::p.mutanguha@ur.ac.rw::42f5dea1-1a3c-4dcb-8338-5209a23519f5" providerId="AD" clId="Web-{DFDFCE62-4EB1-D865-749E-AD35E3041290}" dt="2021-07-23T05:59:37.714" v="41" actId="20577"/>
        <pc:sldMkLst>
          <pc:docMk/>
          <pc:sldMk cId="2914844862" sldId="436"/>
        </pc:sldMkLst>
        <pc:spChg chg="mod">
          <ac:chgData name="Pelin    MUTANGUHA" userId="S::p.mutanguha@ur.ac.rw::42f5dea1-1a3c-4dcb-8338-5209a23519f5" providerId="AD" clId="Web-{DFDFCE62-4EB1-D865-749E-AD35E3041290}" dt="2021-07-23T05:59:37.714" v="41" actId="20577"/>
          <ac:spMkLst>
            <pc:docMk/>
            <pc:sldMk cId="2914844862" sldId="436"/>
            <ac:spMk id="2" creationId="{9343F320-9370-49A2-9471-CBEB6435CBED}"/>
          </ac:spMkLst>
        </pc:spChg>
      </pc:sldChg>
      <pc:sldChg chg="modSp">
        <pc:chgData name="Pelin    MUTANGUHA" userId="S::p.mutanguha@ur.ac.rw::42f5dea1-1a3c-4dcb-8338-5209a23519f5" providerId="AD" clId="Web-{DFDFCE62-4EB1-D865-749E-AD35E3041290}" dt="2021-07-23T05:59:32.604" v="38" actId="20577"/>
        <pc:sldMkLst>
          <pc:docMk/>
          <pc:sldMk cId="3513060510" sldId="437"/>
        </pc:sldMkLst>
        <pc:spChg chg="mod">
          <ac:chgData name="Pelin    MUTANGUHA" userId="S::p.mutanguha@ur.ac.rw::42f5dea1-1a3c-4dcb-8338-5209a23519f5" providerId="AD" clId="Web-{DFDFCE62-4EB1-D865-749E-AD35E3041290}" dt="2021-07-23T05:59:32.604" v="38" actId="20577"/>
          <ac:spMkLst>
            <pc:docMk/>
            <pc:sldMk cId="3513060510" sldId="437"/>
            <ac:spMk id="3" creationId="{E6631576-FC23-4A94-BD3A-7F17775C2D91}"/>
          </ac:spMkLst>
        </pc:spChg>
      </pc:sldChg>
      <pc:sldChg chg="modSp">
        <pc:chgData name="Pelin    MUTANGUHA" userId="S::p.mutanguha@ur.ac.rw::42f5dea1-1a3c-4dcb-8338-5209a23519f5" providerId="AD" clId="Web-{DFDFCE62-4EB1-D865-749E-AD35E3041290}" dt="2021-07-23T05:59:25.307" v="37" actId="20577"/>
        <pc:sldMkLst>
          <pc:docMk/>
          <pc:sldMk cId="3170007785" sldId="438"/>
        </pc:sldMkLst>
        <pc:spChg chg="mod">
          <ac:chgData name="Pelin    MUTANGUHA" userId="S::p.mutanguha@ur.ac.rw::42f5dea1-1a3c-4dcb-8338-5209a23519f5" providerId="AD" clId="Web-{DFDFCE62-4EB1-D865-749E-AD35E3041290}" dt="2021-07-23T05:59:25.307" v="37" actId="20577"/>
          <ac:spMkLst>
            <pc:docMk/>
            <pc:sldMk cId="3170007785" sldId="438"/>
            <ac:spMk id="3" creationId="{CDD8B1B7-1CE3-408C-BEE6-6C6EE90CB5A8}"/>
          </ac:spMkLst>
        </pc:spChg>
      </pc:sldChg>
      <pc:sldChg chg="modSp">
        <pc:chgData name="Pelin    MUTANGUHA" userId="S::p.mutanguha@ur.ac.rw::42f5dea1-1a3c-4dcb-8338-5209a23519f5" providerId="AD" clId="Web-{DFDFCE62-4EB1-D865-749E-AD35E3041290}" dt="2021-07-23T05:59:20.510" v="35" actId="20577"/>
        <pc:sldMkLst>
          <pc:docMk/>
          <pc:sldMk cId="2958018336" sldId="439"/>
        </pc:sldMkLst>
        <pc:spChg chg="mod">
          <ac:chgData name="Pelin    MUTANGUHA" userId="S::p.mutanguha@ur.ac.rw::42f5dea1-1a3c-4dcb-8338-5209a23519f5" providerId="AD" clId="Web-{DFDFCE62-4EB1-D865-749E-AD35E3041290}" dt="2021-07-23T05:59:20.510" v="35" actId="20577"/>
          <ac:spMkLst>
            <pc:docMk/>
            <pc:sldMk cId="2958018336" sldId="439"/>
            <ac:spMk id="3" creationId="{3D82DAD9-BD53-483D-A5B8-B6A85A1D9752}"/>
          </ac:spMkLst>
        </pc:spChg>
      </pc:sldChg>
      <pc:sldChg chg="modSp">
        <pc:chgData name="Pelin    MUTANGUHA" userId="S::p.mutanguha@ur.ac.rw::42f5dea1-1a3c-4dcb-8338-5209a23519f5" providerId="AD" clId="Web-{DFDFCE62-4EB1-D865-749E-AD35E3041290}" dt="2021-07-23T05:59:01.260" v="30" actId="20577"/>
        <pc:sldMkLst>
          <pc:docMk/>
          <pc:sldMk cId="51110624" sldId="440"/>
        </pc:sldMkLst>
        <pc:spChg chg="mod">
          <ac:chgData name="Pelin    MUTANGUHA" userId="S::p.mutanguha@ur.ac.rw::42f5dea1-1a3c-4dcb-8338-5209a23519f5" providerId="AD" clId="Web-{DFDFCE62-4EB1-D865-749E-AD35E3041290}" dt="2021-07-23T05:59:01.260" v="30" actId="20577"/>
          <ac:spMkLst>
            <pc:docMk/>
            <pc:sldMk cId="51110624" sldId="440"/>
            <ac:spMk id="3" creationId="{9225E5A2-2B59-4657-A8E9-2A012DBDD9D7}"/>
          </ac:spMkLst>
        </pc:spChg>
      </pc:sldChg>
      <pc:sldChg chg="modSp">
        <pc:chgData name="Pelin    MUTANGUHA" userId="S::p.mutanguha@ur.ac.rw::42f5dea1-1a3c-4dcb-8338-5209a23519f5" providerId="AD" clId="Web-{DFDFCE62-4EB1-D865-749E-AD35E3041290}" dt="2021-07-23T05:59:14.557" v="31" actId="20577"/>
        <pc:sldMkLst>
          <pc:docMk/>
          <pc:sldMk cId="3090410074" sldId="441"/>
        </pc:sldMkLst>
        <pc:spChg chg="mod">
          <ac:chgData name="Pelin    MUTANGUHA" userId="S::p.mutanguha@ur.ac.rw::42f5dea1-1a3c-4dcb-8338-5209a23519f5" providerId="AD" clId="Web-{DFDFCE62-4EB1-D865-749E-AD35E3041290}" dt="2021-07-23T05:59:14.557" v="31" actId="20577"/>
          <ac:spMkLst>
            <pc:docMk/>
            <pc:sldMk cId="3090410074" sldId="441"/>
            <ac:spMk id="3" creationId="{4BA59224-312C-4F11-90CB-A8036758FE48}"/>
          </ac:spMkLst>
        </pc:spChg>
      </pc:sldChg>
      <pc:sldChg chg="modSp">
        <pc:chgData name="Pelin    MUTANGUHA" userId="S::p.mutanguha@ur.ac.rw::42f5dea1-1a3c-4dcb-8338-5209a23519f5" providerId="AD" clId="Web-{DFDFCE62-4EB1-D865-749E-AD35E3041290}" dt="2021-07-23T05:58:57.166" v="28" actId="20577"/>
        <pc:sldMkLst>
          <pc:docMk/>
          <pc:sldMk cId="2028753568" sldId="442"/>
        </pc:sldMkLst>
        <pc:spChg chg="mod">
          <ac:chgData name="Pelin    MUTANGUHA" userId="S::p.mutanguha@ur.ac.rw::42f5dea1-1a3c-4dcb-8338-5209a23519f5" providerId="AD" clId="Web-{DFDFCE62-4EB1-D865-749E-AD35E3041290}" dt="2021-07-23T05:58:57.166" v="28" actId="20577"/>
          <ac:spMkLst>
            <pc:docMk/>
            <pc:sldMk cId="2028753568" sldId="442"/>
            <ac:spMk id="2" creationId="{9343F320-9370-49A2-9471-CBEB6435CBED}"/>
          </ac:spMkLst>
        </pc:spChg>
      </pc:sldChg>
      <pc:sldChg chg="modSp">
        <pc:chgData name="Pelin    MUTANGUHA" userId="S::p.mutanguha@ur.ac.rw::42f5dea1-1a3c-4dcb-8338-5209a23519f5" providerId="AD" clId="Web-{DFDFCE62-4EB1-D865-749E-AD35E3041290}" dt="2021-07-23T05:58:47.681" v="23" actId="20577"/>
        <pc:sldMkLst>
          <pc:docMk/>
          <pc:sldMk cId="4259490818" sldId="443"/>
        </pc:sldMkLst>
        <pc:spChg chg="mod">
          <ac:chgData name="Pelin    MUTANGUHA" userId="S::p.mutanguha@ur.ac.rw::42f5dea1-1a3c-4dcb-8338-5209a23519f5" providerId="AD" clId="Web-{DFDFCE62-4EB1-D865-749E-AD35E3041290}" dt="2021-07-23T05:58:47.681" v="23" actId="20577"/>
          <ac:spMkLst>
            <pc:docMk/>
            <pc:sldMk cId="4259490818" sldId="443"/>
            <ac:spMk id="3" creationId="{AC753B93-8AE5-40E9-8818-ED1B9F1C8A77}"/>
          </ac:spMkLst>
        </pc:spChg>
      </pc:sldChg>
      <pc:sldChg chg="modSp">
        <pc:chgData name="Pelin    MUTANGUHA" userId="S::p.mutanguha@ur.ac.rw::42f5dea1-1a3c-4dcb-8338-5209a23519f5" providerId="AD" clId="Web-{DFDFCE62-4EB1-D865-749E-AD35E3041290}" dt="2021-07-23T05:58:42.634" v="20" actId="20577"/>
        <pc:sldMkLst>
          <pc:docMk/>
          <pc:sldMk cId="4027540064" sldId="444"/>
        </pc:sldMkLst>
        <pc:spChg chg="mod">
          <ac:chgData name="Pelin    MUTANGUHA" userId="S::p.mutanguha@ur.ac.rw::42f5dea1-1a3c-4dcb-8338-5209a23519f5" providerId="AD" clId="Web-{DFDFCE62-4EB1-D865-749E-AD35E3041290}" dt="2021-07-23T05:58:42.634" v="20" actId="20577"/>
          <ac:spMkLst>
            <pc:docMk/>
            <pc:sldMk cId="4027540064" sldId="444"/>
            <ac:spMk id="3" creationId="{014721A2-87C3-4569-B387-A4C88A95BE75}"/>
          </ac:spMkLst>
        </pc:spChg>
      </pc:sldChg>
      <pc:sldChg chg="modSp">
        <pc:chgData name="Pelin    MUTANGUHA" userId="S::p.mutanguha@ur.ac.rw::42f5dea1-1a3c-4dcb-8338-5209a23519f5" providerId="AD" clId="Web-{DFDFCE62-4EB1-D865-749E-AD35E3041290}" dt="2021-07-23T05:58:36.650" v="19" actId="20577"/>
        <pc:sldMkLst>
          <pc:docMk/>
          <pc:sldMk cId="2964601701" sldId="445"/>
        </pc:sldMkLst>
        <pc:spChg chg="mod">
          <ac:chgData name="Pelin    MUTANGUHA" userId="S::p.mutanguha@ur.ac.rw::42f5dea1-1a3c-4dcb-8338-5209a23519f5" providerId="AD" clId="Web-{DFDFCE62-4EB1-D865-749E-AD35E3041290}" dt="2021-07-23T05:58:36.650" v="19" actId="20577"/>
          <ac:spMkLst>
            <pc:docMk/>
            <pc:sldMk cId="2964601701" sldId="445"/>
            <ac:spMk id="3" creationId="{D0D5D292-F7F9-47C9-9FA1-39FDAE1579DE}"/>
          </ac:spMkLst>
        </pc:spChg>
      </pc:sldChg>
      <pc:sldChg chg="modSp">
        <pc:chgData name="Pelin    MUTANGUHA" userId="S::p.mutanguha@ur.ac.rw::42f5dea1-1a3c-4dcb-8338-5209a23519f5" providerId="AD" clId="Web-{DFDFCE62-4EB1-D865-749E-AD35E3041290}" dt="2021-07-23T05:58:29.353" v="18" actId="20577"/>
        <pc:sldMkLst>
          <pc:docMk/>
          <pc:sldMk cId="3718309540" sldId="446"/>
        </pc:sldMkLst>
        <pc:spChg chg="mod">
          <ac:chgData name="Pelin    MUTANGUHA" userId="S::p.mutanguha@ur.ac.rw::42f5dea1-1a3c-4dcb-8338-5209a23519f5" providerId="AD" clId="Web-{DFDFCE62-4EB1-D865-749E-AD35E3041290}" dt="2021-07-23T05:58:29.353" v="18" actId="20577"/>
          <ac:spMkLst>
            <pc:docMk/>
            <pc:sldMk cId="3718309540" sldId="446"/>
            <ac:spMk id="3" creationId="{2D7DA2C0-7F50-4E38-A8C1-0A5B9AC60A56}"/>
          </ac:spMkLst>
        </pc:spChg>
      </pc:sldChg>
      <pc:sldChg chg="modSp">
        <pc:chgData name="Pelin    MUTANGUHA" userId="S::p.mutanguha@ur.ac.rw::42f5dea1-1a3c-4dcb-8338-5209a23519f5" providerId="AD" clId="Web-{DFDFCE62-4EB1-D865-749E-AD35E3041290}" dt="2021-07-23T05:58:24.759" v="15" actId="20577"/>
        <pc:sldMkLst>
          <pc:docMk/>
          <pc:sldMk cId="575119171" sldId="447"/>
        </pc:sldMkLst>
        <pc:spChg chg="mod">
          <ac:chgData name="Pelin    MUTANGUHA" userId="S::p.mutanguha@ur.ac.rw::42f5dea1-1a3c-4dcb-8338-5209a23519f5" providerId="AD" clId="Web-{DFDFCE62-4EB1-D865-749E-AD35E3041290}" dt="2021-07-23T05:58:24.759" v="15" actId="20577"/>
          <ac:spMkLst>
            <pc:docMk/>
            <pc:sldMk cId="575119171" sldId="447"/>
            <ac:spMk id="3" creationId="{4B44F750-80CE-4C28-973C-65547436C9CA}"/>
          </ac:spMkLst>
        </pc:spChg>
      </pc:sldChg>
      <pc:sldChg chg="modSp">
        <pc:chgData name="Pelin    MUTANGUHA" userId="S::p.mutanguha@ur.ac.rw::42f5dea1-1a3c-4dcb-8338-5209a23519f5" providerId="AD" clId="Web-{DFDFCE62-4EB1-D865-749E-AD35E3041290}" dt="2021-07-23T05:58:16.087" v="14" actId="20577"/>
        <pc:sldMkLst>
          <pc:docMk/>
          <pc:sldMk cId="2675894551" sldId="448"/>
        </pc:sldMkLst>
        <pc:spChg chg="mod">
          <ac:chgData name="Pelin    MUTANGUHA" userId="S::p.mutanguha@ur.ac.rw::42f5dea1-1a3c-4dcb-8338-5209a23519f5" providerId="AD" clId="Web-{DFDFCE62-4EB1-D865-749E-AD35E3041290}" dt="2021-07-23T05:58:16.087" v="14" actId="20577"/>
          <ac:spMkLst>
            <pc:docMk/>
            <pc:sldMk cId="2675894551" sldId="448"/>
            <ac:spMk id="2" creationId="{9343F320-9370-49A2-9471-CBEB6435CBED}"/>
          </ac:spMkLst>
        </pc:spChg>
      </pc:sldChg>
      <pc:sldChg chg="modSp">
        <pc:chgData name="Pelin    MUTANGUHA" userId="S::p.mutanguha@ur.ac.rw::42f5dea1-1a3c-4dcb-8338-5209a23519f5" providerId="AD" clId="Web-{DFDFCE62-4EB1-D865-749E-AD35E3041290}" dt="2021-07-23T05:58:09.665" v="11" actId="20577"/>
        <pc:sldMkLst>
          <pc:docMk/>
          <pc:sldMk cId="384727562" sldId="449"/>
        </pc:sldMkLst>
        <pc:spChg chg="mod">
          <ac:chgData name="Pelin    MUTANGUHA" userId="S::p.mutanguha@ur.ac.rw::42f5dea1-1a3c-4dcb-8338-5209a23519f5" providerId="AD" clId="Web-{DFDFCE62-4EB1-D865-749E-AD35E3041290}" dt="2021-07-23T05:58:09.665" v="11" actId="20577"/>
          <ac:spMkLst>
            <pc:docMk/>
            <pc:sldMk cId="384727562" sldId="449"/>
            <ac:spMk id="4" creationId="{F0BDD32B-2F94-4382-AF4C-A87977C181D9}"/>
          </ac:spMkLst>
        </pc:spChg>
      </pc:sldChg>
    </pc:docChg>
  </pc:docChgLst>
  <pc:docChgLst>
    <pc:chgData name="Pelin    MUTANGUHA" userId="S::p.mutanguha@ur.ac.rw::42f5dea1-1a3c-4dcb-8338-5209a23519f5" providerId="AD" clId="Web-{0D77C6BD-5AA1-B569-76B5-299C41D3EC7B}"/>
    <pc:docChg chg="modSld modMainMaster">
      <pc:chgData name="Pelin    MUTANGUHA" userId="S::p.mutanguha@ur.ac.rw::42f5dea1-1a3c-4dcb-8338-5209a23519f5" providerId="AD" clId="Web-{0D77C6BD-5AA1-B569-76B5-299C41D3EC7B}" dt="2021-09-21T08:33:53.194" v="3"/>
      <pc:docMkLst>
        <pc:docMk/>
      </pc:docMkLst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971976701" sldId="350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971976701" sldId="350"/>
            <ac:spMk id="2" creationId="{9343F320-9370-49A2-9471-CBEB6435CBED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971976701" sldId="350"/>
            <ac:spMk id="3" creationId="{C5767BDF-8B41-4D9B-AB37-0844CCAEAB3B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971976701" sldId="350"/>
            <ac:spMk id="6" creationId="{404DE170-66BB-4BC4-BB9F-376BFB83DEC3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43.538" v="2"/>
        <pc:sldMkLst>
          <pc:docMk/>
          <pc:sldMk cId="3174826932" sldId="356"/>
        </pc:sldMkLst>
        <pc:spChg chg="del mod">
          <ac:chgData name="Pelin    MUTANGUHA" userId="S::p.mutanguha@ur.ac.rw::42f5dea1-1a3c-4dcb-8338-5209a23519f5" providerId="AD" clId="Web-{0D77C6BD-5AA1-B569-76B5-299C41D3EC7B}" dt="2021-09-21T08:33:43.538" v="2"/>
          <ac:spMkLst>
            <pc:docMk/>
            <pc:sldMk cId="3174826932" sldId="356"/>
            <ac:spMk id="4" creationId="{F0BDD32B-2F94-4382-AF4C-A87977C181D9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3174826932" sldId="356"/>
            <ac:spMk id="5" creationId="{3F0762F5-0D4C-4C02-9AA9-CDA0E5919662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3174826932" sldId="356"/>
            <ac:spMk id="6" creationId="{F2CF2128-5CD0-4A8E-8C0A-359C3AD24268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3027751936" sldId="357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3027751936" sldId="357"/>
            <ac:spMk id="4" creationId="{8E955C46-EAEA-4F34-A5E6-774EB0BC469B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3027751936" sldId="357"/>
            <ac:spMk id="5" creationId="{40F1E2A5-34CF-409D-B6E9-B7DB208B4988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3027751936" sldId="357"/>
            <ac:spMk id="7" creationId="{4AD2CDC5-18E5-4D4B-817F-D107C9B759D1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2572965505" sldId="359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2572965505" sldId="359"/>
            <ac:spMk id="4" creationId="{F5F4F5D1-0F4A-4D26-8368-350113FBE124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2572965505" sldId="359"/>
            <ac:spMk id="5" creationId="{07D23EAC-305A-4241-937E-94102345C7C4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2572965505" sldId="359"/>
            <ac:spMk id="8" creationId="{9CD3DD76-2C35-48ED-B48C-5E200AD6636A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3202129421" sldId="360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3202129421" sldId="360"/>
            <ac:spMk id="3" creationId="{EB9827A1-835E-41FC-A06F-518C4B4A21BB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3202129421" sldId="360"/>
            <ac:spMk id="4" creationId="{224756A6-4D66-4A19-BF3A-091D999E2C2C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3202129421" sldId="360"/>
            <ac:spMk id="6" creationId="{9EB49194-C3C6-46D3-9E0A-345E09479C66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3985654201" sldId="361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3985654201" sldId="361"/>
            <ac:spMk id="4" creationId="{0051090D-C506-4180-AB46-5305230C21EF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3985654201" sldId="361"/>
            <ac:spMk id="5" creationId="{76993853-CC4E-4E6E-88DA-3D94AC671E91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3985654201" sldId="361"/>
            <ac:spMk id="6" creationId="{20FB3081-7691-485B-9554-B96E0E309002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3827741604" sldId="362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3827741604" sldId="362"/>
            <ac:spMk id="4" creationId="{D671A444-A93D-4456-9875-56ACC081FE69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3827741604" sldId="362"/>
            <ac:spMk id="5" creationId="{161DA480-F30F-48D8-AF02-3DDF546894F1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3827741604" sldId="362"/>
            <ac:spMk id="6" creationId="{E9D2EF4C-2456-4B4E-9381-223B30ECAF04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536662039" sldId="363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536662039" sldId="363"/>
            <ac:spMk id="4" creationId="{D9EF90F7-6C2B-43ED-A512-9D9E250D4FA5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536662039" sldId="363"/>
            <ac:spMk id="5" creationId="{849A39AE-2D21-457C-A553-9A346D453AE1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536662039" sldId="363"/>
            <ac:spMk id="8" creationId="{CC4568A6-1497-4149-A6A2-E4D59042544D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2783428086" sldId="366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2783428086" sldId="366"/>
            <ac:spMk id="4" creationId="{014A79D2-C7B0-4B9A-83F7-120415C0B23A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2783428086" sldId="366"/>
            <ac:spMk id="5" creationId="{5FCF84B1-EE78-4294-87D4-01FD161D39DE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2783428086" sldId="366"/>
            <ac:spMk id="6" creationId="{5CA6F9D9-6719-482F-9EB6-852E8E5BF7B8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3045018261" sldId="370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3045018261" sldId="370"/>
            <ac:spMk id="4" creationId="{8E955C46-EAEA-4F34-A5E6-774EB0BC469B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3045018261" sldId="370"/>
            <ac:spMk id="5" creationId="{40F1E2A5-34CF-409D-B6E9-B7DB208B4988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3045018261" sldId="370"/>
            <ac:spMk id="6" creationId="{EAB03F37-B77C-4DD8-AFC4-C8D137D9BA0D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1661296005" sldId="371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1661296005" sldId="371"/>
            <ac:spMk id="3" creationId="{0E1D4D54-51E9-4894-A7CB-544B348E55FD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1661296005" sldId="371"/>
            <ac:spMk id="4" creationId="{A0539276-3EEB-45E4-8625-CFE0651FE8CD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1661296005" sldId="371"/>
            <ac:spMk id="8" creationId="{6542C4C4-3C55-466E-8640-A8B424D59AEE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3361967756" sldId="372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3361967756" sldId="372"/>
            <ac:spMk id="3" creationId="{ECABBED6-2251-4A6E-934B-F2C915133F87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3361967756" sldId="372"/>
            <ac:spMk id="4" creationId="{046E4B61-A736-4DC6-84DF-D4BA006B65D4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3361967756" sldId="372"/>
            <ac:spMk id="6" creationId="{702BB0DD-EBF4-4F76-8270-7FCB5A5E40BB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552978545" sldId="373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552978545" sldId="373"/>
            <ac:spMk id="3" creationId="{7321D778-EC78-4183-A46C-0827CE582F09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552978545" sldId="373"/>
            <ac:spMk id="4" creationId="{3B8EFC8C-4E4A-486A-9A0B-3C208A27F305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552978545" sldId="373"/>
            <ac:spMk id="6" creationId="{50F4411A-8F1E-444C-A8FF-FE1D53B26289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4251629764" sldId="374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4251629764" sldId="374"/>
            <ac:spMk id="3" creationId="{5AAA3CC1-911A-49B0-9A1F-335E9961A706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4251629764" sldId="374"/>
            <ac:spMk id="4" creationId="{D02635CB-E26C-4D2C-8AA2-E9E876AA1EE1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4251629764" sldId="374"/>
            <ac:spMk id="7" creationId="{7875F045-E174-4DFE-B07F-BC99905C28B5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2262431992" sldId="375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2262431992" sldId="375"/>
            <ac:spMk id="3" creationId="{AB4F8974-64F4-46C6-9618-A5DCDB5979B3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2262431992" sldId="375"/>
            <ac:spMk id="4" creationId="{3C79BFED-91D1-48FC-A8BE-A5E04B8AEDC5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2262431992" sldId="375"/>
            <ac:spMk id="7" creationId="{F83570D2-49C4-4A7B-A407-02FD91CE60A9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202250865" sldId="376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202250865" sldId="376"/>
            <ac:spMk id="3" creationId="{64722C45-FD1B-4190-8A0E-38850E7EDDF8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202250865" sldId="376"/>
            <ac:spMk id="4" creationId="{2D6D0110-981E-4D33-AD6D-2A8A555545F8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202250865" sldId="376"/>
            <ac:spMk id="7" creationId="{E97425F9-E568-47E5-8791-6B7F06AEC722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993814089" sldId="377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993814089" sldId="377"/>
            <ac:spMk id="3" creationId="{E13B3310-8C75-4DFC-B51D-3FDC0C8A305A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993814089" sldId="377"/>
            <ac:spMk id="4" creationId="{3A06E83C-0D0D-4A65-A973-E2101C968478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993814089" sldId="377"/>
            <ac:spMk id="7" creationId="{CE651147-C8C4-4206-B560-D29A81A856E4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2195624555" sldId="378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2195624555" sldId="378"/>
            <ac:spMk id="3" creationId="{B11D9F61-FD22-4681-8207-93B05AB23C06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2195624555" sldId="378"/>
            <ac:spMk id="4" creationId="{88008708-36DC-41E6-8696-8132D0A2CF0B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2195624555" sldId="378"/>
            <ac:spMk id="8" creationId="{197C521A-6698-4C2B-8890-6ABEB855F64F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3605007300" sldId="379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3605007300" sldId="379"/>
            <ac:spMk id="3" creationId="{1A3215AE-0091-4FBC-A331-2C0625904F1A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3605007300" sldId="379"/>
            <ac:spMk id="4" creationId="{D4C6F7FB-8495-4CFC-A2AA-7E370933C31A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3605007300" sldId="379"/>
            <ac:spMk id="7" creationId="{BAF4DDC8-8E06-4F45-AE0A-6F7CD572BDE7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341562542" sldId="380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341562542" sldId="380"/>
            <ac:spMk id="3" creationId="{15C492DE-D9FC-46E5-B577-69D0A303D2AA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341562542" sldId="380"/>
            <ac:spMk id="4" creationId="{5D5C26C7-53DD-4E54-BE3A-DA08371FA090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341562542" sldId="380"/>
            <ac:spMk id="7" creationId="{CF9EDCB5-FB0D-4B27-9610-2E2DA3891540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938134936" sldId="381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938134936" sldId="381"/>
            <ac:spMk id="3" creationId="{D8D5A540-3024-45D3-AD4F-736BAC0A5AD2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938134936" sldId="381"/>
            <ac:spMk id="4" creationId="{E0EB3192-41A9-4EA3-A24C-6E142753DA39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938134936" sldId="381"/>
            <ac:spMk id="7" creationId="{E9B430A8-A5C3-4787-B4A1-597D3748F834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1236506814" sldId="382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1236506814" sldId="382"/>
            <ac:spMk id="3" creationId="{CACA0CFE-3FC8-4BDC-8CBC-503DE9AD2A73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1236506814" sldId="382"/>
            <ac:spMk id="4" creationId="{F81357CB-63B3-45A7-910A-4A86A1DA71AF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1236506814" sldId="382"/>
            <ac:spMk id="7" creationId="{76AC0B44-B122-4165-B6B6-FA948D4A0486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3203670348" sldId="383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3203670348" sldId="383"/>
            <ac:spMk id="3" creationId="{4DF86668-DCFE-47EC-B4C1-29CB7F534869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3203670348" sldId="383"/>
            <ac:spMk id="4" creationId="{D347BA61-5D0D-4C7D-AAE6-2BE4147643FE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3203670348" sldId="383"/>
            <ac:spMk id="7" creationId="{F75BC458-4AE6-434E-A5E2-45F47238304C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2051547918" sldId="384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2051547918" sldId="384"/>
            <ac:spMk id="3" creationId="{CEAC7549-A23D-4E18-9318-FCAAEEEC0F2F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2051547918" sldId="384"/>
            <ac:spMk id="4" creationId="{F2DF42AA-1C9A-4BDE-834D-2D0A1C99F2E8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2051547918" sldId="384"/>
            <ac:spMk id="6" creationId="{92EAEF27-55EB-47C0-AFDB-25641AFDFEDA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253613279" sldId="385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253613279" sldId="385"/>
            <ac:spMk id="3" creationId="{EB9827A1-835E-41FC-A06F-518C4B4A21BB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253613279" sldId="385"/>
            <ac:spMk id="4" creationId="{224756A6-4D66-4A19-BF3A-091D999E2C2C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253613279" sldId="385"/>
            <ac:spMk id="64" creationId="{E8325005-E3D0-4C43-863D-9AAB4D5126D7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2297401462" sldId="386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2297401462" sldId="386"/>
            <ac:spMk id="3" creationId="{08E3C034-3C3C-41DA-A447-B70DB9939FE1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2297401462" sldId="386"/>
            <ac:spMk id="4" creationId="{48FCD30D-CA6E-4E17-BB14-53488B917072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2297401462" sldId="386"/>
            <ac:spMk id="6" creationId="{29E00EE4-7081-4B58-B39F-AF5DF5D47929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407209670" sldId="387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407209670" sldId="387"/>
            <ac:spMk id="2" creationId="{D0B7D0AE-9AD7-4675-8209-7E6307AC4FB7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407209670" sldId="387"/>
            <ac:spMk id="3" creationId="{98B17666-FAE2-4E33-87A1-DCE1999E8E66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407209670" sldId="387"/>
            <ac:spMk id="6" creationId="{BD0B3EAE-4F64-4A30-94C9-04017D4753FB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511779007" sldId="390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511779007" sldId="390"/>
            <ac:spMk id="3" creationId="{DA9019DC-1B2F-48BD-A01C-216C1D58BE32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511779007" sldId="390"/>
            <ac:spMk id="4" creationId="{1FA6FDFB-070D-4328-A04A-113F8F923F1F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511779007" sldId="390"/>
            <ac:spMk id="7" creationId="{6E600B1E-FE41-46F8-AF87-B4E0B828E84C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708470911" sldId="391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708470911" sldId="391"/>
            <ac:spMk id="3" creationId="{4525AE4E-8CC1-48AE-A18E-05A751EA2EEC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708470911" sldId="391"/>
            <ac:spMk id="4" creationId="{CE91DF8F-C05D-481B-A48F-5734E5299C6A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708470911" sldId="391"/>
            <ac:spMk id="8" creationId="{11F0C9EA-6B97-49AE-98A9-857119FAF3B5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388963993" sldId="392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388963993" sldId="392"/>
            <ac:spMk id="3" creationId="{70915D33-46AE-457C-87C0-72C36FD52886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388963993" sldId="392"/>
            <ac:spMk id="4" creationId="{369419B1-5117-448C-B8E5-ECED2BFACCDF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388963993" sldId="392"/>
            <ac:spMk id="7" creationId="{8724AE7C-4CCF-4DAD-8A1E-2B01FAC99307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3377596562" sldId="393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3377596562" sldId="393"/>
            <ac:spMk id="3" creationId="{66E8AD6B-23A5-4D48-AC78-84ED6ACAE475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3377596562" sldId="393"/>
            <ac:spMk id="4" creationId="{E5309424-9CD1-413D-ADEC-FB0393EB457D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3377596562" sldId="393"/>
            <ac:spMk id="7" creationId="{9FA6792E-01A9-4A74-8E97-D737FBEF72EC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3745768256" sldId="394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3745768256" sldId="394"/>
            <ac:spMk id="3" creationId="{EB5042E0-FE04-404D-AB5E-BAEC2AF0BBDF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3745768256" sldId="394"/>
            <ac:spMk id="4" creationId="{EEC64794-2D57-4130-84AC-3B3C7FDDABC9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3745768256" sldId="394"/>
            <ac:spMk id="7" creationId="{5E588074-6652-4406-A7EE-CE0F24613380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1464286801" sldId="395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1464286801" sldId="395"/>
            <ac:spMk id="3" creationId="{DC0B1F21-672B-4B20-95F4-480687BAD6F1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1464286801" sldId="395"/>
            <ac:spMk id="4" creationId="{FC55C113-E3AA-40D1-8686-62DD05B0D4CE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1464286801" sldId="395"/>
            <ac:spMk id="6" creationId="{0D7F57AC-13EC-44E0-BAE0-0E404C6D8934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1124770336" sldId="396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1124770336" sldId="396"/>
            <ac:spMk id="3" creationId="{4DFDCF82-FECE-4BC2-94E3-A334D8ACDFE1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1124770336" sldId="396"/>
            <ac:spMk id="4" creationId="{3B88098A-EFC3-4C65-82A2-49E440A21224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1124770336" sldId="396"/>
            <ac:spMk id="7" creationId="{37B6186F-3165-40B9-876A-CE2411D006CF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3338318204" sldId="397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3338318204" sldId="397"/>
            <ac:spMk id="3" creationId="{E5838C99-1298-412F-9250-DBD20E902B9A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3338318204" sldId="397"/>
            <ac:spMk id="4" creationId="{F19B3E89-5678-43FA-8984-A255641D5ADE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3338318204" sldId="397"/>
            <ac:spMk id="6" creationId="{2AA4D8A2-5433-4384-A9BB-3FF201D08911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258936649" sldId="398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258936649" sldId="398"/>
            <ac:spMk id="3" creationId="{DA3B1D99-B9F2-4498-B491-7B295482B768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258936649" sldId="398"/>
            <ac:spMk id="4" creationId="{F3313AE9-084D-430F-A926-E4137F607804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258936649" sldId="398"/>
            <ac:spMk id="7" creationId="{8886431C-18E9-4943-AC46-D95AB79C5853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3599900720" sldId="400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3599900720" sldId="400"/>
            <ac:spMk id="4" creationId="{014A79D2-C7B0-4B9A-83F7-120415C0B23A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3599900720" sldId="400"/>
            <ac:spMk id="5" creationId="{5FCF84B1-EE78-4294-87D4-01FD161D39DE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3599900720" sldId="400"/>
            <ac:spMk id="7" creationId="{41FCB6ED-D4A8-4D42-A205-37CBFA85DEAC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3789832905" sldId="401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3789832905" sldId="401"/>
            <ac:spMk id="3" creationId="{B11D9F61-FD22-4681-8207-93B05AB23C06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3789832905" sldId="401"/>
            <ac:spMk id="4" creationId="{88008708-36DC-41E6-8696-8132D0A2CF0B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3789832905" sldId="401"/>
            <ac:spMk id="8" creationId="{07B644B5-471F-49BD-B805-91FD74CF394C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3468444020" sldId="402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3468444020" sldId="402"/>
            <ac:spMk id="3" creationId="{B11D9F61-FD22-4681-8207-93B05AB23C06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3468444020" sldId="402"/>
            <ac:spMk id="4" creationId="{88008708-36DC-41E6-8696-8132D0A2CF0B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3468444020" sldId="402"/>
            <ac:spMk id="6" creationId="{AF6E5129-7E86-42C6-8E19-F081FBB45266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2515557160" sldId="403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2515557160" sldId="403"/>
            <ac:spMk id="3" creationId="{E13B3310-8C75-4DFC-B51D-3FDC0C8A305A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2515557160" sldId="403"/>
            <ac:spMk id="4" creationId="{3A06E83C-0D0D-4A65-A973-E2101C968478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2515557160" sldId="403"/>
            <ac:spMk id="6" creationId="{DEC68CFE-B045-48B8-933A-6605BB394751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112100765" sldId="404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112100765" sldId="404"/>
            <ac:spMk id="3" creationId="{64722C45-FD1B-4190-8A0E-38850E7EDDF8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112100765" sldId="404"/>
            <ac:spMk id="4" creationId="{2D6D0110-981E-4D33-AD6D-2A8A555545F8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112100765" sldId="404"/>
            <ac:spMk id="6" creationId="{01A6A5B6-254B-4631-A008-D1B1117E5765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2345714355" sldId="405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2345714355" sldId="405"/>
            <ac:spMk id="3" creationId="{AB4F8974-64F4-46C6-9618-A5DCDB5979B3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2345714355" sldId="405"/>
            <ac:spMk id="4" creationId="{3C79BFED-91D1-48FC-A8BE-A5E04B8AEDC5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2345714355" sldId="405"/>
            <ac:spMk id="6" creationId="{67113AF9-A83D-43AB-8517-DE76E48D2DB2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3949280349" sldId="406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3949280349" sldId="406"/>
            <ac:spMk id="3" creationId="{5AAA3CC1-911A-49B0-9A1F-335E9961A706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3949280349" sldId="406"/>
            <ac:spMk id="4" creationId="{D02635CB-E26C-4D2C-8AA2-E9E876AA1EE1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3949280349" sldId="406"/>
            <ac:spMk id="7" creationId="{081613D2-EB21-460B-97AA-92F6A1FA4085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1247617079" sldId="407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1247617079" sldId="407"/>
            <ac:spMk id="3" creationId="{5AAA3CC1-911A-49B0-9A1F-335E9961A706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1247617079" sldId="407"/>
            <ac:spMk id="4" creationId="{D02635CB-E26C-4D2C-8AA2-E9E876AA1EE1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1247617079" sldId="407"/>
            <ac:spMk id="6" creationId="{F368196A-7E31-45BB-BBD2-413759D32C09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438174521" sldId="408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438174521" sldId="408"/>
            <ac:spMk id="3" creationId="{7321D778-EC78-4183-A46C-0827CE582F09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438174521" sldId="408"/>
            <ac:spMk id="4" creationId="{3B8EFC8C-4E4A-486A-9A0B-3C208A27F305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438174521" sldId="408"/>
            <ac:spMk id="7" creationId="{D3B0C8B6-BB91-41B8-92A6-49292261C781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2959082132" sldId="409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2959082132" sldId="409"/>
            <ac:spMk id="4" creationId="{D9EF90F7-6C2B-43ED-A512-9D9E250D4FA5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2959082132" sldId="409"/>
            <ac:spMk id="5" creationId="{849A39AE-2D21-457C-A553-9A346D453AE1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2959082132" sldId="409"/>
            <ac:spMk id="6" creationId="{242BB6CE-F254-4202-9D2F-6D2F8404B066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1186620386" sldId="410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1186620386" sldId="410"/>
            <ac:spMk id="4" creationId="{D671A444-A93D-4456-9875-56ACC081FE69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1186620386" sldId="410"/>
            <ac:spMk id="5" creationId="{161DA480-F30F-48D8-AF02-3DDF546894F1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1186620386" sldId="410"/>
            <ac:spMk id="7" creationId="{8241E618-D4FE-4950-A6E2-38E387126C03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2706541049" sldId="411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2706541049" sldId="411"/>
            <ac:spMk id="4" creationId="{0051090D-C506-4180-AB46-5305230C21EF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2706541049" sldId="411"/>
            <ac:spMk id="5" creationId="{76993853-CC4E-4E6E-88DA-3D94AC671E91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2706541049" sldId="411"/>
            <ac:spMk id="6" creationId="{45FFDF01-1BA8-4909-A4D1-1FB606C6713E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298899312" sldId="412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298899312" sldId="412"/>
            <ac:spMk id="3" creationId="{EB9827A1-835E-41FC-A06F-518C4B4A21BB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298899312" sldId="412"/>
            <ac:spMk id="4" creationId="{224756A6-4D66-4A19-BF3A-091D999E2C2C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298899312" sldId="412"/>
            <ac:spMk id="6" creationId="{15A332E9-EAE3-40D1-9A55-BE84715E736E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1238277927" sldId="413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1238277927" sldId="413"/>
            <ac:spMk id="3" creationId="{EB9827A1-835E-41FC-A06F-518C4B4A21BB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1238277927" sldId="413"/>
            <ac:spMk id="4" creationId="{224756A6-4D66-4A19-BF3A-091D999E2C2C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1238277927" sldId="413"/>
            <ac:spMk id="6" creationId="{46F5F00D-F8FF-4B35-8BF0-12056A165805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3001792318" sldId="414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3001792318" sldId="414"/>
            <ac:spMk id="3" creationId="{0E1D4D54-51E9-4894-A7CB-544B348E55FD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3001792318" sldId="414"/>
            <ac:spMk id="4" creationId="{A0539276-3EEB-45E4-8625-CFE0651FE8CD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3001792318" sldId="414"/>
            <ac:spMk id="6" creationId="{444BDEA8-CDB5-4008-BBD4-3477A0CA256C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3753954963" sldId="415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3753954963" sldId="415"/>
            <ac:spMk id="3" creationId="{0E1D4D54-51E9-4894-A7CB-544B348E55FD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3753954963" sldId="415"/>
            <ac:spMk id="4" creationId="{A0539276-3EEB-45E4-8625-CFE0651FE8CD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3753954963" sldId="415"/>
            <ac:spMk id="6" creationId="{2E110CCE-BC95-4861-B0DF-108D12E20F53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2443124378" sldId="416"/>
        </pc:sldMkLst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2443124378" sldId="416"/>
            <ac:spMk id="2" creationId="{66EFC7B4-451E-4FF4-9E06-EAE65082E01B}"/>
          </ac:spMkLst>
        </pc:spChg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2443124378" sldId="416"/>
            <ac:spMk id="4" creationId="{8E955C46-EAEA-4F34-A5E6-774EB0BC469B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2443124378" sldId="416"/>
            <ac:spMk id="5" creationId="{40F1E2A5-34CF-409D-B6E9-B7DB208B4988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4166666030" sldId="417"/>
        </pc:sldMkLst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4166666030" sldId="417"/>
            <ac:spMk id="2" creationId="{C1179E98-326C-4A9D-92D6-871D90E2C52E}"/>
          </ac:spMkLst>
        </pc:spChg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4166666030" sldId="417"/>
            <ac:spMk id="4" creationId="{8E955C46-EAEA-4F34-A5E6-774EB0BC469B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4166666030" sldId="417"/>
            <ac:spMk id="5" creationId="{40F1E2A5-34CF-409D-B6E9-B7DB208B4988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3531655128" sldId="418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3531655128" sldId="418"/>
            <ac:spMk id="4" creationId="{8E955C46-EAEA-4F34-A5E6-774EB0BC469B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3531655128" sldId="418"/>
            <ac:spMk id="5" creationId="{40F1E2A5-34CF-409D-B6E9-B7DB208B4988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3531655128" sldId="418"/>
            <ac:spMk id="6" creationId="{BCD70735-D0B2-4FCD-94B3-44CCCCF91F02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3457173316" sldId="419"/>
        </pc:sldMkLst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3457173316" sldId="419"/>
            <ac:spMk id="2" creationId="{EFDE228C-6793-4021-9B15-F3C787523395}"/>
          </ac:spMkLst>
        </pc:spChg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3457173316" sldId="419"/>
            <ac:spMk id="4" creationId="{8E955C46-EAEA-4F34-A5E6-774EB0BC469B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3457173316" sldId="419"/>
            <ac:spMk id="5" creationId="{40F1E2A5-34CF-409D-B6E9-B7DB208B4988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1219207228" sldId="420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1219207228" sldId="420"/>
            <ac:spMk id="4" creationId="{8E955C46-EAEA-4F34-A5E6-774EB0BC469B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1219207228" sldId="420"/>
            <ac:spMk id="5" creationId="{40F1E2A5-34CF-409D-B6E9-B7DB208B4988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1219207228" sldId="420"/>
            <ac:spMk id="6" creationId="{D4EE85CC-B254-4B3C-B6AE-1600730C4F75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1345672935" sldId="421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1345672935" sldId="421"/>
            <ac:spMk id="2" creationId="{9343F320-9370-49A2-9471-CBEB6435CBED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1345672935" sldId="421"/>
            <ac:spMk id="3" creationId="{C5767BDF-8B41-4D9B-AB37-0844CCAEAB3B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1345672935" sldId="421"/>
            <ac:spMk id="6" creationId="{A98D422C-DB9D-4FCD-9C25-A2721536032B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2757885998" sldId="422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2757885998" sldId="422"/>
            <ac:spMk id="4" creationId="{F0BDD32B-2F94-4382-AF4C-A87977C181D9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2757885998" sldId="422"/>
            <ac:spMk id="5" creationId="{3F0762F5-0D4C-4C02-9AA9-CDA0E5919662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2757885998" sldId="422"/>
            <ac:spMk id="6" creationId="{C302FDE1-E6A5-4B3C-B5A9-BC3FF39A3F98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2179529319" sldId="423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2179529319" sldId="423"/>
            <ac:spMk id="3" creationId="{DDE7C530-1D0C-4D43-BA8D-8EF0688F7C7F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2179529319" sldId="423"/>
            <ac:spMk id="4" creationId="{316A81B0-A1E6-484A-88C2-86624964FC7E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2179529319" sldId="423"/>
            <ac:spMk id="6" creationId="{AD9573B5-40E6-418B-882A-2C7DC809EBB2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1544262442" sldId="424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1544262442" sldId="424"/>
            <ac:spMk id="3" creationId="{9F27E192-9771-4EF6-A9B8-FCD325E45194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1544262442" sldId="424"/>
            <ac:spMk id="4" creationId="{EE819CF7-F7AF-495F-9283-52B13B0B3362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1544262442" sldId="424"/>
            <ac:spMk id="6" creationId="{E6E1C960-DB10-4850-920E-8BD89BF3F5A4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3174099280" sldId="425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3174099280" sldId="425"/>
            <ac:spMk id="3" creationId="{C2EBDF06-D9A5-4207-BF9E-EA984F492A28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3174099280" sldId="425"/>
            <ac:spMk id="4" creationId="{12ADE473-AF8C-4F8B-B607-C64EDEDD0D09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3174099280" sldId="425"/>
            <ac:spMk id="6" creationId="{138F3171-23CD-418A-B16A-98AFF942E165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2694766182" sldId="426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2694766182" sldId="426"/>
            <ac:spMk id="3" creationId="{5797C9A9-E957-43CB-9AFD-CA140876DED1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2694766182" sldId="426"/>
            <ac:spMk id="4" creationId="{BD32CAC3-43F7-4D8C-AEFA-CF32B8816E56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2694766182" sldId="426"/>
            <ac:spMk id="7" creationId="{CE17F6CC-6BC3-4E0C-9FC0-B2A6FA9EE785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1204834403" sldId="427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1204834403" sldId="427"/>
            <ac:spMk id="3" creationId="{B02C844D-4675-4014-8E2B-8259B7AA1164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1204834403" sldId="427"/>
            <ac:spMk id="4" creationId="{24AFA173-35B9-4E55-B516-09154B39DD03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1204834403" sldId="427"/>
            <ac:spMk id="7" creationId="{E4311AE6-5808-42C7-ABD6-53D3EC790B80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4045948696" sldId="428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4045948696" sldId="428"/>
            <ac:spMk id="3" creationId="{F9E6CED3-BCB4-45F0-A4FA-8C2FA065C9BD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4045948696" sldId="428"/>
            <ac:spMk id="4" creationId="{84A0D73E-7718-41FF-B0A7-08A9B2F1F928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4045948696" sldId="428"/>
            <ac:spMk id="6" creationId="{A079FD13-9000-42E6-A9AF-4435965E73FD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2801589898" sldId="429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2801589898" sldId="429"/>
            <ac:spMk id="3" creationId="{76AE0C51-BC22-429D-A509-6124BAAB9196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2801589898" sldId="429"/>
            <ac:spMk id="4" creationId="{416FE226-F420-474A-92A0-7715D9ACFBB8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2801589898" sldId="429"/>
            <ac:spMk id="8" creationId="{8A29EAFD-52A1-4769-A58E-187A1F821D14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2128253036" sldId="430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2128253036" sldId="430"/>
            <ac:spMk id="3" creationId="{BF4E82D0-6B9C-4F87-B61F-501AEEA8E8BA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2128253036" sldId="430"/>
            <ac:spMk id="4" creationId="{353932A6-F0B1-4433-AFDC-B033842F9587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2128253036" sldId="430"/>
            <ac:spMk id="7" creationId="{6A058F91-747E-470B-927B-72B247F93A7A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2962637852" sldId="431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2962637852" sldId="431"/>
            <ac:spMk id="2" creationId="{9343F320-9370-49A2-9471-CBEB6435CBED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2962637852" sldId="431"/>
            <ac:spMk id="3" creationId="{C5767BDF-8B41-4D9B-AB37-0844CCAEAB3B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2962637852" sldId="431"/>
            <ac:spMk id="6" creationId="{113BAEE9-6E52-4BEC-940E-51C65AFCAF1A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4167168563" sldId="432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4167168563" sldId="432"/>
            <ac:spMk id="3" creationId="{D36958D2-6481-4DDC-A4FE-0A26D01828A3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4167168563" sldId="432"/>
            <ac:spMk id="4" creationId="{896977A8-F480-453E-9F1B-45379FE6CEDB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4167168563" sldId="432"/>
            <ac:spMk id="6" creationId="{8A7297F9-0E81-4B8C-92E1-4DAFD3761960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3088320037" sldId="433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3088320037" sldId="433"/>
            <ac:spMk id="3" creationId="{58EA01BA-A775-44DE-9592-7A2E62C31F93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3088320037" sldId="433"/>
            <ac:spMk id="4" creationId="{9BB15DAF-00EB-44E0-9D13-6ADE42796358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3088320037" sldId="433"/>
            <ac:spMk id="7" creationId="{A7F0E3C6-D2AF-4C90-9D30-ED096115FA14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767952163" sldId="434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767952163" sldId="434"/>
            <ac:spMk id="3" creationId="{D8AEB05F-3EF3-41C2-A571-B875137E0121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767952163" sldId="434"/>
            <ac:spMk id="4" creationId="{5AC4B2E2-DD7E-4582-9669-B067D4DAB949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767952163" sldId="434"/>
            <ac:spMk id="7" creationId="{ECC8F0B1-1694-48CC-BA6E-28914900F430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2646352671" sldId="435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2646352671" sldId="435"/>
            <ac:spMk id="3" creationId="{7E5B4CEF-AFC6-4FBE-84B8-657A28269758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2646352671" sldId="435"/>
            <ac:spMk id="4" creationId="{AB9F6FED-35C8-4E04-9146-541CB0F12EFD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2646352671" sldId="435"/>
            <ac:spMk id="6" creationId="{32C67915-5EB6-41BE-9CC0-0CC35A93B2DB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2914844862" sldId="436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2914844862" sldId="436"/>
            <ac:spMk id="2" creationId="{9343F320-9370-49A2-9471-CBEB6435CBED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2914844862" sldId="436"/>
            <ac:spMk id="3" creationId="{C5767BDF-8B41-4D9B-AB37-0844CCAEAB3B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2914844862" sldId="436"/>
            <ac:spMk id="6" creationId="{5FBDB314-8682-4758-8EA0-E7C3920E2538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3513060510" sldId="437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3513060510" sldId="437"/>
            <ac:spMk id="3" creationId="{E6631576-FC23-4A94-BD3A-7F17775C2D91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3513060510" sldId="437"/>
            <ac:spMk id="4" creationId="{F434BD2F-999A-4BFE-90ED-B3849EA03302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3513060510" sldId="437"/>
            <ac:spMk id="7" creationId="{09116EA3-936E-4D27-A1C8-E761DF8DB551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3170007785" sldId="438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3170007785" sldId="438"/>
            <ac:spMk id="3" creationId="{CDD8B1B7-1CE3-408C-BEE6-6C6EE90CB5A8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3170007785" sldId="438"/>
            <ac:spMk id="4" creationId="{9AC0D694-8B0F-4C33-BBBC-725861D2C2A8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3170007785" sldId="438"/>
            <ac:spMk id="7" creationId="{40CBF0C1-2C99-4C8F-9899-64B8A2FB826F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2958018336" sldId="439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2958018336" sldId="439"/>
            <ac:spMk id="3" creationId="{3D82DAD9-BD53-483D-A5B8-B6A85A1D9752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2958018336" sldId="439"/>
            <ac:spMk id="4" creationId="{E03AE778-3E21-4CDD-900E-09B9E7A7D0F3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2958018336" sldId="439"/>
            <ac:spMk id="7" creationId="{9D103F69-D2EB-49F1-B621-F2F1A7A06B87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51110624" sldId="440"/>
        </pc:sldMkLst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51110624" sldId="440"/>
            <ac:spMk id="2" creationId="{741CFFDE-1366-4A13-85EA-CBB67C029295}"/>
          </ac:spMkLst>
        </pc:spChg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51110624" sldId="440"/>
            <ac:spMk id="3" creationId="{9225E5A2-2B59-4657-A8E9-2A012DBDD9D7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51110624" sldId="440"/>
            <ac:spMk id="4" creationId="{E4A3E6CB-85D5-46F8-BC17-5AC075035AC3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3090410074" sldId="441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3090410074" sldId="441"/>
            <ac:spMk id="3" creationId="{4BA59224-312C-4F11-90CB-A8036758FE48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3090410074" sldId="441"/>
            <ac:spMk id="4" creationId="{7D75C973-93F1-4B89-B1CD-DF2847DFDE5F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3090410074" sldId="441"/>
            <ac:spMk id="6" creationId="{C1C451E8-8326-4008-8692-72FCBB24E1F2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2028753568" sldId="442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2028753568" sldId="442"/>
            <ac:spMk id="2" creationId="{9343F320-9370-49A2-9471-CBEB6435CBED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2028753568" sldId="442"/>
            <ac:spMk id="3" creationId="{C5767BDF-8B41-4D9B-AB37-0844CCAEAB3B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2028753568" sldId="442"/>
            <ac:spMk id="6" creationId="{AB5C02AB-1CDD-4C2F-8A9E-2C4077C39103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4259490818" sldId="443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4259490818" sldId="443"/>
            <ac:spMk id="3" creationId="{AC753B93-8AE5-40E9-8818-ED1B9F1C8A77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4259490818" sldId="443"/>
            <ac:spMk id="4" creationId="{41DCDF34-9650-43DA-94A5-4A9E3E2615F2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4259490818" sldId="443"/>
            <ac:spMk id="6" creationId="{7A0D9C27-1BFA-41EE-8D96-9D5ECA3ED4D8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4027540064" sldId="444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4027540064" sldId="444"/>
            <ac:spMk id="3" creationId="{014721A2-87C3-4569-B387-A4C88A95BE75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4027540064" sldId="444"/>
            <ac:spMk id="4" creationId="{0F0DF9CD-13B1-4744-BACA-94D891804DC8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4027540064" sldId="444"/>
            <ac:spMk id="7" creationId="{C5D7A11F-3815-4540-A4B0-EFD62E542A1A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2964601701" sldId="445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2964601701" sldId="445"/>
            <ac:spMk id="3" creationId="{D0D5D292-F7F9-47C9-9FA1-39FDAE1579DE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2964601701" sldId="445"/>
            <ac:spMk id="4" creationId="{0A169532-5B46-49A2-8CF2-52101730B454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2964601701" sldId="445"/>
            <ac:spMk id="7" creationId="{0C580673-D6C4-4070-A44A-F5FB88872DC7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3718309540" sldId="446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3718309540" sldId="446"/>
            <ac:spMk id="3" creationId="{2D7DA2C0-7F50-4E38-A8C1-0A5B9AC60A56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3718309540" sldId="446"/>
            <ac:spMk id="4" creationId="{98090947-D298-4124-82F1-76149648DC61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3718309540" sldId="446"/>
            <ac:spMk id="7" creationId="{1988EB71-72C0-4DF5-82C4-B34D1F2472A9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575119171" sldId="447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575119171" sldId="447"/>
            <ac:spMk id="3" creationId="{4B44F750-80CE-4C28-973C-65547436C9CA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575119171" sldId="447"/>
            <ac:spMk id="4" creationId="{9A256B84-57D6-453C-926C-293D284333CF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575119171" sldId="447"/>
            <ac:spMk id="6" creationId="{585658D9-5491-4AF7-A1AF-B5FE9A24D7CE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2675894551" sldId="448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2675894551" sldId="448"/>
            <ac:spMk id="2" creationId="{9343F320-9370-49A2-9471-CBEB6435CBED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2675894551" sldId="448"/>
            <ac:spMk id="3" creationId="{C5767BDF-8B41-4D9B-AB37-0844CCAEAB3B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2675894551" sldId="448"/>
            <ac:spMk id="6" creationId="{0C3D60FA-296A-494B-9F40-9BB6F09735FB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384727562" sldId="449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384727562" sldId="449"/>
            <ac:spMk id="4" creationId="{F0BDD32B-2F94-4382-AF4C-A87977C181D9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384727562" sldId="449"/>
            <ac:spMk id="5" creationId="{3F0762F5-0D4C-4C02-9AA9-CDA0E5919662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384727562" sldId="449"/>
            <ac:spMk id="6" creationId="{12133D98-D22F-4CF4-A66F-7DD4B1847525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2013865990" sldId="451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2013865990" sldId="451"/>
            <ac:spMk id="3" creationId="{6B1F41CC-5422-4D38-A4EA-5855CF431A98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2013865990" sldId="451"/>
            <ac:spMk id="4" creationId="{7A1F50DB-0295-4EA6-B07A-0340768FB116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2013865990" sldId="451"/>
            <ac:spMk id="7" creationId="{1F66C9C7-FAF1-4B65-A4CA-A5BD7B198BEB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2144722681" sldId="452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2144722681" sldId="452"/>
            <ac:spMk id="3" creationId="{D3065621-1288-4021-9D1A-229969F27804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2144722681" sldId="452"/>
            <ac:spMk id="4" creationId="{79D3449B-CCBA-405A-9AE4-8D93A8B8B552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2144722681" sldId="452"/>
            <ac:spMk id="7" creationId="{9E280514-62DD-486E-9081-E4CEAE808CA0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2841118370" sldId="453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2841118370" sldId="453"/>
            <ac:spMk id="3" creationId="{386AD6AF-CE29-472E-921A-7B0C36F10B9F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2841118370" sldId="453"/>
            <ac:spMk id="4" creationId="{02B164AB-BA7A-4D75-B85E-C37DB673BADD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2841118370" sldId="453"/>
            <ac:spMk id="6" creationId="{9F35CDA2-D8B9-497B-A948-531A006B125A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817136214" sldId="454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817136214" sldId="454"/>
            <ac:spMk id="3" creationId="{03E61BB9-A6F1-4E99-9151-682DAF228BC6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817136214" sldId="454"/>
            <ac:spMk id="4" creationId="{34BA8792-FCE6-49EB-99AF-B010CF69E6D2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817136214" sldId="454"/>
            <ac:spMk id="6" creationId="{B1A83120-2F06-4473-B013-87C5962AADF7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2997470279" sldId="455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2997470279" sldId="455"/>
            <ac:spMk id="3" creationId="{03E61BB9-A6F1-4E99-9151-682DAF228BC6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2997470279" sldId="455"/>
            <ac:spMk id="4" creationId="{34BA8792-FCE6-49EB-99AF-B010CF69E6D2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2997470279" sldId="455"/>
            <ac:spMk id="6" creationId="{30A18C58-7B0A-4EAB-857E-4B0C481861ED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1148752767" sldId="456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1148752767" sldId="456"/>
            <ac:spMk id="3" creationId="{82420719-55E6-4590-897C-021A94FBA441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1148752767" sldId="456"/>
            <ac:spMk id="4" creationId="{F464A234-87C2-4F8E-95B4-5CB2111A0942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1148752767" sldId="456"/>
            <ac:spMk id="6" creationId="{DA594C43-E49B-44EB-B197-08BB5437F063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1599896475" sldId="458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1599896475" sldId="458"/>
            <ac:spMk id="3" creationId="{CAD5E0B6-FABC-48C9-8D8D-38F06C54A0EC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1599896475" sldId="458"/>
            <ac:spMk id="4" creationId="{F1A65BB5-7533-4807-AF91-D435A4A556F0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1599896475" sldId="458"/>
            <ac:spMk id="7" creationId="{9C3042EC-D577-4A11-95DE-C4A4A40AF368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871825502" sldId="459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871825502" sldId="459"/>
            <ac:spMk id="3" creationId="{907161BF-3E36-4494-8663-6F89E4098E32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871825502" sldId="459"/>
            <ac:spMk id="4" creationId="{D67A1D66-A836-4FF5-8D29-F7D5C31EDA74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871825502" sldId="459"/>
            <ac:spMk id="8" creationId="{85E37792-E434-43D4-803D-08A5BA6C5163}"/>
          </ac:spMkLst>
        </pc:spChg>
      </pc:sldChg>
      <pc:sldChg chg="addSp delSp modSp">
        <pc:chgData name="Pelin    MUTANGUHA" userId="S::p.mutanguha@ur.ac.rw::42f5dea1-1a3c-4dcb-8338-5209a23519f5" providerId="AD" clId="Web-{0D77C6BD-5AA1-B569-76B5-299C41D3EC7B}" dt="2021-09-21T08:33:53.194" v="3"/>
        <pc:sldMkLst>
          <pc:docMk/>
          <pc:sldMk cId="807522402" sldId="460"/>
        </pc:sldMkLst>
        <pc:spChg chg="del mod">
          <ac:chgData name="Pelin    MUTANGUHA" userId="S::p.mutanguha@ur.ac.rw::42f5dea1-1a3c-4dcb-8338-5209a23519f5" providerId="AD" clId="Web-{0D77C6BD-5AA1-B569-76B5-299C41D3EC7B}" dt="2021-09-21T08:33:53.194" v="3"/>
          <ac:spMkLst>
            <pc:docMk/>
            <pc:sldMk cId="807522402" sldId="460"/>
            <ac:spMk id="3" creationId="{A910BCFE-2D5E-483B-97A8-67C1A7493E60}"/>
          </ac:spMkLst>
        </pc:spChg>
        <pc:spChg chg="del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k cId="807522402" sldId="460"/>
            <ac:spMk id="4" creationId="{37AC2C57-33AC-469A-92B1-303BD18AB11B}"/>
          </ac:spMkLst>
        </pc:spChg>
        <pc:spChg chg="add mod">
          <ac:chgData name="Pelin    MUTANGUHA" userId="S::p.mutanguha@ur.ac.rw::42f5dea1-1a3c-4dcb-8338-5209a23519f5" providerId="AD" clId="Web-{0D77C6BD-5AA1-B569-76B5-299C41D3EC7B}" dt="2021-09-21T08:33:38.491" v="1"/>
          <ac:spMkLst>
            <pc:docMk/>
            <pc:sldMk cId="807522402" sldId="460"/>
            <ac:spMk id="8" creationId="{F35A598E-DC7D-406F-A21A-7AEFEB0F1824}"/>
          </ac:spMkLst>
        </pc:spChg>
      </pc:sldChg>
      <pc:sldMasterChg chg="modSp mod modSldLayout">
        <pc:chgData name="Pelin    MUTANGUHA" userId="S::p.mutanguha@ur.ac.rw::42f5dea1-1a3c-4dcb-8338-5209a23519f5" providerId="AD" clId="Web-{0D77C6BD-5AA1-B569-76B5-299C41D3EC7B}" dt="2021-09-21T08:33:53.194" v="3"/>
        <pc:sldMasterMkLst>
          <pc:docMk/>
          <pc:sldMasterMk cId="1394360962" sldId="2147483685"/>
        </pc:sldMasterMkLst>
        <pc:spChg chg="mod">
          <ac:chgData name="Pelin    MUTANGUHA" userId="S::p.mutanguha@ur.ac.rw::42f5dea1-1a3c-4dcb-8338-5209a23519f5" providerId="AD" clId="Web-{0D77C6BD-5AA1-B569-76B5-299C41D3EC7B}" dt="2021-09-21T08:33:28.225" v="0"/>
          <ac:spMkLst>
            <pc:docMk/>
            <pc:sldMasterMk cId="1394360962" sldId="2147483685"/>
            <ac:spMk id="5" creationId="{00000000-0000-0000-0000-000000000000}"/>
          </ac:spMkLst>
        </pc:spChg>
        <pc:sldLayoutChg chg="modSp mod">
          <pc:chgData name="Pelin    MUTANGUHA" userId="S::p.mutanguha@ur.ac.rw::42f5dea1-1a3c-4dcb-8338-5209a23519f5" providerId="AD" clId="Web-{0D77C6BD-5AA1-B569-76B5-299C41D3EC7B}" dt="2021-09-21T08:33:53.194" v="3"/>
          <pc:sldLayoutMkLst>
            <pc:docMk/>
            <pc:sldMasterMk cId="1394360962" sldId="2147483685"/>
            <pc:sldLayoutMk cId="1723584344" sldId="2147483674"/>
          </pc:sldLayoutMkLst>
          <pc:spChg chg="mod">
            <ac:chgData name="Pelin    MUTANGUHA" userId="S::p.mutanguha@ur.ac.rw::42f5dea1-1a3c-4dcb-8338-5209a23519f5" providerId="AD" clId="Web-{0D77C6BD-5AA1-B569-76B5-299C41D3EC7B}" dt="2021-09-21T08:33:28.225" v="0"/>
            <ac:spMkLst>
              <pc:docMk/>
              <pc:sldMasterMk cId="1394360962" sldId="2147483685"/>
              <pc:sldLayoutMk cId="1723584344" sldId="2147483674"/>
              <ac:spMk id="5" creationId="{051A78A9-3DFF-4937-A9F2-5D8CF495F367}"/>
            </ac:spMkLst>
          </pc:spChg>
        </pc:sldLayoutChg>
        <pc:sldLayoutChg chg="modSp mod">
          <pc:chgData name="Pelin    MUTANGUHA" userId="S::p.mutanguha@ur.ac.rw::42f5dea1-1a3c-4dcb-8338-5209a23519f5" providerId="AD" clId="Web-{0D77C6BD-5AA1-B569-76B5-299C41D3EC7B}" dt="2021-09-21T08:33:53.194" v="3"/>
          <pc:sldLayoutMkLst>
            <pc:docMk/>
            <pc:sldMasterMk cId="1394360962" sldId="2147483685"/>
            <pc:sldLayoutMk cId="3432407088" sldId="2147483675"/>
          </pc:sldLayoutMkLst>
          <pc:spChg chg="mod">
            <ac:chgData name="Pelin    MUTANGUHA" userId="S::p.mutanguha@ur.ac.rw::42f5dea1-1a3c-4dcb-8338-5209a23519f5" providerId="AD" clId="Web-{0D77C6BD-5AA1-B569-76B5-299C41D3EC7B}" dt="2021-09-21T08:33:28.225" v="0"/>
            <ac:spMkLst>
              <pc:docMk/>
              <pc:sldMasterMk cId="1394360962" sldId="2147483685"/>
              <pc:sldLayoutMk cId="3432407088" sldId="2147483675"/>
              <ac:spMk id="8" creationId="{062CA021-2578-47CB-822C-BDDFF7223B28}"/>
            </ac:spMkLst>
          </pc:spChg>
        </pc:sldLayoutChg>
        <pc:sldLayoutChg chg="modSp mod">
          <pc:chgData name="Pelin    MUTANGUHA" userId="S::p.mutanguha@ur.ac.rw::42f5dea1-1a3c-4dcb-8338-5209a23519f5" providerId="AD" clId="Web-{0D77C6BD-5AA1-B569-76B5-299C41D3EC7B}" dt="2021-09-21T08:33:53.194" v="3"/>
          <pc:sldLayoutMkLst>
            <pc:docMk/>
            <pc:sldMasterMk cId="1394360962" sldId="2147483685"/>
            <pc:sldLayoutMk cId="3020399256" sldId="2147483678"/>
          </pc:sldLayoutMkLst>
          <pc:spChg chg="mod">
            <ac:chgData name="Pelin    MUTANGUHA" userId="S::p.mutanguha@ur.ac.rw::42f5dea1-1a3c-4dcb-8338-5209a23519f5" providerId="AD" clId="Web-{0D77C6BD-5AA1-B569-76B5-299C41D3EC7B}" dt="2021-09-21T08:33:28.225" v="0"/>
            <ac:spMkLst>
              <pc:docMk/>
              <pc:sldMasterMk cId="1394360962" sldId="2147483685"/>
              <pc:sldLayoutMk cId="3020399256" sldId="2147483678"/>
              <ac:spMk id="7" creationId="{EED72207-24CA-42B7-A975-2F8E41CBA904}"/>
            </ac:spMkLst>
          </pc:spChg>
        </pc:sldLayoutChg>
        <pc:sldLayoutChg chg="modSp mod">
          <pc:chgData name="Pelin    MUTANGUHA" userId="S::p.mutanguha@ur.ac.rw::42f5dea1-1a3c-4dcb-8338-5209a23519f5" providerId="AD" clId="Web-{0D77C6BD-5AA1-B569-76B5-299C41D3EC7B}" dt="2021-09-21T08:33:53.194" v="3"/>
          <pc:sldLayoutMkLst>
            <pc:docMk/>
            <pc:sldMasterMk cId="1394360962" sldId="2147483685"/>
            <pc:sldLayoutMk cId="2472297255" sldId="2147483679"/>
          </pc:sldLayoutMkLst>
          <pc:spChg chg="mod">
            <ac:chgData name="Pelin    MUTANGUHA" userId="S::p.mutanguha@ur.ac.rw::42f5dea1-1a3c-4dcb-8338-5209a23519f5" providerId="AD" clId="Web-{0D77C6BD-5AA1-B569-76B5-299C41D3EC7B}" dt="2021-09-21T08:33:28.225" v="0"/>
            <ac:spMkLst>
              <pc:docMk/>
              <pc:sldMasterMk cId="1394360962" sldId="2147483685"/>
              <pc:sldLayoutMk cId="2472297255" sldId="2147483679"/>
              <ac:spMk id="3" creationId="{05915714-6BBA-4593-8591-4E26F7D58D9F}"/>
            </ac:spMkLst>
          </pc:spChg>
        </pc:sldLayoutChg>
        <pc:sldLayoutChg chg="modSp mod">
          <pc:chgData name="Pelin    MUTANGUHA" userId="S::p.mutanguha@ur.ac.rw::42f5dea1-1a3c-4dcb-8338-5209a23519f5" providerId="AD" clId="Web-{0D77C6BD-5AA1-B569-76B5-299C41D3EC7B}" dt="2021-09-21T08:33:53.194" v="3"/>
          <pc:sldLayoutMkLst>
            <pc:docMk/>
            <pc:sldMasterMk cId="1394360962" sldId="2147483685"/>
            <pc:sldLayoutMk cId="4046387602" sldId="2147483683"/>
          </pc:sldLayoutMkLst>
          <pc:spChg chg="mod">
            <ac:chgData name="Pelin    MUTANGUHA" userId="S::p.mutanguha@ur.ac.rw::42f5dea1-1a3c-4dcb-8338-5209a23519f5" providerId="AD" clId="Web-{0D77C6BD-5AA1-B569-76B5-299C41D3EC7B}" dt="2021-09-21T08:33:28.225" v="0"/>
            <ac:spMkLst>
              <pc:docMk/>
              <pc:sldMasterMk cId="1394360962" sldId="2147483685"/>
              <pc:sldLayoutMk cId="4046387602" sldId="2147483683"/>
              <ac:spMk id="6" creationId="{00000000-0000-0000-0000-000000000000}"/>
            </ac:spMkLst>
          </pc:spChg>
        </pc:sldLayoutChg>
        <pc:sldLayoutChg chg="modSp mod">
          <pc:chgData name="Pelin    MUTANGUHA" userId="S::p.mutanguha@ur.ac.rw::42f5dea1-1a3c-4dcb-8338-5209a23519f5" providerId="AD" clId="Web-{0D77C6BD-5AA1-B569-76B5-299C41D3EC7B}" dt="2021-09-21T08:33:53.194" v="3"/>
          <pc:sldLayoutMkLst>
            <pc:docMk/>
            <pc:sldMasterMk cId="1394360962" sldId="2147483685"/>
            <pc:sldLayoutMk cId="2423224153" sldId="2147483684"/>
          </pc:sldLayoutMkLst>
          <pc:spChg chg="mod">
            <ac:chgData name="Pelin    MUTANGUHA" userId="S::p.mutanguha@ur.ac.rw::42f5dea1-1a3c-4dcb-8338-5209a23519f5" providerId="AD" clId="Web-{0D77C6BD-5AA1-B569-76B5-299C41D3EC7B}" dt="2021-09-21T08:33:28.225" v="0"/>
            <ac:spMkLst>
              <pc:docMk/>
              <pc:sldMasterMk cId="1394360962" sldId="2147483685"/>
              <pc:sldLayoutMk cId="2423224153" sldId="2147483684"/>
              <ac:spMk id="11" creationId="{D052F5BC-98E0-4D60-AD67-9547738B7DD4}"/>
            </ac:spMkLst>
          </pc:spChg>
        </pc:sldLayoutChg>
        <pc:sldLayoutChg chg="modSp mod">
          <pc:chgData name="Pelin    MUTANGUHA" userId="S::p.mutanguha@ur.ac.rw::42f5dea1-1a3c-4dcb-8338-5209a23519f5" providerId="AD" clId="Web-{0D77C6BD-5AA1-B569-76B5-299C41D3EC7B}" dt="2021-09-21T08:33:53.194" v="3"/>
          <pc:sldLayoutMkLst>
            <pc:docMk/>
            <pc:sldMasterMk cId="1394360962" sldId="2147483685"/>
            <pc:sldLayoutMk cId="1418890711" sldId="2147483688"/>
          </pc:sldLayoutMkLst>
          <pc:spChg chg="mod">
            <ac:chgData name="Pelin    MUTANGUHA" userId="S::p.mutanguha@ur.ac.rw::42f5dea1-1a3c-4dcb-8338-5209a23519f5" providerId="AD" clId="Web-{0D77C6BD-5AA1-B569-76B5-299C41D3EC7B}" dt="2021-09-21T08:33:28.225" v="0"/>
            <ac:spMkLst>
              <pc:docMk/>
              <pc:sldMasterMk cId="1394360962" sldId="2147483685"/>
              <pc:sldLayoutMk cId="1418890711" sldId="2147483688"/>
              <ac:spMk id="7" creationId="{EED72207-24CA-42B7-A975-2F8E41CBA904}"/>
            </ac:spMkLst>
          </pc:spChg>
        </pc:sldLayoutChg>
        <pc:sldLayoutChg chg="modSp mod">
          <pc:chgData name="Pelin    MUTANGUHA" userId="S::p.mutanguha@ur.ac.rw::42f5dea1-1a3c-4dcb-8338-5209a23519f5" providerId="AD" clId="Web-{0D77C6BD-5AA1-B569-76B5-299C41D3EC7B}" dt="2021-09-21T08:33:53.194" v="3"/>
          <pc:sldLayoutMkLst>
            <pc:docMk/>
            <pc:sldMasterMk cId="1394360962" sldId="2147483685"/>
            <pc:sldLayoutMk cId="1626310217" sldId="2147483689"/>
          </pc:sldLayoutMkLst>
          <pc:spChg chg="mod">
            <ac:chgData name="Pelin    MUTANGUHA" userId="S::p.mutanguha@ur.ac.rw::42f5dea1-1a3c-4dcb-8338-5209a23519f5" providerId="AD" clId="Web-{0D77C6BD-5AA1-B569-76B5-299C41D3EC7B}" dt="2021-09-21T08:33:28.225" v="0"/>
            <ac:spMkLst>
              <pc:docMk/>
              <pc:sldMasterMk cId="1394360962" sldId="2147483685"/>
              <pc:sldLayoutMk cId="1626310217" sldId="2147483689"/>
              <ac:spMk id="3" creationId="{05915714-6BBA-4593-8591-4E26F7D58D9F}"/>
            </ac:spMkLst>
          </pc:spChg>
        </pc:sldLayoutChg>
        <pc:sldLayoutChg chg="modSp mod">
          <pc:chgData name="Pelin    MUTANGUHA" userId="S::p.mutanguha@ur.ac.rw::42f5dea1-1a3c-4dcb-8338-5209a23519f5" providerId="AD" clId="Web-{0D77C6BD-5AA1-B569-76B5-299C41D3EC7B}" dt="2021-09-21T08:33:53.194" v="3"/>
          <pc:sldLayoutMkLst>
            <pc:docMk/>
            <pc:sldMasterMk cId="1394360962" sldId="2147483685"/>
            <pc:sldLayoutMk cId="3079185374" sldId="2147483690"/>
          </pc:sldLayoutMkLst>
          <pc:spChg chg="mod">
            <ac:chgData name="Pelin    MUTANGUHA" userId="S::p.mutanguha@ur.ac.rw::42f5dea1-1a3c-4dcb-8338-5209a23519f5" providerId="AD" clId="Web-{0D77C6BD-5AA1-B569-76B5-299C41D3EC7B}" dt="2021-09-21T08:33:28.225" v="0"/>
            <ac:spMkLst>
              <pc:docMk/>
              <pc:sldMasterMk cId="1394360962" sldId="2147483685"/>
              <pc:sldLayoutMk cId="3079185374" sldId="2147483690"/>
              <ac:spMk id="3" creationId="{05915714-6BBA-4593-8591-4E26F7D58D9F}"/>
            </ac:spMkLst>
          </pc:spChg>
        </pc:sldLayoutChg>
        <pc:sldLayoutChg chg="modSp mod">
          <pc:chgData name="Pelin    MUTANGUHA" userId="S::p.mutanguha@ur.ac.rw::42f5dea1-1a3c-4dcb-8338-5209a23519f5" providerId="AD" clId="Web-{0D77C6BD-5AA1-B569-76B5-299C41D3EC7B}" dt="2021-09-21T08:33:53.194" v="3"/>
          <pc:sldLayoutMkLst>
            <pc:docMk/>
            <pc:sldMasterMk cId="1394360962" sldId="2147483685"/>
            <pc:sldLayoutMk cId="4184935720" sldId="2147483691"/>
          </pc:sldLayoutMkLst>
          <pc:spChg chg="mod">
            <ac:chgData name="Pelin    MUTANGUHA" userId="S::p.mutanguha@ur.ac.rw::42f5dea1-1a3c-4dcb-8338-5209a23519f5" providerId="AD" clId="Web-{0D77C6BD-5AA1-B569-76B5-299C41D3EC7B}" dt="2021-09-21T08:33:28.225" v="0"/>
            <ac:spMkLst>
              <pc:docMk/>
              <pc:sldMasterMk cId="1394360962" sldId="2147483685"/>
              <pc:sldLayoutMk cId="4184935720" sldId="2147483691"/>
              <ac:spMk id="3" creationId="{05915714-6BBA-4593-8591-4E26F7D58D9F}"/>
            </ac:spMkLst>
          </pc:spChg>
        </pc:sldLayoutChg>
        <pc:sldLayoutChg chg="modSp mod">
          <pc:chgData name="Pelin    MUTANGUHA" userId="S::p.mutanguha@ur.ac.rw::42f5dea1-1a3c-4dcb-8338-5209a23519f5" providerId="AD" clId="Web-{0D77C6BD-5AA1-B569-76B5-299C41D3EC7B}" dt="2021-09-21T08:33:53.194" v="3"/>
          <pc:sldLayoutMkLst>
            <pc:docMk/>
            <pc:sldMasterMk cId="1394360962" sldId="2147483685"/>
            <pc:sldLayoutMk cId="3701714163" sldId="2147483692"/>
          </pc:sldLayoutMkLst>
          <pc:spChg chg="mod">
            <ac:chgData name="Pelin    MUTANGUHA" userId="S::p.mutanguha@ur.ac.rw::42f5dea1-1a3c-4dcb-8338-5209a23519f5" providerId="AD" clId="Web-{0D77C6BD-5AA1-B569-76B5-299C41D3EC7B}" dt="2021-09-21T08:33:28.225" v="0"/>
            <ac:spMkLst>
              <pc:docMk/>
              <pc:sldMasterMk cId="1394360962" sldId="2147483685"/>
              <pc:sldLayoutMk cId="3701714163" sldId="2147483692"/>
              <ac:spMk id="3" creationId="{05915714-6BBA-4593-8591-4E26F7D58D9F}"/>
            </ac:spMkLst>
          </pc:spChg>
        </pc:sldLayoutChg>
        <pc:sldLayoutChg chg="modSp mod">
          <pc:chgData name="Pelin    MUTANGUHA" userId="S::p.mutanguha@ur.ac.rw::42f5dea1-1a3c-4dcb-8338-5209a23519f5" providerId="AD" clId="Web-{0D77C6BD-5AA1-B569-76B5-299C41D3EC7B}" dt="2021-09-21T08:33:53.194" v="3"/>
          <pc:sldLayoutMkLst>
            <pc:docMk/>
            <pc:sldMasterMk cId="1394360962" sldId="2147483685"/>
            <pc:sldLayoutMk cId="1397075840" sldId="2147483693"/>
          </pc:sldLayoutMkLst>
          <pc:spChg chg="mod">
            <ac:chgData name="Pelin    MUTANGUHA" userId="S::p.mutanguha@ur.ac.rw::42f5dea1-1a3c-4dcb-8338-5209a23519f5" providerId="AD" clId="Web-{0D77C6BD-5AA1-B569-76B5-299C41D3EC7B}" dt="2021-09-21T08:33:28.225" v="0"/>
            <ac:spMkLst>
              <pc:docMk/>
              <pc:sldMasterMk cId="1394360962" sldId="2147483685"/>
              <pc:sldLayoutMk cId="1397075840" sldId="2147483693"/>
              <ac:spMk id="5" creationId="{051A78A9-3DFF-4937-A9F2-5D8CF495F367}"/>
            </ac:spMkLst>
          </pc:spChg>
        </pc:sldLayoutChg>
      </pc:sldMasterChg>
    </pc:docChg>
  </pc:docChgLst>
  <pc:docChgLst>
    <pc:chgData name="Pelin    MUTANGUHA" userId="S::p.mutanguha@ur.ac.rw::42f5dea1-1a3c-4dcb-8338-5209a23519f5" providerId="AD" clId="Web-{EB730DD1-9EC3-2F3B-CB85-D4B0E9784C84}"/>
    <pc:docChg chg="addSld delSld modSld sldOrd">
      <pc:chgData name="Pelin    MUTANGUHA" userId="S::p.mutanguha@ur.ac.rw::42f5dea1-1a3c-4dcb-8338-5209a23519f5" providerId="AD" clId="Web-{EB730DD1-9EC3-2F3B-CB85-D4B0E9784C84}" dt="2021-07-17T12:55:07.117" v="440"/>
      <pc:docMkLst>
        <pc:docMk/>
      </pc:docMkLst>
      <pc:sldChg chg="modSp">
        <pc:chgData name="Pelin    MUTANGUHA" userId="S::p.mutanguha@ur.ac.rw::42f5dea1-1a3c-4dcb-8338-5209a23519f5" providerId="AD" clId="Web-{EB730DD1-9EC3-2F3B-CB85-D4B0E9784C84}" dt="2021-07-17T07:59:56.748" v="6" actId="20577"/>
        <pc:sldMkLst>
          <pc:docMk/>
          <pc:sldMk cId="1833365833" sldId="343"/>
        </pc:sldMkLst>
        <pc:spChg chg="mod">
          <ac:chgData name="Pelin    MUTANGUHA" userId="S::p.mutanguha@ur.ac.rw::42f5dea1-1a3c-4dcb-8338-5209a23519f5" providerId="AD" clId="Web-{EB730DD1-9EC3-2F3B-CB85-D4B0E9784C84}" dt="2021-07-17T07:59:56.748" v="6" actId="20577"/>
          <ac:spMkLst>
            <pc:docMk/>
            <pc:sldMk cId="1833365833" sldId="343"/>
            <ac:spMk id="4" creationId="{5B7AEFB0-51F2-5449-996C-73382891D2F9}"/>
          </ac:spMkLst>
        </pc:spChg>
      </pc:sldChg>
      <pc:sldChg chg="ord">
        <pc:chgData name="Pelin    MUTANGUHA" userId="S::p.mutanguha@ur.ac.rw::42f5dea1-1a3c-4dcb-8338-5209a23519f5" providerId="AD" clId="Web-{EB730DD1-9EC3-2F3B-CB85-D4B0E9784C84}" dt="2021-07-17T12:46:52.260" v="374"/>
        <pc:sldMkLst>
          <pc:docMk/>
          <pc:sldMk cId="971976701" sldId="350"/>
        </pc:sldMkLst>
      </pc:sldChg>
      <pc:sldChg chg="modSp">
        <pc:chgData name="Pelin    MUTANGUHA" userId="S::p.mutanguha@ur.ac.rw::42f5dea1-1a3c-4dcb-8338-5209a23519f5" providerId="AD" clId="Web-{EB730DD1-9EC3-2F3B-CB85-D4B0E9784C84}" dt="2021-07-17T12:49:42.749" v="384" actId="20577"/>
        <pc:sldMkLst>
          <pc:docMk/>
          <pc:sldMk cId="3380393381" sldId="355"/>
        </pc:sldMkLst>
        <pc:spChg chg="mod">
          <ac:chgData name="Pelin    MUTANGUHA" userId="S::p.mutanguha@ur.ac.rw::42f5dea1-1a3c-4dcb-8338-5209a23519f5" providerId="AD" clId="Web-{EB730DD1-9EC3-2F3B-CB85-D4B0E9784C84}" dt="2021-07-17T12:49:22.404" v="382" actId="20577"/>
          <ac:spMkLst>
            <pc:docMk/>
            <pc:sldMk cId="3380393381" sldId="355"/>
            <ac:spMk id="2" creationId="{52F13CFB-4534-4E42-A3A4-8C7176A11193}"/>
          </ac:spMkLst>
        </pc:spChg>
        <pc:spChg chg="mod">
          <ac:chgData name="Pelin    MUTANGUHA" userId="S::p.mutanguha@ur.ac.rw::42f5dea1-1a3c-4dcb-8338-5209a23519f5" providerId="AD" clId="Web-{EB730DD1-9EC3-2F3B-CB85-D4B0E9784C84}" dt="2021-07-17T12:49:42.749" v="384" actId="20577"/>
          <ac:spMkLst>
            <pc:docMk/>
            <pc:sldMk cId="3380393381" sldId="355"/>
            <ac:spMk id="3" creationId="{819A2232-6B77-4ED4-804C-C957E6B1C76D}"/>
          </ac:spMkLst>
        </pc:spChg>
      </pc:sldChg>
      <pc:sldChg chg="ord">
        <pc:chgData name="Pelin    MUTANGUHA" userId="S::p.mutanguha@ur.ac.rw::42f5dea1-1a3c-4dcb-8338-5209a23519f5" providerId="AD" clId="Web-{EB730DD1-9EC3-2F3B-CB85-D4B0E9784C84}" dt="2021-07-17T12:46:52.260" v="375"/>
        <pc:sldMkLst>
          <pc:docMk/>
          <pc:sldMk cId="3174826932" sldId="356"/>
        </pc:sldMkLst>
      </pc:sldChg>
      <pc:sldChg chg="ord">
        <pc:chgData name="Pelin    MUTANGUHA" userId="S::p.mutanguha@ur.ac.rw::42f5dea1-1a3c-4dcb-8338-5209a23519f5" providerId="AD" clId="Web-{EB730DD1-9EC3-2F3B-CB85-D4B0E9784C84}" dt="2021-07-17T12:46:52.260" v="373"/>
        <pc:sldMkLst>
          <pc:docMk/>
          <pc:sldMk cId="3027751936" sldId="357"/>
        </pc:sldMkLst>
      </pc:sldChg>
      <pc:sldChg chg="ord">
        <pc:chgData name="Pelin    MUTANGUHA" userId="S::p.mutanguha@ur.ac.rw::42f5dea1-1a3c-4dcb-8338-5209a23519f5" providerId="AD" clId="Web-{EB730DD1-9EC3-2F3B-CB85-D4B0E9784C84}" dt="2021-07-17T12:46:52.260" v="369"/>
        <pc:sldMkLst>
          <pc:docMk/>
          <pc:sldMk cId="2572965505" sldId="359"/>
        </pc:sldMkLst>
      </pc:sldChg>
      <pc:sldChg chg="ord">
        <pc:chgData name="Pelin    MUTANGUHA" userId="S::p.mutanguha@ur.ac.rw::42f5dea1-1a3c-4dcb-8338-5209a23519f5" providerId="AD" clId="Web-{EB730DD1-9EC3-2F3B-CB85-D4B0E9784C84}" dt="2021-07-17T12:46:52.260" v="368"/>
        <pc:sldMkLst>
          <pc:docMk/>
          <pc:sldMk cId="3202129421" sldId="360"/>
        </pc:sldMkLst>
      </pc:sldChg>
      <pc:sldChg chg="ord">
        <pc:chgData name="Pelin    MUTANGUHA" userId="S::p.mutanguha@ur.ac.rw::42f5dea1-1a3c-4dcb-8338-5209a23519f5" providerId="AD" clId="Web-{EB730DD1-9EC3-2F3B-CB85-D4B0E9784C84}" dt="2021-07-17T12:46:52.260" v="367"/>
        <pc:sldMkLst>
          <pc:docMk/>
          <pc:sldMk cId="3985654201" sldId="361"/>
        </pc:sldMkLst>
      </pc:sldChg>
      <pc:sldChg chg="ord">
        <pc:chgData name="Pelin    MUTANGUHA" userId="S::p.mutanguha@ur.ac.rw::42f5dea1-1a3c-4dcb-8338-5209a23519f5" providerId="AD" clId="Web-{EB730DD1-9EC3-2F3B-CB85-D4B0E9784C84}" dt="2021-07-17T12:46:52.260" v="366"/>
        <pc:sldMkLst>
          <pc:docMk/>
          <pc:sldMk cId="3827741604" sldId="362"/>
        </pc:sldMkLst>
      </pc:sldChg>
      <pc:sldChg chg="ord">
        <pc:chgData name="Pelin    MUTANGUHA" userId="S::p.mutanguha@ur.ac.rw::42f5dea1-1a3c-4dcb-8338-5209a23519f5" providerId="AD" clId="Web-{EB730DD1-9EC3-2F3B-CB85-D4B0E9784C84}" dt="2021-07-17T12:46:52.260" v="365"/>
        <pc:sldMkLst>
          <pc:docMk/>
          <pc:sldMk cId="536662039" sldId="363"/>
        </pc:sldMkLst>
      </pc:sldChg>
      <pc:sldChg chg="ord">
        <pc:chgData name="Pelin    MUTANGUHA" userId="S::p.mutanguha@ur.ac.rw::42f5dea1-1a3c-4dcb-8338-5209a23519f5" providerId="AD" clId="Web-{EB730DD1-9EC3-2F3B-CB85-D4B0E9784C84}" dt="2021-07-17T12:46:52.244" v="350"/>
        <pc:sldMkLst>
          <pc:docMk/>
          <pc:sldMk cId="2783428086" sldId="366"/>
        </pc:sldMkLst>
      </pc:sldChg>
      <pc:sldChg chg="ord">
        <pc:chgData name="Pelin    MUTANGUHA" userId="S::p.mutanguha@ur.ac.rw::42f5dea1-1a3c-4dcb-8338-5209a23519f5" providerId="AD" clId="Web-{EB730DD1-9EC3-2F3B-CB85-D4B0E9784C84}" dt="2021-07-17T12:46:52.260" v="372"/>
        <pc:sldMkLst>
          <pc:docMk/>
          <pc:sldMk cId="3045018261" sldId="370"/>
        </pc:sldMkLst>
      </pc:sldChg>
      <pc:sldChg chg="ord">
        <pc:chgData name="Pelin    MUTANGUHA" userId="S::p.mutanguha@ur.ac.rw::42f5dea1-1a3c-4dcb-8338-5209a23519f5" providerId="AD" clId="Web-{EB730DD1-9EC3-2F3B-CB85-D4B0E9784C84}" dt="2021-07-17T12:46:52.260" v="371"/>
        <pc:sldMkLst>
          <pc:docMk/>
          <pc:sldMk cId="1661296005" sldId="371"/>
        </pc:sldMkLst>
      </pc:sldChg>
      <pc:sldChg chg="ord">
        <pc:chgData name="Pelin    MUTANGUHA" userId="S::p.mutanguha@ur.ac.rw::42f5dea1-1a3c-4dcb-8338-5209a23519f5" providerId="AD" clId="Web-{EB730DD1-9EC3-2F3B-CB85-D4B0E9784C84}" dt="2021-07-17T12:46:52.260" v="370"/>
        <pc:sldMkLst>
          <pc:docMk/>
          <pc:sldMk cId="3361967756" sldId="372"/>
        </pc:sldMkLst>
      </pc:sldChg>
      <pc:sldChg chg="ord">
        <pc:chgData name="Pelin    MUTANGUHA" userId="S::p.mutanguha@ur.ac.rw::42f5dea1-1a3c-4dcb-8338-5209a23519f5" providerId="AD" clId="Web-{EB730DD1-9EC3-2F3B-CB85-D4B0E9784C84}" dt="2021-07-17T12:46:52.260" v="364"/>
        <pc:sldMkLst>
          <pc:docMk/>
          <pc:sldMk cId="552978545" sldId="373"/>
        </pc:sldMkLst>
      </pc:sldChg>
      <pc:sldChg chg="ord">
        <pc:chgData name="Pelin    MUTANGUHA" userId="S::p.mutanguha@ur.ac.rw::42f5dea1-1a3c-4dcb-8338-5209a23519f5" providerId="AD" clId="Web-{EB730DD1-9EC3-2F3B-CB85-D4B0E9784C84}" dt="2021-07-17T12:46:52.260" v="363"/>
        <pc:sldMkLst>
          <pc:docMk/>
          <pc:sldMk cId="4251629764" sldId="374"/>
        </pc:sldMkLst>
      </pc:sldChg>
      <pc:sldChg chg="ord">
        <pc:chgData name="Pelin    MUTANGUHA" userId="S::p.mutanguha@ur.ac.rw::42f5dea1-1a3c-4dcb-8338-5209a23519f5" providerId="AD" clId="Web-{EB730DD1-9EC3-2F3B-CB85-D4B0E9784C84}" dt="2021-07-17T12:46:52.244" v="362"/>
        <pc:sldMkLst>
          <pc:docMk/>
          <pc:sldMk cId="2262431992" sldId="375"/>
        </pc:sldMkLst>
      </pc:sldChg>
      <pc:sldChg chg="ord">
        <pc:chgData name="Pelin    MUTANGUHA" userId="S::p.mutanguha@ur.ac.rw::42f5dea1-1a3c-4dcb-8338-5209a23519f5" providerId="AD" clId="Web-{EB730DD1-9EC3-2F3B-CB85-D4B0E9784C84}" dt="2021-07-17T12:46:52.244" v="361"/>
        <pc:sldMkLst>
          <pc:docMk/>
          <pc:sldMk cId="202250865" sldId="376"/>
        </pc:sldMkLst>
      </pc:sldChg>
      <pc:sldChg chg="ord">
        <pc:chgData name="Pelin    MUTANGUHA" userId="S::p.mutanguha@ur.ac.rw::42f5dea1-1a3c-4dcb-8338-5209a23519f5" providerId="AD" clId="Web-{EB730DD1-9EC3-2F3B-CB85-D4B0E9784C84}" dt="2021-07-17T12:46:52.244" v="360"/>
        <pc:sldMkLst>
          <pc:docMk/>
          <pc:sldMk cId="993814089" sldId="377"/>
        </pc:sldMkLst>
      </pc:sldChg>
      <pc:sldChg chg="ord">
        <pc:chgData name="Pelin    MUTANGUHA" userId="S::p.mutanguha@ur.ac.rw::42f5dea1-1a3c-4dcb-8338-5209a23519f5" providerId="AD" clId="Web-{EB730DD1-9EC3-2F3B-CB85-D4B0E9784C84}" dt="2021-07-17T12:46:52.244" v="359"/>
        <pc:sldMkLst>
          <pc:docMk/>
          <pc:sldMk cId="2195624555" sldId="378"/>
        </pc:sldMkLst>
      </pc:sldChg>
      <pc:sldChg chg="ord">
        <pc:chgData name="Pelin    MUTANGUHA" userId="S::p.mutanguha@ur.ac.rw::42f5dea1-1a3c-4dcb-8338-5209a23519f5" providerId="AD" clId="Web-{EB730DD1-9EC3-2F3B-CB85-D4B0E9784C84}" dt="2021-07-17T12:46:52.244" v="358"/>
        <pc:sldMkLst>
          <pc:docMk/>
          <pc:sldMk cId="3605007300" sldId="379"/>
        </pc:sldMkLst>
      </pc:sldChg>
      <pc:sldChg chg="ord">
        <pc:chgData name="Pelin    MUTANGUHA" userId="S::p.mutanguha@ur.ac.rw::42f5dea1-1a3c-4dcb-8338-5209a23519f5" providerId="AD" clId="Web-{EB730DD1-9EC3-2F3B-CB85-D4B0E9784C84}" dt="2021-07-17T12:46:52.244" v="357"/>
        <pc:sldMkLst>
          <pc:docMk/>
          <pc:sldMk cId="341562542" sldId="380"/>
        </pc:sldMkLst>
      </pc:sldChg>
      <pc:sldChg chg="ord">
        <pc:chgData name="Pelin    MUTANGUHA" userId="S::p.mutanguha@ur.ac.rw::42f5dea1-1a3c-4dcb-8338-5209a23519f5" providerId="AD" clId="Web-{EB730DD1-9EC3-2F3B-CB85-D4B0E9784C84}" dt="2021-07-17T12:46:52.244" v="356"/>
        <pc:sldMkLst>
          <pc:docMk/>
          <pc:sldMk cId="938134936" sldId="381"/>
        </pc:sldMkLst>
      </pc:sldChg>
      <pc:sldChg chg="ord">
        <pc:chgData name="Pelin    MUTANGUHA" userId="S::p.mutanguha@ur.ac.rw::42f5dea1-1a3c-4dcb-8338-5209a23519f5" providerId="AD" clId="Web-{EB730DD1-9EC3-2F3B-CB85-D4B0E9784C84}" dt="2021-07-17T12:46:52.244" v="355"/>
        <pc:sldMkLst>
          <pc:docMk/>
          <pc:sldMk cId="1236506814" sldId="382"/>
        </pc:sldMkLst>
      </pc:sldChg>
      <pc:sldChg chg="ord">
        <pc:chgData name="Pelin    MUTANGUHA" userId="S::p.mutanguha@ur.ac.rw::42f5dea1-1a3c-4dcb-8338-5209a23519f5" providerId="AD" clId="Web-{EB730DD1-9EC3-2F3B-CB85-D4B0E9784C84}" dt="2021-07-17T12:46:52.244" v="354"/>
        <pc:sldMkLst>
          <pc:docMk/>
          <pc:sldMk cId="3203670348" sldId="383"/>
        </pc:sldMkLst>
      </pc:sldChg>
      <pc:sldChg chg="ord">
        <pc:chgData name="Pelin    MUTANGUHA" userId="S::p.mutanguha@ur.ac.rw::42f5dea1-1a3c-4dcb-8338-5209a23519f5" providerId="AD" clId="Web-{EB730DD1-9EC3-2F3B-CB85-D4B0E9784C84}" dt="2021-07-17T12:46:52.244" v="352"/>
        <pc:sldMkLst>
          <pc:docMk/>
          <pc:sldMk cId="2051547918" sldId="384"/>
        </pc:sldMkLst>
      </pc:sldChg>
      <pc:sldChg chg="ord">
        <pc:chgData name="Pelin    MUTANGUHA" userId="S::p.mutanguha@ur.ac.rw::42f5dea1-1a3c-4dcb-8338-5209a23519f5" providerId="AD" clId="Web-{EB730DD1-9EC3-2F3B-CB85-D4B0E9784C84}" dt="2021-07-17T12:46:52.244" v="353"/>
        <pc:sldMkLst>
          <pc:docMk/>
          <pc:sldMk cId="253613279" sldId="385"/>
        </pc:sldMkLst>
      </pc:sldChg>
      <pc:sldChg chg="ord">
        <pc:chgData name="Pelin    MUTANGUHA" userId="S::p.mutanguha@ur.ac.rw::42f5dea1-1a3c-4dcb-8338-5209a23519f5" providerId="AD" clId="Web-{EB730DD1-9EC3-2F3B-CB85-D4B0E9784C84}" dt="2021-07-17T12:46:52.244" v="351"/>
        <pc:sldMkLst>
          <pc:docMk/>
          <pc:sldMk cId="2297401462" sldId="386"/>
        </pc:sldMkLst>
      </pc:sldChg>
      <pc:sldChg chg="modSp ord">
        <pc:chgData name="Pelin    MUTANGUHA" userId="S::p.mutanguha@ur.ac.rw::42f5dea1-1a3c-4dcb-8338-5209a23519f5" providerId="AD" clId="Web-{EB730DD1-9EC3-2F3B-CB85-D4B0E9784C84}" dt="2021-07-17T12:48:21.543" v="376"/>
        <pc:sldMkLst>
          <pc:docMk/>
          <pc:sldMk cId="407209670" sldId="387"/>
        </pc:sldMkLst>
        <pc:spChg chg="mod">
          <ac:chgData name="Pelin    MUTANGUHA" userId="S::p.mutanguha@ur.ac.rw::42f5dea1-1a3c-4dcb-8338-5209a23519f5" providerId="AD" clId="Web-{EB730DD1-9EC3-2F3B-CB85-D4B0E9784C84}" dt="2021-07-17T08:00:42.530" v="35" actId="20577"/>
          <ac:spMkLst>
            <pc:docMk/>
            <pc:sldMk cId="407209670" sldId="387"/>
            <ac:spMk id="5" creationId="{B1A05241-EE9C-4D10-8BD2-549F222C502C}"/>
          </ac:spMkLst>
        </pc:spChg>
      </pc:sldChg>
      <pc:sldChg chg="del">
        <pc:chgData name="Pelin    MUTANGUHA" userId="S::p.mutanguha@ur.ac.rw::42f5dea1-1a3c-4dcb-8338-5209a23519f5" providerId="AD" clId="Web-{EB730DD1-9EC3-2F3B-CB85-D4B0E9784C84}" dt="2021-07-17T12:18:24.539" v="348"/>
        <pc:sldMkLst>
          <pc:docMk/>
          <pc:sldMk cId="586074019" sldId="388"/>
        </pc:sldMkLst>
      </pc:sldChg>
      <pc:sldChg chg="del">
        <pc:chgData name="Pelin    MUTANGUHA" userId="S::p.mutanguha@ur.ac.rw::42f5dea1-1a3c-4dcb-8338-5209a23519f5" providerId="AD" clId="Web-{EB730DD1-9EC3-2F3B-CB85-D4B0E9784C84}" dt="2021-07-17T12:43:33.051" v="349"/>
        <pc:sldMkLst>
          <pc:docMk/>
          <pc:sldMk cId="1801959292" sldId="389"/>
        </pc:sldMkLst>
      </pc:sldChg>
      <pc:sldChg chg="addSp modSp new mod setBg">
        <pc:chgData name="Pelin    MUTANGUHA" userId="S::p.mutanguha@ur.ac.rw::42f5dea1-1a3c-4dcb-8338-5209a23519f5" providerId="AD" clId="Web-{EB730DD1-9EC3-2F3B-CB85-D4B0E9784C84}" dt="2021-07-17T09:04:46.953" v="72"/>
        <pc:sldMkLst>
          <pc:docMk/>
          <pc:sldMk cId="511779007" sldId="390"/>
        </pc:sldMkLst>
        <pc:spChg chg="mod">
          <ac:chgData name="Pelin    MUTANGUHA" userId="S::p.mutanguha@ur.ac.rw::42f5dea1-1a3c-4dcb-8338-5209a23519f5" providerId="AD" clId="Web-{EB730DD1-9EC3-2F3B-CB85-D4B0E9784C84}" dt="2021-07-17T09:04:46.953" v="72"/>
          <ac:spMkLst>
            <pc:docMk/>
            <pc:sldMk cId="511779007" sldId="390"/>
            <ac:spMk id="2" creationId="{EF0E3712-518F-42DB-ADA6-FC112E5A8837}"/>
          </ac:spMkLst>
        </pc:spChg>
        <pc:spChg chg="mod">
          <ac:chgData name="Pelin    MUTANGUHA" userId="S::p.mutanguha@ur.ac.rw::42f5dea1-1a3c-4dcb-8338-5209a23519f5" providerId="AD" clId="Web-{EB730DD1-9EC3-2F3B-CB85-D4B0E9784C84}" dt="2021-07-17T09:04:46.953" v="72"/>
          <ac:spMkLst>
            <pc:docMk/>
            <pc:sldMk cId="511779007" sldId="390"/>
            <ac:spMk id="3" creationId="{DA9019DC-1B2F-48BD-A01C-216C1D58BE32}"/>
          </ac:spMkLst>
        </pc:spChg>
        <pc:spChg chg="mod">
          <ac:chgData name="Pelin    MUTANGUHA" userId="S::p.mutanguha@ur.ac.rw::42f5dea1-1a3c-4dcb-8338-5209a23519f5" providerId="AD" clId="Web-{EB730DD1-9EC3-2F3B-CB85-D4B0E9784C84}" dt="2021-07-17T09:04:46.953" v="72"/>
          <ac:spMkLst>
            <pc:docMk/>
            <pc:sldMk cId="511779007" sldId="390"/>
            <ac:spMk id="4" creationId="{1FA6FDFB-070D-4328-A04A-113F8F923F1F}"/>
          </ac:spMkLst>
        </pc:spChg>
        <pc:spChg chg="mod ord">
          <ac:chgData name="Pelin    MUTANGUHA" userId="S::p.mutanguha@ur.ac.rw::42f5dea1-1a3c-4dcb-8338-5209a23519f5" providerId="AD" clId="Web-{EB730DD1-9EC3-2F3B-CB85-D4B0E9784C84}" dt="2021-07-17T09:04:46.953" v="72"/>
          <ac:spMkLst>
            <pc:docMk/>
            <pc:sldMk cId="511779007" sldId="390"/>
            <ac:spMk id="5" creationId="{B225F5D9-03F0-49F3-AFBF-08BDC319B247}"/>
          </ac:spMkLst>
        </pc:spChg>
        <pc:spChg chg="add">
          <ac:chgData name="Pelin    MUTANGUHA" userId="S::p.mutanguha@ur.ac.rw::42f5dea1-1a3c-4dcb-8338-5209a23519f5" providerId="AD" clId="Web-{EB730DD1-9EC3-2F3B-CB85-D4B0E9784C84}" dt="2021-07-17T09:04:46.953" v="72"/>
          <ac:spMkLst>
            <pc:docMk/>
            <pc:sldMk cId="511779007" sldId="390"/>
            <ac:spMk id="11" creationId="{416A0E3C-60E6-4F39-BC55-5F7C224E1F7C}"/>
          </ac:spMkLst>
        </pc:spChg>
        <pc:spChg chg="add">
          <ac:chgData name="Pelin    MUTANGUHA" userId="S::p.mutanguha@ur.ac.rw::42f5dea1-1a3c-4dcb-8338-5209a23519f5" providerId="AD" clId="Web-{EB730DD1-9EC3-2F3B-CB85-D4B0E9784C84}" dt="2021-07-17T09:04:46.953" v="72"/>
          <ac:spMkLst>
            <pc:docMk/>
            <pc:sldMk cId="511779007" sldId="390"/>
            <ac:spMk id="15" creationId="{0AB6E427-3F73-4C06-A5D5-AE52C3883B50}"/>
          </ac:spMkLst>
        </pc:spChg>
        <pc:spChg chg="add">
          <ac:chgData name="Pelin    MUTANGUHA" userId="S::p.mutanguha@ur.ac.rw::42f5dea1-1a3c-4dcb-8338-5209a23519f5" providerId="AD" clId="Web-{EB730DD1-9EC3-2F3B-CB85-D4B0E9784C84}" dt="2021-07-17T09:04:46.953" v="72"/>
          <ac:spMkLst>
            <pc:docMk/>
            <pc:sldMk cId="511779007" sldId="390"/>
            <ac:spMk id="17" creationId="{D8C9BDAA-0390-4B39-9B5C-BC95E5120DA4}"/>
          </ac:spMkLst>
        </pc:spChg>
        <pc:picChg chg="add mod ord">
          <ac:chgData name="Pelin    MUTANGUHA" userId="S::p.mutanguha@ur.ac.rw::42f5dea1-1a3c-4dcb-8338-5209a23519f5" providerId="AD" clId="Web-{EB730DD1-9EC3-2F3B-CB85-D4B0E9784C84}" dt="2021-07-17T09:04:46.953" v="72"/>
          <ac:picMkLst>
            <pc:docMk/>
            <pc:sldMk cId="511779007" sldId="390"/>
            <ac:picMk id="6" creationId="{04A5A6C3-EFD2-4CBA-B653-5319C50A6F0A}"/>
          </ac:picMkLst>
        </pc:picChg>
        <pc:cxnChg chg="add">
          <ac:chgData name="Pelin    MUTANGUHA" userId="S::p.mutanguha@ur.ac.rw::42f5dea1-1a3c-4dcb-8338-5209a23519f5" providerId="AD" clId="Web-{EB730DD1-9EC3-2F3B-CB85-D4B0E9784C84}" dt="2021-07-17T09:04:46.953" v="72"/>
          <ac:cxnSpMkLst>
            <pc:docMk/>
            <pc:sldMk cId="511779007" sldId="390"/>
            <ac:cxnSpMk id="13" creationId="{C5025DAC-8B93-4160-B017-3A274A5828C0}"/>
          </ac:cxnSpMkLst>
        </pc:cxnChg>
        <pc:cxnChg chg="add">
          <ac:chgData name="Pelin    MUTANGUHA" userId="S::p.mutanguha@ur.ac.rw::42f5dea1-1a3c-4dcb-8338-5209a23519f5" providerId="AD" clId="Web-{EB730DD1-9EC3-2F3B-CB85-D4B0E9784C84}" dt="2021-07-17T09:04:46.953" v="72"/>
          <ac:cxnSpMkLst>
            <pc:docMk/>
            <pc:sldMk cId="511779007" sldId="390"/>
            <ac:cxnSpMk id="19" creationId="{E04A321A-A039-4720-87B4-66A4210E0D57}"/>
          </ac:cxnSpMkLst>
        </pc:cxnChg>
      </pc:sldChg>
      <pc:sldChg chg="addSp delSp modSp new mod setBg setClrOvrMap">
        <pc:chgData name="Pelin    MUTANGUHA" userId="S::p.mutanguha@ur.ac.rw::42f5dea1-1a3c-4dcb-8338-5209a23519f5" providerId="AD" clId="Web-{EB730DD1-9EC3-2F3B-CB85-D4B0E9784C84}" dt="2021-07-17T09:11:44.153" v="98" actId="14100"/>
        <pc:sldMkLst>
          <pc:docMk/>
          <pc:sldMk cId="708470911" sldId="391"/>
        </pc:sldMkLst>
        <pc:spChg chg="mod">
          <ac:chgData name="Pelin    MUTANGUHA" userId="S::p.mutanguha@ur.ac.rw::42f5dea1-1a3c-4dcb-8338-5209a23519f5" providerId="AD" clId="Web-{EB730DD1-9EC3-2F3B-CB85-D4B0E9784C84}" dt="2021-07-17T09:11:19.512" v="94"/>
          <ac:spMkLst>
            <pc:docMk/>
            <pc:sldMk cId="708470911" sldId="391"/>
            <ac:spMk id="2" creationId="{180E2387-146A-4C47-BDAB-2664B5F4AC86}"/>
          </ac:spMkLst>
        </pc:spChg>
        <pc:spChg chg="mod">
          <ac:chgData name="Pelin    MUTANGUHA" userId="S::p.mutanguha@ur.ac.rw::42f5dea1-1a3c-4dcb-8338-5209a23519f5" providerId="AD" clId="Web-{EB730DD1-9EC3-2F3B-CB85-D4B0E9784C84}" dt="2021-07-17T09:11:19.512" v="94"/>
          <ac:spMkLst>
            <pc:docMk/>
            <pc:sldMk cId="708470911" sldId="391"/>
            <ac:spMk id="3" creationId="{4525AE4E-8CC1-48AE-A18E-05A751EA2EEC}"/>
          </ac:spMkLst>
        </pc:spChg>
        <pc:spChg chg="mod">
          <ac:chgData name="Pelin    MUTANGUHA" userId="S::p.mutanguha@ur.ac.rw::42f5dea1-1a3c-4dcb-8338-5209a23519f5" providerId="AD" clId="Web-{EB730DD1-9EC3-2F3B-CB85-D4B0E9784C84}" dt="2021-07-17T09:08:39.913" v="81"/>
          <ac:spMkLst>
            <pc:docMk/>
            <pc:sldMk cId="708470911" sldId="391"/>
            <ac:spMk id="4" creationId="{CE91DF8F-C05D-481B-A48F-5734E5299C6A}"/>
          </ac:spMkLst>
        </pc:spChg>
        <pc:spChg chg="mod ord">
          <ac:chgData name="Pelin    MUTANGUHA" userId="S::p.mutanguha@ur.ac.rw::42f5dea1-1a3c-4dcb-8338-5209a23519f5" providerId="AD" clId="Web-{EB730DD1-9EC3-2F3B-CB85-D4B0E9784C84}" dt="2021-07-17T09:11:19.512" v="94"/>
          <ac:spMkLst>
            <pc:docMk/>
            <pc:sldMk cId="708470911" sldId="391"/>
            <ac:spMk id="5" creationId="{C43870EF-9378-4A08-B8A9-7064FF433DF9}"/>
          </ac:spMkLst>
        </pc:spChg>
        <pc:spChg chg="add del">
          <ac:chgData name="Pelin    MUTANGUHA" userId="S::p.mutanguha@ur.ac.rw::42f5dea1-1a3c-4dcb-8338-5209a23519f5" providerId="AD" clId="Web-{EB730DD1-9EC3-2F3B-CB85-D4B0E9784C84}" dt="2021-07-17T09:11:19.512" v="94"/>
          <ac:spMkLst>
            <pc:docMk/>
            <pc:sldMk cId="708470911" sldId="391"/>
            <ac:spMk id="11" creationId="{416A0E3C-60E6-4F39-BC55-5F7C224E1F7C}"/>
          </ac:spMkLst>
        </pc:spChg>
        <pc:spChg chg="add del">
          <ac:chgData name="Pelin    MUTANGUHA" userId="S::p.mutanguha@ur.ac.rw::42f5dea1-1a3c-4dcb-8338-5209a23519f5" providerId="AD" clId="Web-{EB730DD1-9EC3-2F3B-CB85-D4B0E9784C84}" dt="2021-07-17T09:11:19.512" v="94"/>
          <ac:spMkLst>
            <pc:docMk/>
            <pc:sldMk cId="708470911" sldId="391"/>
            <ac:spMk id="15" creationId="{F64BBAA4-C62B-4146-B49F-FE4CC4655EE0}"/>
          </ac:spMkLst>
        </pc:spChg>
        <pc:spChg chg="add del">
          <ac:chgData name="Pelin    MUTANGUHA" userId="S::p.mutanguha@ur.ac.rw::42f5dea1-1a3c-4dcb-8338-5209a23519f5" providerId="AD" clId="Web-{EB730DD1-9EC3-2F3B-CB85-D4B0E9784C84}" dt="2021-07-17T09:11:19.512" v="94"/>
          <ac:spMkLst>
            <pc:docMk/>
            <pc:sldMk cId="708470911" sldId="391"/>
            <ac:spMk id="19" creationId="{6BF36B24-6632-4516-9692-731462896C1F}"/>
          </ac:spMkLst>
        </pc:spChg>
        <pc:spChg chg="add">
          <ac:chgData name="Pelin    MUTANGUHA" userId="S::p.mutanguha@ur.ac.rw::42f5dea1-1a3c-4dcb-8338-5209a23519f5" providerId="AD" clId="Web-{EB730DD1-9EC3-2F3B-CB85-D4B0E9784C84}" dt="2021-07-17T09:11:19.512" v="94"/>
          <ac:spMkLst>
            <pc:docMk/>
            <pc:sldMk cId="708470911" sldId="391"/>
            <ac:spMk id="24" creationId="{416A0E3C-60E6-4F39-BC55-5F7C224E1F7C}"/>
          </ac:spMkLst>
        </pc:spChg>
        <pc:spChg chg="add">
          <ac:chgData name="Pelin    MUTANGUHA" userId="S::p.mutanguha@ur.ac.rw::42f5dea1-1a3c-4dcb-8338-5209a23519f5" providerId="AD" clId="Web-{EB730DD1-9EC3-2F3B-CB85-D4B0E9784C84}" dt="2021-07-17T09:11:19.512" v="94"/>
          <ac:spMkLst>
            <pc:docMk/>
            <pc:sldMk cId="708470911" sldId="391"/>
            <ac:spMk id="28" creationId="{E844E128-FF69-4E9F-8327-6B504B3C5AE1}"/>
          </ac:spMkLst>
        </pc:spChg>
        <pc:picChg chg="add mod ord">
          <ac:chgData name="Pelin    MUTANGUHA" userId="S::p.mutanguha@ur.ac.rw::42f5dea1-1a3c-4dcb-8338-5209a23519f5" providerId="AD" clId="Web-{EB730DD1-9EC3-2F3B-CB85-D4B0E9784C84}" dt="2021-07-17T09:11:44.153" v="98" actId="14100"/>
          <ac:picMkLst>
            <pc:docMk/>
            <pc:sldMk cId="708470911" sldId="391"/>
            <ac:picMk id="6" creationId="{C52CFFFE-5D75-4D93-B6F4-03F3086C6440}"/>
          </ac:picMkLst>
        </pc:picChg>
        <pc:picChg chg="add mod ord">
          <ac:chgData name="Pelin    MUTANGUHA" userId="S::p.mutanguha@ur.ac.rw::42f5dea1-1a3c-4dcb-8338-5209a23519f5" providerId="AD" clId="Web-{EB730DD1-9EC3-2F3B-CB85-D4B0E9784C84}" dt="2021-07-17T09:11:36.293" v="95" actId="14100"/>
          <ac:picMkLst>
            <pc:docMk/>
            <pc:sldMk cId="708470911" sldId="391"/>
            <ac:picMk id="7" creationId="{34A84D6E-AA05-41DD-A664-1394FECC6D4B}"/>
          </ac:picMkLst>
        </pc:picChg>
        <pc:cxnChg chg="add del">
          <ac:chgData name="Pelin    MUTANGUHA" userId="S::p.mutanguha@ur.ac.rw::42f5dea1-1a3c-4dcb-8338-5209a23519f5" providerId="AD" clId="Web-{EB730DD1-9EC3-2F3B-CB85-D4B0E9784C84}" dt="2021-07-17T09:11:19.512" v="94"/>
          <ac:cxnSpMkLst>
            <pc:docMk/>
            <pc:sldMk cId="708470911" sldId="391"/>
            <ac:cxnSpMk id="13" creationId="{C5025DAC-8B93-4160-B017-3A274A5828C0}"/>
          </ac:cxnSpMkLst>
        </pc:cxnChg>
        <pc:cxnChg chg="add del">
          <ac:chgData name="Pelin    MUTANGUHA" userId="S::p.mutanguha@ur.ac.rw::42f5dea1-1a3c-4dcb-8338-5209a23519f5" providerId="AD" clId="Web-{EB730DD1-9EC3-2F3B-CB85-D4B0E9784C84}" dt="2021-07-17T09:11:19.512" v="94"/>
          <ac:cxnSpMkLst>
            <pc:docMk/>
            <pc:sldMk cId="708470911" sldId="391"/>
            <ac:cxnSpMk id="17" creationId="{EEB57AA8-F021-480C-A9E2-F89913313611}"/>
          </ac:cxnSpMkLst>
        </pc:cxnChg>
        <pc:cxnChg chg="add">
          <ac:chgData name="Pelin    MUTANGUHA" userId="S::p.mutanguha@ur.ac.rw::42f5dea1-1a3c-4dcb-8338-5209a23519f5" providerId="AD" clId="Web-{EB730DD1-9EC3-2F3B-CB85-D4B0E9784C84}" dt="2021-07-17T09:11:19.512" v="94"/>
          <ac:cxnSpMkLst>
            <pc:docMk/>
            <pc:sldMk cId="708470911" sldId="391"/>
            <ac:cxnSpMk id="26" creationId="{C5025DAC-8B93-4160-B017-3A274A5828C0}"/>
          </ac:cxnSpMkLst>
        </pc:cxnChg>
        <pc:cxnChg chg="add">
          <ac:chgData name="Pelin    MUTANGUHA" userId="S::p.mutanguha@ur.ac.rw::42f5dea1-1a3c-4dcb-8338-5209a23519f5" providerId="AD" clId="Web-{EB730DD1-9EC3-2F3B-CB85-D4B0E9784C84}" dt="2021-07-17T09:11:19.512" v="94"/>
          <ac:cxnSpMkLst>
            <pc:docMk/>
            <pc:sldMk cId="708470911" sldId="391"/>
            <ac:cxnSpMk id="30" creationId="{055CEADF-09EA-423C-8C45-F94AF44D5AF0}"/>
          </ac:cxnSpMkLst>
        </pc:cxnChg>
      </pc:sldChg>
      <pc:sldChg chg="addSp modSp new mod setBg">
        <pc:chgData name="Pelin    MUTANGUHA" userId="S::p.mutanguha@ur.ac.rw::42f5dea1-1a3c-4dcb-8338-5209a23519f5" providerId="AD" clId="Web-{EB730DD1-9EC3-2F3B-CB85-D4B0E9784C84}" dt="2021-07-17T09:14:24.189" v="105" actId="1076"/>
        <pc:sldMkLst>
          <pc:docMk/>
          <pc:sldMk cId="388963993" sldId="392"/>
        </pc:sldMkLst>
        <pc:spChg chg="mod">
          <ac:chgData name="Pelin    MUTANGUHA" userId="S::p.mutanguha@ur.ac.rw::42f5dea1-1a3c-4dcb-8338-5209a23519f5" providerId="AD" clId="Web-{EB730DD1-9EC3-2F3B-CB85-D4B0E9784C84}" dt="2021-07-17T09:14:18.017" v="104"/>
          <ac:spMkLst>
            <pc:docMk/>
            <pc:sldMk cId="388963993" sldId="392"/>
            <ac:spMk id="2" creationId="{6DE765CA-47AA-4ABA-B2E9-AC9BF6E8561B}"/>
          </ac:spMkLst>
        </pc:spChg>
        <pc:spChg chg="mod">
          <ac:chgData name="Pelin    MUTANGUHA" userId="S::p.mutanguha@ur.ac.rw::42f5dea1-1a3c-4dcb-8338-5209a23519f5" providerId="AD" clId="Web-{EB730DD1-9EC3-2F3B-CB85-D4B0E9784C84}" dt="2021-07-17T09:14:18.017" v="104"/>
          <ac:spMkLst>
            <pc:docMk/>
            <pc:sldMk cId="388963993" sldId="392"/>
            <ac:spMk id="3" creationId="{70915D33-46AE-457C-87C0-72C36FD52886}"/>
          </ac:spMkLst>
        </pc:spChg>
        <pc:spChg chg="mod">
          <ac:chgData name="Pelin    MUTANGUHA" userId="S::p.mutanguha@ur.ac.rw::42f5dea1-1a3c-4dcb-8338-5209a23519f5" providerId="AD" clId="Web-{EB730DD1-9EC3-2F3B-CB85-D4B0E9784C84}" dt="2021-07-17T09:14:18.017" v="104"/>
          <ac:spMkLst>
            <pc:docMk/>
            <pc:sldMk cId="388963993" sldId="392"/>
            <ac:spMk id="4" creationId="{369419B1-5117-448C-B8E5-ECED2BFACCDF}"/>
          </ac:spMkLst>
        </pc:spChg>
        <pc:spChg chg="mod ord">
          <ac:chgData name="Pelin    MUTANGUHA" userId="S::p.mutanguha@ur.ac.rw::42f5dea1-1a3c-4dcb-8338-5209a23519f5" providerId="AD" clId="Web-{EB730DD1-9EC3-2F3B-CB85-D4B0E9784C84}" dt="2021-07-17T09:14:18.017" v="104"/>
          <ac:spMkLst>
            <pc:docMk/>
            <pc:sldMk cId="388963993" sldId="392"/>
            <ac:spMk id="5" creationId="{9F7FF280-3F4E-4BF0-A0E2-778EFF72555C}"/>
          </ac:spMkLst>
        </pc:spChg>
        <pc:spChg chg="add">
          <ac:chgData name="Pelin    MUTANGUHA" userId="S::p.mutanguha@ur.ac.rw::42f5dea1-1a3c-4dcb-8338-5209a23519f5" providerId="AD" clId="Web-{EB730DD1-9EC3-2F3B-CB85-D4B0E9784C84}" dt="2021-07-17T09:14:18.017" v="104"/>
          <ac:spMkLst>
            <pc:docMk/>
            <pc:sldMk cId="388963993" sldId="392"/>
            <ac:spMk id="11" creationId="{416A0E3C-60E6-4F39-BC55-5F7C224E1F7C}"/>
          </ac:spMkLst>
        </pc:spChg>
        <pc:spChg chg="add">
          <ac:chgData name="Pelin    MUTANGUHA" userId="S::p.mutanguha@ur.ac.rw::42f5dea1-1a3c-4dcb-8338-5209a23519f5" providerId="AD" clId="Web-{EB730DD1-9EC3-2F3B-CB85-D4B0E9784C84}" dt="2021-07-17T09:14:18.017" v="104"/>
          <ac:spMkLst>
            <pc:docMk/>
            <pc:sldMk cId="388963993" sldId="392"/>
            <ac:spMk id="15" creationId="{F64BBAA4-C62B-4146-B49F-FE4CC4655EE0}"/>
          </ac:spMkLst>
        </pc:spChg>
        <pc:spChg chg="add">
          <ac:chgData name="Pelin    MUTANGUHA" userId="S::p.mutanguha@ur.ac.rw::42f5dea1-1a3c-4dcb-8338-5209a23519f5" providerId="AD" clId="Web-{EB730DD1-9EC3-2F3B-CB85-D4B0E9784C84}" dt="2021-07-17T09:14:18.017" v="104"/>
          <ac:spMkLst>
            <pc:docMk/>
            <pc:sldMk cId="388963993" sldId="392"/>
            <ac:spMk id="19" creationId="{6BF36B24-6632-4516-9692-731462896C1F}"/>
          </ac:spMkLst>
        </pc:spChg>
        <pc:picChg chg="add mod ord">
          <ac:chgData name="Pelin    MUTANGUHA" userId="S::p.mutanguha@ur.ac.rw::42f5dea1-1a3c-4dcb-8338-5209a23519f5" providerId="AD" clId="Web-{EB730DD1-9EC3-2F3B-CB85-D4B0E9784C84}" dt="2021-07-17T09:14:24.189" v="105" actId="1076"/>
          <ac:picMkLst>
            <pc:docMk/>
            <pc:sldMk cId="388963993" sldId="392"/>
            <ac:picMk id="6" creationId="{6C757EE7-6975-4200-814D-FBA9AD54EE9B}"/>
          </ac:picMkLst>
        </pc:picChg>
        <pc:cxnChg chg="add">
          <ac:chgData name="Pelin    MUTANGUHA" userId="S::p.mutanguha@ur.ac.rw::42f5dea1-1a3c-4dcb-8338-5209a23519f5" providerId="AD" clId="Web-{EB730DD1-9EC3-2F3B-CB85-D4B0E9784C84}" dt="2021-07-17T09:14:18.017" v="104"/>
          <ac:cxnSpMkLst>
            <pc:docMk/>
            <pc:sldMk cId="388963993" sldId="392"/>
            <ac:cxnSpMk id="13" creationId="{C5025DAC-8B93-4160-B017-3A274A5828C0}"/>
          </ac:cxnSpMkLst>
        </pc:cxnChg>
        <pc:cxnChg chg="add">
          <ac:chgData name="Pelin    MUTANGUHA" userId="S::p.mutanguha@ur.ac.rw::42f5dea1-1a3c-4dcb-8338-5209a23519f5" providerId="AD" clId="Web-{EB730DD1-9EC3-2F3B-CB85-D4B0E9784C84}" dt="2021-07-17T09:14:18.017" v="104"/>
          <ac:cxnSpMkLst>
            <pc:docMk/>
            <pc:sldMk cId="388963993" sldId="392"/>
            <ac:cxnSpMk id="17" creationId="{EEB57AA8-F021-480C-A9E2-F89913313611}"/>
          </ac:cxnSpMkLst>
        </pc:cxnChg>
      </pc:sldChg>
      <pc:sldChg chg="addSp delSp modSp new mod setBg setClrOvrMap">
        <pc:chgData name="Pelin    MUTANGUHA" userId="S::p.mutanguha@ur.ac.rw::42f5dea1-1a3c-4dcb-8338-5209a23519f5" providerId="AD" clId="Web-{EB730DD1-9EC3-2F3B-CB85-D4B0E9784C84}" dt="2021-07-17T09:32:42.909" v="125" actId="20577"/>
        <pc:sldMkLst>
          <pc:docMk/>
          <pc:sldMk cId="3377596562" sldId="393"/>
        </pc:sldMkLst>
        <pc:spChg chg="mod">
          <ac:chgData name="Pelin    MUTANGUHA" userId="S::p.mutanguha@ur.ac.rw::42f5dea1-1a3c-4dcb-8338-5209a23519f5" providerId="AD" clId="Web-{EB730DD1-9EC3-2F3B-CB85-D4B0E9784C84}" dt="2021-07-17T09:32:42.909" v="125" actId="20577"/>
          <ac:spMkLst>
            <pc:docMk/>
            <pc:sldMk cId="3377596562" sldId="393"/>
            <ac:spMk id="2" creationId="{4AF41B27-C482-4FBA-9D2C-F1B319509587}"/>
          </ac:spMkLst>
        </pc:spChg>
        <pc:spChg chg="mod">
          <ac:chgData name="Pelin    MUTANGUHA" userId="S::p.mutanguha@ur.ac.rw::42f5dea1-1a3c-4dcb-8338-5209a23519f5" providerId="AD" clId="Web-{EB730DD1-9EC3-2F3B-CB85-D4B0E9784C84}" dt="2021-07-17T09:31:42.424" v="120" actId="20577"/>
          <ac:spMkLst>
            <pc:docMk/>
            <pc:sldMk cId="3377596562" sldId="393"/>
            <ac:spMk id="3" creationId="{66E8AD6B-23A5-4D48-AC78-84ED6ACAE475}"/>
          </ac:spMkLst>
        </pc:spChg>
        <pc:spChg chg="mod ord">
          <ac:chgData name="Pelin    MUTANGUHA" userId="S::p.mutanguha@ur.ac.rw::42f5dea1-1a3c-4dcb-8338-5209a23519f5" providerId="AD" clId="Web-{EB730DD1-9EC3-2F3B-CB85-D4B0E9784C84}" dt="2021-07-17T09:31:32.455" v="117"/>
          <ac:spMkLst>
            <pc:docMk/>
            <pc:sldMk cId="3377596562" sldId="393"/>
            <ac:spMk id="4" creationId="{E5309424-9CD1-413D-ADEC-FB0393EB457D}"/>
          </ac:spMkLst>
        </pc:spChg>
        <pc:spChg chg="mod ord">
          <ac:chgData name="Pelin    MUTANGUHA" userId="S::p.mutanguha@ur.ac.rw::42f5dea1-1a3c-4dcb-8338-5209a23519f5" providerId="AD" clId="Web-{EB730DD1-9EC3-2F3B-CB85-D4B0E9784C84}" dt="2021-07-17T09:32:08.299" v="122" actId="14100"/>
          <ac:spMkLst>
            <pc:docMk/>
            <pc:sldMk cId="3377596562" sldId="393"/>
            <ac:spMk id="5" creationId="{76F1C812-8FD0-436B-AE0A-F3C82EF2F74A}"/>
          </ac:spMkLst>
        </pc:spChg>
        <pc:spChg chg="add del">
          <ac:chgData name="Pelin    MUTANGUHA" userId="S::p.mutanguha@ur.ac.rw::42f5dea1-1a3c-4dcb-8338-5209a23519f5" providerId="AD" clId="Web-{EB730DD1-9EC3-2F3B-CB85-D4B0E9784C84}" dt="2021-07-17T09:31:22.782" v="116"/>
          <ac:spMkLst>
            <pc:docMk/>
            <pc:sldMk cId="3377596562" sldId="393"/>
            <ac:spMk id="8" creationId="{416A0E3C-60E6-4F39-BC55-5F7C224E1F7C}"/>
          </ac:spMkLst>
        </pc:spChg>
        <pc:spChg chg="add del">
          <ac:chgData name="Pelin    MUTANGUHA" userId="S::p.mutanguha@ur.ac.rw::42f5dea1-1a3c-4dcb-8338-5209a23519f5" providerId="AD" clId="Web-{EB730DD1-9EC3-2F3B-CB85-D4B0E9784C84}" dt="2021-07-17T09:31:22.782" v="116"/>
          <ac:spMkLst>
            <pc:docMk/>
            <pc:sldMk cId="3377596562" sldId="393"/>
            <ac:spMk id="10" creationId="{67B74F2B-9534-4540-96B0-5C8E958B940F}"/>
          </ac:spMkLst>
        </pc:spChg>
        <pc:spChg chg="add del">
          <ac:chgData name="Pelin    MUTANGUHA" userId="S::p.mutanguha@ur.ac.rw::42f5dea1-1a3c-4dcb-8338-5209a23519f5" providerId="AD" clId="Web-{EB730DD1-9EC3-2F3B-CB85-D4B0E9784C84}" dt="2021-07-17T09:31:13.313" v="114"/>
          <ac:spMkLst>
            <pc:docMk/>
            <pc:sldMk cId="3377596562" sldId="393"/>
            <ac:spMk id="11" creationId="{416A0E3C-60E6-4F39-BC55-5F7C224E1F7C}"/>
          </ac:spMkLst>
        </pc:spChg>
        <pc:spChg chg="add">
          <ac:chgData name="Pelin    MUTANGUHA" userId="S::p.mutanguha@ur.ac.rw::42f5dea1-1a3c-4dcb-8338-5209a23519f5" providerId="AD" clId="Web-{EB730DD1-9EC3-2F3B-CB85-D4B0E9784C84}" dt="2021-07-17T09:31:32.455" v="117"/>
          <ac:spMkLst>
            <pc:docMk/>
            <pc:sldMk cId="3377596562" sldId="393"/>
            <ac:spMk id="14" creationId="{416A0E3C-60E6-4F39-BC55-5F7C224E1F7C}"/>
          </ac:spMkLst>
        </pc:spChg>
        <pc:spChg chg="add del">
          <ac:chgData name="Pelin    MUTANGUHA" userId="S::p.mutanguha@ur.ac.rw::42f5dea1-1a3c-4dcb-8338-5209a23519f5" providerId="AD" clId="Web-{EB730DD1-9EC3-2F3B-CB85-D4B0E9784C84}" dt="2021-07-17T09:31:13.313" v="114"/>
          <ac:spMkLst>
            <pc:docMk/>
            <pc:sldMk cId="3377596562" sldId="393"/>
            <ac:spMk id="15" creationId="{E844E128-FF69-4E9F-8327-6B504B3C5AE1}"/>
          </ac:spMkLst>
        </pc:spChg>
        <pc:spChg chg="add">
          <ac:chgData name="Pelin    MUTANGUHA" userId="S::p.mutanguha@ur.ac.rw::42f5dea1-1a3c-4dcb-8338-5209a23519f5" providerId="AD" clId="Web-{EB730DD1-9EC3-2F3B-CB85-D4B0E9784C84}" dt="2021-07-17T09:31:32.455" v="117"/>
          <ac:spMkLst>
            <pc:docMk/>
            <pc:sldMk cId="3377596562" sldId="393"/>
            <ac:spMk id="18" creationId="{F64BBAA4-C62B-4146-B49F-FE4CC4655EE0}"/>
          </ac:spMkLst>
        </pc:spChg>
        <pc:spChg chg="add del">
          <ac:chgData name="Pelin    MUTANGUHA" userId="S::p.mutanguha@ur.ac.rw::42f5dea1-1a3c-4dcb-8338-5209a23519f5" providerId="AD" clId="Web-{EB730DD1-9EC3-2F3B-CB85-D4B0E9784C84}" dt="2021-07-17T09:31:22.782" v="116"/>
          <ac:spMkLst>
            <pc:docMk/>
            <pc:sldMk cId="3377596562" sldId="393"/>
            <ac:spMk id="19" creationId="{C1B60310-C5C3-46A0-A452-2A0B008434DA}"/>
          </ac:spMkLst>
        </pc:spChg>
        <pc:spChg chg="add">
          <ac:chgData name="Pelin    MUTANGUHA" userId="S::p.mutanguha@ur.ac.rw::42f5dea1-1a3c-4dcb-8338-5209a23519f5" providerId="AD" clId="Web-{EB730DD1-9EC3-2F3B-CB85-D4B0E9784C84}" dt="2021-07-17T09:31:32.455" v="117"/>
          <ac:spMkLst>
            <pc:docMk/>
            <pc:sldMk cId="3377596562" sldId="393"/>
            <ac:spMk id="21" creationId="{6BF36B24-6632-4516-9692-731462896C1F}"/>
          </ac:spMkLst>
        </pc:spChg>
        <pc:picChg chg="add mod ord">
          <ac:chgData name="Pelin    MUTANGUHA" userId="S::p.mutanguha@ur.ac.rw::42f5dea1-1a3c-4dcb-8338-5209a23519f5" providerId="AD" clId="Web-{EB730DD1-9EC3-2F3B-CB85-D4B0E9784C84}" dt="2021-07-17T09:31:32.455" v="117"/>
          <ac:picMkLst>
            <pc:docMk/>
            <pc:sldMk cId="3377596562" sldId="393"/>
            <ac:picMk id="6" creationId="{0144317F-6A3E-4911-AEE0-0983978ADFDC}"/>
          </ac:picMkLst>
        </pc:picChg>
        <pc:cxnChg chg="add del">
          <ac:chgData name="Pelin    MUTANGUHA" userId="S::p.mutanguha@ur.ac.rw::42f5dea1-1a3c-4dcb-8338-5209a23519f5" providerId="AD" clId="Web-{EB730DD1-9EC3-2F3B-CB85-D4B0E9784C84}" dt="2021-07-17T09:31:22.782" v="116"/>
          <ac:cxnSpMkLst>
            <pc:docMk/>
            <pc:sldMk cId="3377596562" sldId="393"/>
            <ac:cxnSpMk id="9" creationId="{C5025DAC-8B93-4160-B017-3A274A5828C0}"/>
          </ac:cxnSpMkLst>
        </pc:cxnChg>
        <pc:cxnChg chg="add del">
          <ac:chgData name="Pelin    MUTANGUHA" userId="S::p.mutanguha@ur.ac.rw::42f5dea1-1a3c-4dcb-8338-5209a23519f5" providerId="AD" clId="Web-{EB730DD1-9EC3-2F3B-CB85-D4B0E9784C84}" dt="2021-07-17T09:31:22.782" v="116"/>
          <ac:cxnSpMkLst>
            <pc:docMk/>
            <pc:sldMk cId="3377596562" sldId="393"/>
            <ac:cxnSpMk id="12" creationId="{33BECB2B-2CFA-412C-880F-C4B60974936F}"/>
          </ac:cxnSpMkLst>
        </pc:cxnChg>
        <pc:cxnChg chg="add del">
          <ac:chgData name="Pelin    MUTANGUHA" userId="S::p.mutanguha@ur.ac.rw::42f5dea1-1a3c-4dcb-8338-5209a23519f5" providerId="AD" clId="Web-{EB730DD1-9EC3-2F3B-CB85-D4B0E9784C84}" dt="2021-07-17T09:31:13.313" v="114"/>
          <ac:cxnSpMkLst>
            <pc:docMk/>
            <pc:sldMk cId="3377596562" sldId="393"/>
            <ac:cxnSpMk id="13" creationId="{C5025DAC-8B93-4160-B017-3A274A5828C0}"/>
          </ac:cxnSpMkLst>
        </pc:cxnChg>
        <pc:cxnChg chg="add">
          <ac:chgData name="Pelin    MUTANGUHA" userId="S::p.mutanguha@ur.ac.rw::42f5dea1-1a3c-4dcb-8338-5209a23519f5" providerId="AD" clId="Web-{EB730DD1-9EC3-2F3B-CB85-D4B0E9784C84}" dt="2021-07-17T09:31:32.455" v="117"/>
          <ac:cxnSpMkLst>
            <pc:docMk/>
            <pc:sldMk cId="3377596562" sldId="393"/>
            <ac:cxnSpMk id="16" creationId="{C5025DAC-8B93-4160-B017-3A274A5828C0}"/>
          </ac:cxnSpMkLst>
        </pc:cxnChg>
        <pc:cxnChg chg="add del">
          <ac:chgData name="Pelin    MUTANGUHA" userId="S::p.mutanguha@ur.ac.rw::42f5dea1-1a3c-4dcb-8338-5209a23519f5" providerId="AD" clId="Web-{EB730DD1-9EC3-2F3B-CB85-D4B0E9784C84}" dt="2021-07-17T09:31:13.313" v="114"/>
          <ac:cxnSpMkLst>
            <pc:docMk/>
            <pc:sldMk cId="3377596562" sldId="393"/>
            <ac:cxnSpMk id="17" creationId="{055CEADF-09EA-423C-8C45-F94AF44D5AF0}"/>
          </ac:cxnSpMkLst>
        </pc:cxnChg>
        <pc:cxnChg chg="add">
          <ac:chgData name="Pelin    MUTANGUHA" userId="S::p.mutanguha@ur.ac.rw::42f5dea1-1a3c-4dcb-8338-5209a23519f5" providerId="AD" clId="Web-{EB730DD1-9EC3-2F3B-CB85-D4B0E9784C84}" dt="2021-07-17T09:31:32.455" v="117"/>
          <ac:cxnSpMkLst>
            <pc:docMk/>
            <pc:sldMk cId="3377596562" sldId="393"/>
            <ac:cxnSpMk id="20" creationId="{EEB57AA8-F021-480C-A9E2-F89913313611}"/>
          </ac:cxnSpMkLst>
        </pc:cxnChg>
      </pc:sldChg>
      <pc:sldChg chg="addSp modSp new mod setBg">
        <pc:chgData name="Pelin    MUTANGUHA" userId="S::p.mutanguha@ur.ac.rw::42f5dea1-1a3c-4dcb-8338-5209a23519f5" providerId="AD" clId="Web-{EB730DD1-9EC3-2F3B-CB85-D4B0E9784C84}" dt="2021-07-17T09:54:42.791" v="163" actId="20577"/>
        <pc:sldMkLst>
          <pc:docMk/>
          <pc:sldMk cId="3745768256" sldId="394"/>
        </pc:sldMkLst>
        <pc:spChg chg="mod">
          <ac:chgData name="Pelin    MUTANGUHA" userId="S::p.mutanguha@ur.ac.rw::42f5dea1-1a3c-4dcb-8338-5209a23519f5" providerId="AD" clId="Web-{EB730DD1-9EC3-2F3B-CB85-D4B0E9784C84}" dt="2021-07-17T09:54:16.790" v="158" actId="14100"/>
          <ac:spMkLst>
            <pc:docMk/>
            <pc:sldMk cId="3745768256" sldId="394"/>
            <ac:spMk id="2" creationId="{077A1832-0D21-4266-8033-D8140A9E569D}"/>
          </ac:spMkLst>
        </pc:spChg>
        <pc:spChg chg="mod">
          <ac:chgData name="Pelin    MUTANGUHA" userId="S::p.mutanguha@ur.ac.rw::42f5dea1-1a3c-4dcb-8338-5209a23519f5" providerId="AD" clId="Web-{EB730DD1-9EC3-2F3B-CB85-D4B0E9784C84}" dt="2021-07-17T09:54:42.791" v="163" actId="20577"/>
          <ac:spMkLst>
            <pc:docMk/>
            <pc:sldMk cId="3745768256" sldId="394"/>
            <ac:spMk id="3" creationId="{EB5042E0-FE04-404D-AB5E-BAEC2AF0BBDF}"/>
          </ac:spMkLst>
        </pc:spChg>
        <pc:spChg chg="mod">
          <ac:chgData name="Pelin    MUTANGUHA" userId="S::p.mutanguha@ur.ac.rw::42f5dea1-1a3c-4dcb-8338-5209a23519f5" providerId="AD" clId="Web-{EB730DD1-9EC3-2F3B-CB85-D4B0E9784C84}" dt="2021-07-17T09:54:04.946" v="157"/>
          <ac:spMkLst>
            <pc:docMk/>
            <pc:sldMk cId="3745768256" sldId="394"/>
            <ac:spMk id="4" creationId="{EEC64794-2D57-4130-84AC-3B3C7FDDABC9}"/>
          </ac:spMkLst>
        </pc:spChg>
        <pc:spChg chg="mod ord">
          <ac:chgData name="Pelin    MUTANGUHA" userId="S::p.mutanguha@ur.ac.rw::42f5dea1-1a3c-4dcb-8338-5209a23519f5" providerId="AD" clId="Web-{EB730DD1-9EC3-2F3B-CB85-D4B0E9784C84}" dt="2021-07-17T09:54:23.478" v="159" actId="14100"/>
          <ac:spMkLst>
            <pc:docMk/>
            <pc:sldMk cId="3745768256" sldId="394"/>
            <ac:spMk id="5" creationId="{580D557B-A25C-4F0D-93A7-8DC2A0355AF1}"/>
          </ac:spMkLst>
        </pc:spChg>
        <pc:spChg chg="add">
          <ac:chgData name="Pelin    MUTANGUHA" userId="S::p.mutanguha@ur.ac.rw::42f5dea1-1a3c-4dcb-8338-5209a23519f5" providerId="AD" clId="Web-{EB730DD1-9EC3-2F3B-CB85-D4B0E9784C84}" dt="2021-07-17T09:54:04.946" v="157"/>
          <ac:spMkLst>
            <pc:docMk/>
            <pc:sldMk cId="3745768256" sldId="394"/>
            <ac:spMk id="11" creationId="{416A0E3C-60E6-4F39-BC55-5F7C224E1F7C}"/>
          </ac:spMkLst>
        </pc:spChg>
        <pc:spChg chg="add">
          <ac:chgData name="Pelin    MUTANGUHA" userId="S::p.mutanguha@ur.ac.rw::42f5dea1-1a3c-4dcb-8338-5209a23519f5" providerId="AD" clId="Web-{EB730DD1-9EC3-2F3B-CB85-D4B0E9784C84}" dt="2021-07-17T09:54:04.946" v="157"/>
          <ac:spMkLst>
            <pc:docMk/>
            <pc:sldMk cId="3745768256" sldId="394"/>
            <ac:spMk id="15" creationId="{F64BBAA4-C62B-4146-B49F-FE4CC4655EE0}"/>
          </ac:spMkLst>
        </pc:spChg>
        <pc:spChg chg="add">
          <ac:chgData name="Pelin    MUTANGUHA" userId="S::p.mutanguha@ur.ac.rw::42f5dea1-1a3c-4dcb-8338-5209a23519f5" providerId="AD" clId="Web-{EB730DD1-9EC3-2F3B-CB85-D4B0E9784C84}" dt="2021-07-17T09:54:04.946" v="157"/>
          <ac:spMkLst>
            <pc:docMk/>
            <pc:sldMk cId="3745768256" sldId="394"/>
            <ac:spMk id="19" creationId="{6BF36B24-6632-4516-9692-731462896C1F}"/>
          </ac:spMkLst>
        </pc:spChg>
        <pc:picChg chg="add mod ord">
          <ac:chgData name="Pelin    MUTANGUHA" userId="S::p.mutanguha@ur.ac.rw::42f5dea1-1a3c-4dcb-8338-5209a23519f5" providerId="AD" clId="Web-{EB730DD1-9EC3-2F3B-CB85-D4B0E9784C84}" dt="2021-07-17T09:54:04.946" v="157"/>
          <ac:picMkLst>
            <pc:docMk/>
            <pc:sldMk cId="3745768256" sldId="394"/>
            <ac:picMk id="6" creationId="{0EC2D0A9-3392-49DA-91E0-B5A06CDEF05B}"/>
          </ac:picMkLst>
        </pc:picChg>
        <pc:cxnChg chg="add">
          <ac:chgData name="Pelin    MUTANGUHA" userId="S::p.mutanguha@ur.ac.rw::42f5dea1-1a3c-4dcb-8338-5209a23519f5" providerId="AD" clId="Web-{EB730DD1-9EC3-2F3B-CB85-D4B0E9784C84}" dt="2021-07-17T09:54:04.946" v="157"/>
          <ac:cxnSpMkLst>
            <pc:docMk/>
            <pc:sldMk cId="3745768256" sldId="394"/>
            <ac:cxnSpMk id="13" creationId="{C5025DAC-8B93-4160-B017-3A274A5828C0}"/>
          </ac:cxnSpMkLst>
        </pc:cxnChg>
        <pc:cxnChg chg="add">
          <ac:chgData name="Pelin    MUTANGUHA" userId="S::p.mutanguha@ur.ac.rw::42f5dea1-1a3c-4dcb-8338-5209a23519f5" providerId="AD" clId="Web-{EB730DD1-9EC3-2F3B-CB85-D4B0E9784C84}" dt="2021-07-17T09:54:04.946" v="157"/>
          <ac:cxnSpMkLst>
            <pc:docMk/>
            <pc:sldMk cId="3745768256" sldId="394"/>
            <ac:cxnSpMk id="17" creationId="{EEB57AA8-F021-480C-A9E2-F89913313611}"/>
          </ac:cxnSpMkLst>
        </pc:cxnChg>
      </pc:sldChg>
      <pc:sldChg chg="addSp delSp modSp new mod setBg setClrOvrMap">
        <pc:chgData name="Pelin    MUTANGUHA" userId="S::p.mutanguha@ur.ac.rw::42f5dea1-1a3c-4dcb-8338-5209a23519f5" providerId="AD" clId="Web-{EB730DD1-9EC3-2F3B-CB85-D4B0E9784C84}" dt="2021-07-17T10:53:12.784" v="226" actId="14100"/>
        <pc:sldMkLst>
          <pc:docMk/>
          <pc:sldMk cId="1464286801" sldId="395"/>
        </pc:sldMkLst>
        <pc:spChg chg="mod ord">
          <ac:chgData name="Pelin    MUTANGUHA" userId="S::p.mutanguha@ur.ac.rw::42f5dea1-1a3c-4dcb-8338-5209a23519f5" providerId="AD" clId="Web-{EB730DD1-9EC3-2F3B-CB85-D4B0E9784C84}" dt="2021-07-17T10:23:46.548" v="183"/>
          <ac:spMkLst>
            <pc:docMk/>
            <pc:sldMk cId="1464286801" sldId="395"/>
            <ac:spMk id="2" creationId="{4EB946A9-D2EE-4D22-8847-64843FD8FE7D}"/>
          </ac:spMkLst>
        </pc:spChg>
        <pc:spChg chg="mod ord">
          <ac:chgData name="Pelin    MUTANGUHA" userId="S::p.mutanguha@ur.ac.rw::42f5dea1-1a3c-4dcb-8338-5209a23519f5" providerId="AD" clId="Web-{EB730DD1-9EC3-2F3B-CB85-D4B0E9784C84}" dt="2021-07-17T10:23:46.548" v="183"/>
          <ac:spMkLst>
            <pc:docMk/>
            <pc:sldMk cId="1464286801" sldId="395"/>
            <ac:spMk id="3" creationId="{DC0B1F21-672B-4B20-95F4-480687BAD6F1}"/>
          </ac:spMkLst>
        </pc:spChg>
        <pc:spChg chg="mod ord">
          <ac:chgData name="Pelin    MUTANGUHA" userId="S::p.mutanguha@ur.ac.rw::42f5dea1-1a3c-4dcb-8338-5209a23519f5" providerId="AD" clId="Web-{EB730DD1-9EC3-2F3B-CB85-D4B0E9784C84}" dt="2021-07-17T10:23:46.548" v="183"/>
          <ac:spMkLst>
            <pc:docMk/>
            <pc:sldMk cId="1464286801" sldId="395"/>
            <ac:spMk id="4" creationId="{FC55C113-E3AA-40D1-8686-62DD05B0D4CE}"/>
          </ac:spMkLst>
        </pc:spChg>
        <pc:spChg chg="mod">
          <ac:chgData name="Pelin    MUTANGUHA" userId="S::p.mutanguha@ur.ac.rw::42f5dea1-1a3c-4dcb-8338-5209a23519f5" providerId="AD" clId="Web-{EB730DD1-9EC3-2F3B-CB85-D4B0E9784C84}" dt="2021-07-17T10:24:29.674" v="184" actId="20577"/>
          <ac:spMkLst>
            <pc:docMk/>
            <pc:sldMk cId="1464286801" sldId="395"/>
            <ac:spMk id="5" creationId="{1E2BAE8D-F9FF-47E1-8E5E-6DD3649B65EC}"/>
          </ac:spMkLst>
        </pc:spChg>
        <pc:spChg chg="add">
          <ac:chgData name="Pelin    MUTANGUHA" userId="S::p.mutanguha@ur.ac.rw::42f5dea1-1a3c-4dcb-8338-5209a23519f5" providerId="AD" clId="Web-{EB730DD1-9EC3-2F3B-CB85-D4B0E9784C84}" dt="2021-07-17T10:23:46.548" v="183"/>
          <ac:spMkLst>
            <pc:docMk/>
            <pc:sldMk cId="1464286801" sldId="395"/>
            <ac:spMk id="10" creationId="{416A0E3C-60E6-4F39-BC55-5F7C224E1F7C}"/>
          </ac:spMkLst>
        </pc:spChg>
        <pc:spChg chg="add">
          <ac:chgData name="Pelin    MUTANGUHA" userId="S::p.mutanguha@ur.ac.rw::42f5dea1-1a3c-4dcb-8338-5209a23519f5" providerId="AD" clId="Web-{EB730DD1-9EC3-2F3B-CB85-D4B0E9784C84}" dt="2021-07-17T10:23:46.548" v="183"/>
          <ac:spMkLst>
            <pc:docMk/>
            <pc:sldMk cId="1464286801" sldId="395"/>
            <ac:spMk id="12" creationId="{E844E128-FF69-4E9F-8327-6B504B3C5AE1}"/>
          </ac:spMkLst>
        </pc:spChg>
        <pc:spChg chg="add del">
          <ac:chgData name="Pelin    MUTANGUHA" userId="S::p.mutanguha@ur.ac.rw::42f5dea1-1a3c-4dcb-8338-5209a23519f5" providerId="AD" clId="Web-{EB730DD1-9EC3-2F3B-CB85-D4B0E9784C84}" dt="2021-07-17T10:23:46.533" v="182"/>
          <ac:spMkLst>
            <pc:docMk/>
            <pc:sldMk cId="1464286801" sldId="395"/>
            <ac:spMk id="13" creationId="{416A0E3C-60E6-4F39-BC55-5F7C224E1F7C}"/>
          </ac:spMkLst>
        </pc:spChg>
        <pc:spChg chg="add del">
          <ac:chgData name="Pelin    MUTANGUHA" userId="S::p.mutanguha@ur.ac.rw::42f5dea1-1a3c-4dcb-8338-5209a23519f5" providerId="AD" clId="Web-{EB730DD1-9EC3-2F3B-CB85-D4B0E9784C84}" dt="2021-07-17T10:23:46.533" v="182"/>
          <ac:spMkLst>
            <pc:docMk/>
            <pc:sldMk cId="1464286801" sldId="395"/>
            <ac:spMk id="17" creationId="{D40791F6-715D-481A-9C4A-3645AECFD5A0}"/>
          </ac:spMkLst>
        </pc:spChg>
        <pc:spChg chg="add del">
          <ac:chgData name="Pelin    MUTANGUHA" userId="S::p.mutanguha@ur.ac.rw::42f5dea1-1a3c-4dcb-8338-5209a23519f5" providerId="AD" clId="Web-{EB730DD1-9EC3-2F3B-CB85-D4B0E9784C84}" dt="2021-07-17T10:23:46.533" v="182"/>
          <ac:spMkLst>
            <pc:docMk/>
            <pc:sldMk cId="1464286801" sldId="395"/>
            <ac:spMk id="21" creationId="{811CBAFA-D7E0-40A7-BB94-2C05304B407B}"/>
          </ac:spMkLst>
        </pc:spChg>
        <pc:picChg chg="add del mod">
          <ac:chgData name="Pelin    MUTANGUHA" userId="S::p.mutanguha@ur.ac.rw::42f5dea1-1a3c-4dcb-8338-5209a23519f5" providerId="AD" clId="Web-{EB730DD1-9EC3-2F3B-CB85-D4B0E9784C84}" dt="2021-07-17T10:22:45.344" v="175"/>
          <ac:picMkLst>
            <pc:docMk/>
            <pc:sldMk cId="1464286801" sldId="395"/>
            <ac:picMk id="6" creationId="{B03F48F8-78A0-42D4-A444-24B41072B409}"/>
          </ac:picMkLst>
        </pc:picChg>
        <pc:picChg chg="add mod">
          <ac:chgData name="Pelin    MUTANGUHA" userId="S::p.mutanguha@ur.ac.rw::42f5dea1-1a3c-4dcb-8338-5209a23519f5" providerId="AD" clId="Web-{EB730DD1-9EC3-2F3B-CB85-D4B0E9784C84}" dt="2021-07-17T10:53:12.784" v="226" actId="14100"/>
          <ac:picMkLst>
            <pc:docMk/>
            <pc:sldMk cId="1464286801" sldId="395"/>
            <ac:picMk id="7" creationId="{E945E916-A181-4278-9E87-4563738890CF}"/>
          </ac:picMkLst>
        </pc:picChg>
        <pc:picChg chg="add mod">
          <ac:chgData name="Pelin    MUTANGUHA" userId="S::p.mutanguha@ur.ac.rw::42f5dea1-1a3c-4dcb-8338-5209a23519f5" providerId="AD" clId="Web-{EB730DD1-9EC3-2F3B-CB85-D4B0E9784C84}" dt="2021-07-17T10:23:46.548" v="183"/>
          <ac:picMkLst>
            <pc:docMk/>
            <pc:sldMk cId="1464286801" sldId="395"/>
            <ac:picMk id="8" creationId="{3A37F966-48C7-491C-9A8E-22676F4A596E}"/>
          </ac:picMkLst>
        </pc:picChg>
        <pc:cxnChg chg="add">
          <ac:chgData name="Pelin    MUTANGUHA" userId="S::p.mutanguha@ur.ac.rw::42f5dea1-1a3c-4dcb-8338-5209a23519f5" providerId="AD" clId="Web-{EB730DD1-9EC3-2F3B-CB85-D4B0E9784C84}" dt="2021-07-17T10:23:46.548" v="183"/>
          <ac:cxnSpMkLst>
            <pc:docMk/>
            <pc:sldMk cId="1464286801" sldId="395"/>
            <ac:cxnSpMk id="11" creationId="{C5025DAC-8B93-4160-B017-3A274A5828C0}"/>
          </ac:cxnSpMkLst>
        </pc:cxnChg>
        <pc:cxnChg chg="add">
          <ac:chgData name="Pelin    MUTANGUHA" userId="S::p.mutanguha@ur.ac.rw::42f5dea1-1a3c-4dcb-8338-5209a23519f5" providerId="AD" clId="Web-{EB730DD1-9EC3-2F3B-CB85-D4B0E9784C84}" dt="2021-07-17T10:23:46.548" v="183"/>
          <ac:cxnSpMkLst>
            <pc:docMk/>
            <pc:sldMk cId="1464286801" sldId="395"/>
            <ac:cxnSpMk id="14" creationId="{055CEADF-09EA-423C-8C45-F94AF44D5AF0}"/>
          </ac:cxnSpMkLst>
        </pc:cxnChg>
        <pc:cxnChg chg="add del">
          <ac:chgData name="Pelin    MUTANGUHA" userId="S::p.mutanguha@ur.ac.rw::42f5dea1-1a3c-4dcb-8338-5209a23519f5" providerId="AD" clId="Web-{EB730DD1-9EC3-2F3B-CB85-D4B0E9784C84}" dt="2021-07-17T10:23:46.533" v="182"/>
          <ac:cxnSpMkLst>
            <pc:docMk/>
            <pc:sldMk cId="1464286801" sldId="395"/>
            <ac:cxnSpMk id="15" creationId="{C5025DAC-8B93-4160-B017-3A274A5828C0}"/>
          </ac:cxnSpMkLst>
        </pc:cxnChg>
        <pc:cxnChg chg="add del">
          <ac:chgData name="Pelin    MUTANGUHA" userId="S::p.mutanguha@ur.ac.rw::42f5dea1-1a3c-4dcb-8338-5209a23519f5" providerId="AD" clId="Web-{EB730DD1-9EC3-2F3B-CB85-D4B0E9784C84}" dt="2021-07-17T10:23:46.533" v="182"/>
          <ac:cxnSpMkLst>
            <pc:docMk/>
            <pc:sldMk cId="1464286801" sldId="395"/>
            <ac:cxnSpMk id="19" creationId="{740F83A4-FAC4-4867-95A5-BBFD280C7BF5}"/>
          </ac:cxnSpMkLst>
        </pc:cxnChg>
      </pc:sldChg>
      <pc:sldChg chg="addSp modSp new mod setBg">
        <pc:chgData name="Pelin    MUTANGUHA" userId="S::p.mutanguha@ur.ac.rw::42f5dea1-1a3c-4dcb-8338-5209a23519f5" providerId="AD" clId="Web-{EB730DD1-9EC3-2F3B-CB85-D4B0E9784C84}" dt="2021-07-17T10:53:24.550" v="227" actId="14100"/>
        <pc:sldMkLst>
          <pc:docMk/>
          <pc:sldMk cId="1124770336" sldId="396"/>
        </pc:sldMkLst>
        <pc:spChg chg="mod">
          <ac:chgData name="Pelin    MUTANGUHA" userId="S::p.mutanguha@ur.ac.rw::42f5dea1-1a3c-4dcb-8338-5209a23519f5" providerId="AD" clId="Web-{EB730DD1-9EC3-2F3B-CB85-D4B0E9784C84}" dt="2021-07-17T10:42:56.409" v="223" actId="20577"/>
          <ac:spMkLst>
            <pc:docMk/>
            <pc:sldMk cId="1124770336" sldId="396"/>
            <ac:spMk id="2" creationId="{3FE4E468-887E-45E3-AD9D-D734BBBF7E66}"/>
          </ac:spMkLst>
        </pc:spChg>
        <pc:spChg chg="mod">
          <ac:chgData name="Pelin    MUTANGUHA" userId="S::p.mutanguha@ur.ac.rw::42f5dea1-1a3c-4dcb-8338-5209a23519f5" providerId="AD" clId="Web-{EB730DD1-9EC3-2F3B-CB85-D4B0E9784C84}" dt="2021-07-17T10:42:26.283" v="218"/>
          <ac:spMkLst>
            <pc:docMk/>
            <pc:sldMk cId="1124770336" sldId="396"/>
            <ac:spMk id="3" creationId="{4DFDCF82-FECE-4BC2-94E3-A334D8ACDFE1}"/>
          </ac:spMkLst>
        </pc:spChg>
        <pc:spChg chg="mod">
          <ac:chgData name="Pelin    MUTANGUHA" userId="S::p.mutanguha@ur.ac.rw::42f5dea1-1a3c-4dcb-8338-5209a23519f5" providerId="AD" clId="Web-{EB730DD1-9EC3-2F3B-CB85-D4B0E9784C84}" dt="2021-07-17T10:42:26.283" v="218"/>
          <ac:spMkLst>
            <pc:docMk/>
            <pc:sldMk cId="1124770336" sldId="396"/>
            <ac:spMk id="4" creationId="{3B88098A-EFC3-4C65-82A2-49E440A21224}"/>
          </ac:spMkLst>
        </pc:spChg>
        <pc:spChg chg="mod ord">
          <ac:chgData name="Pelin    MUTANGUHA" userId="S::p.mutanguha@ur.ac.rw::42f5dea1-1a3c-4dcb-8338-5209a23519f5" providerId="AD" clId="Web-{EB730DD1-9EC3-2F3B-CB85-D4B0E9784C84}" dt="2021-07-17T10:43:01.596" v="224" actId="14100"/>
          <ac:spMkLst>
            <pc:docMk/>
            <pc:sldMk cId="1124770336" sldId="396"/>
            <ac:spMk id="5" creationId="{A261236C-D0AD-49D4-AAE2-75B630B1D55D}"/>
          </ac:spMkLst>
        </pc:spChg>
        <pc:spChg chg="add">
          <ac:chgData name="Pelin    MUTANGUHA" userId="S::p.mutanguha@ur.ac.rw::42f5dea1-1a3c-4dcb-8338-5209a23519f5" providerId="AD" clId="Web-{EB730DD1-9EC3-2F3B-CB85-D4B0E9784C84}" dt="2021-07-17T10:42:26.283" v="218"/>
          <ac:spMkLst>
            <pc:docMk/>
            <pc:sldMk cId="1124770336" sldId="396"/>
            <ac:spMk id="11" creationId="{416A0E3C-60E6-4F39-BC55-5F7C224E1F7C}"/>
          </ac:spMkLst>
        </pc:spChg>
        <pc:spChg chg="add">
          <ac:chgData name="Pelin    MUTANGUHA" userId="S::p.mutanguha@ur.ac.rw::42f5dea1-1a3c-4dcb-8338-5209a23519f5" providerId="AD" clId="Web-{EB730DD1-9EC3-2F3B-CB85-D4B0E9784C84}" dt="2021-07-17T10:42:26.283" v="218"/>
          <ac:spMkLst>
            <pc:docMk/>
            <pc:sldMk cId="1124770336" sldId="396"/>
            <ac:spMk id="15" creationId="{F64BBAA4-C62B-4146-B49F-FE4CC4655EE0}"/>
          </ac:spMkLst>
        </pc:spChg>
        <pc:spChg chg="add">
          <ac:chgData name="Pelin    MUTANGUHA" userId="S::p.mutanguha@ur.ac.rw::42f5dea1-1a3c-4dcb-8338-5209a23519f5" providerId="AD" clId="Web-{EB730DD1-9EC3-2F3B-CB85-D4B0E9784C84}" dt="2021-07-17T10:42:26.283" v="218"/>
          <ac:spMkLst>
            <pc:docMk/>
            <pc:sldMk cId="1124770336" sldId="396"/>
            <ac:spMk id="19" creationId="{6BF36B24-6632-4516-9692-731462896C1F}"/>
          </ac:spMkLst>
        </pc:spChg>
        <pc:picChg chg="add mod ord">
          <ac:chgData name="Pelin    MUTANGUHA" userId="S::p.mutanguha@ur.ac.rw::42f5dea1-1a3c-4dcb-8338-5209a23519f5" providerId="AD" clId="Web-{EB730DD1-9EC3-2F3B-CB85-D4B0E9784C84}" dt="2021-07-17T10:53:24.550" v="227" actId="14100"/>
          <ac:picMkLst>
            <pc:docMk/>
            <pc:sldMk cId="1124770336" sldId="396"/>
            <ac:picMk id="6" creationId="{077A9082-60CF-42CA-AB16-85F00EFE0DC8}"/>
          </ac:picMkLst>
        </pc:picChg>
        <pc:cxnChg chg="add">
          <ac:chgData name="Pelin    MUTANGUHA" userId="S::p.mutanguha@ur.ac.rw::42f5dea1-1a3c-4dcb-8338-5209a23519f5" providerId="AD" clId="Web-{EB730DD1-9EC3-2F3B-CB85-D4B0E9784C84}" dt="2021-07-17T10:42:26.283" v="218"/>
          <ac:cxnSpMkLst>
            <pc:docMk/>
            <pc:sldMk cId="1124770336" sldId="396"/>
            <ac:cxnSpMk id="13" creationId="{C5025DAC-8B93-4160-B017-3A274A5828C0}"/>
          </ac:cxnSpMkLst>
        </pc:cxnChg>
        <pc:cxnChg chg="add">
          <ac:chgData name="Pelin    MUTANGUHA" userId="S::p.mutanguha@ur.ac.rw::42f5dea1-1a3c-4dcb-8338-5209a23519f5" providerId="AD" clId="Web-{EB730DD1-9EC3-2F3B-CB85-D4B0E9784C84}" dt="2021-07-17T10:42:26.283" v="218"/>
          <ac:cxnSpMkLst>
            <pc:docMk/>
            <pc:sldMk cId="1124770336" sldId="396"/>
            <ac:cxnSpMk id="17" creationId="{EEB57AA8-F021-480C-A9E2-F89913313611}"/>
          </ac:cxnSpMkLst>
        </pc:cxnChg>
      </pc:sldChg>
      <pc:sldChg chg="modSp new">
        <pc:chgData name="Pelin    MUTANGUHA" userId="S::p.mutanguha@ur.ac.rw::42f5dea1-1a3c-4dcb-8338-5209a23519f5" providerId="AD" clId="Web-{EB730DD1-9EC3-2F3B-CB85-D4B0E9784C84}" dt="2021-07-17T11:08:03.561" v="305" actId="20577"/>
        <pc:sldMkLst>
          <pc:docMk/>
          <pc:sldMk cId="3338318204" sldId="397"/>
        </pc:sldMkLst>
        <pc:spChg chg="mod">
          <ac:chgData name="Pelin    MUTANGUHA" userId="S::p.mutanguha@ur.ac.rw::42f5dea1-1a3c-4dcb-8338-5209a23519f5" providerId="AD" clId="Web-{EB730DD1-9EC3-2F3B-CB85-D4B0E9784C84}" dt="2021-07-17T11:08:03.561" v="305" actId="20577"/>
          <ac:spMkLst>
            <pc:docMk/>
            <pc:sldMk cId="3338318204" sldId="397"/>
            <ac:spMk id="2" creationId="{6154884C-61E6-4FC1-AF99-3CBB29EF781B}"/>
          </ac:spMkLst>
        </pc:spChg>
        <pc:spChg chg="mod">
          <ac:chgData name="Pelin    MUTANGUHA" userId="S::p.mutanguha@ur.ac.rw::42f5dea1-1a3c-4dcb-8338-5209a23519f5" providerId="AD" clId="Web-{EB730DD1-9EC3-2F3B-CB85-D4B0E9784C84}" dt="2021-07-17T11:01:56" v="230" actId="20577"/>
          <ac:spMkLst>
            <pc:docMk/>
            <pc:sldMk cId="3338318204" sldId="397"/>
            <ac:spMk id="5" creationId="{C13C74AA-2D5F-48D3-B8D0-E22EBE15E1A3}"/>
          </ac:spMkLst>
        </pc:spChg>
      </pc:sldChg>
      <pc:sldChg chg="addSp modSp new mod setBg">
        <pc:chgData name="Pelin    MUTANGUHA" userId="S::p.mutanguha@ur.ac.rw::42f5dea1-1a3c-4dcb-8338-5209a23519f5" providerId="AD" clId="Web-{EB730DD1-9EC3-2F3B-CB85-D4B0E9784C84}" dt="2021-07-17T11:22:52.778" v="347" actId="14100"/>
        <pc:sldMkLst>
          <pc:docMk/>
          <pc:sldMk cId="258936649" sldId="398"/>
        </pc:sldMkLst>
        <pc:spChg chg="mod">
          <ac:chgData name="Pelin    MUTANGUHA" userId="S::p.mutanguha@ur.ac.rw::42f5dea1-1a3c-4dcb-8338-5209a23519f5" providerId="AD" clId="Web-{EB730DD1-9EC3-2F3B-CB85-D4B0E9784C84}" dt="2021-07-17T11:22:47.372" v="346" actId="20577"/>
          <ac:spMkLst>
            <pc:docMk/>
            <pc:sldMk cId="258936649" sldId="398"/>
            <ac:spMk id="2" creationId="{F78CA1F6-5ECC-4490-8E88-72E9AA73F313}"/>
          </ac:spMkLst>
        </pc:spChg>
        <pc:spChg chg="mod">
          <ac:chgData name="Pelin    MUTANGUHA" userId="S::p.mutanguha@ur.ac.rw::42f5dea1-1a3c-4dcb-8338-5209a23519f5" providerId="AD" clId="Web-{EB730DD1-9EC3-2F3B-CB85-D4B0E9784C84}" dt="2021-07-17T11:22:31.949" v="344"/>
          <ac:spMkLst>
            <pc:docMk/>
            <pc:sldMk cId="258936649" sldId="398"/>
            <ac:spMk id="3" creationId="{DA3B1D99-B9F2-4498-B491-7B295482B768}"/>
          </ac:spMkLst>
        </pc:spChg>
        <pc:spChg chg="mod">
          <ac:chgData name="Pelin    MUTANGUHA" userId="S::p.mutanguha@ur.ac.rw::42f5dea1-1a3c-4dcb-8338-5209a23519f5" providerId="AD" clId="Web-{EB730DD1-9EC3-2F3B-CB85-D4B0E9784C84}" dt="2021-07-17T11:22:31.949" v="344"/>
          <ac:spMkLst>
            <pc:docMk/>
            <pc:sldMk cId="258936649" sldId="398"/>
            <ac:spMk id="4" creationId="{F3313AE9-084D-430F-A926-E4137F607804}"/>
          </ac:spMkLst>
        </pc:spChg>
        <pc:spChg chg="mod ord">
          <ac:chgData name="Pelin    MUTANGUHA" userId="S::p.mutanguha@ur.ac.rw::42f5dea1-1a3c-4dcb-8338-5209a23519f5" providerId="AD" clId="Web-{EB730DD1-9EC3-2F3B-CB85-D4B0E9784C84}" dt="2021-07-17T11:22:52.778" v="347" actId="14100"/>
          <ac:spMkLst>
            <pc:docMk/>
            <pc:sldMk cId="258936649" sldId="398"/>
            <ac:spMk id="5" creationId="{648DEEC8-1520-482B-9221-5422E917AA38}"/>
          </ac:spMkLst>
        </pc:spChg>
        <pc:spChg chg="add">
          <ac:chgData name="Pelin    MUTANGUHA" userId="S::p.mutanguha@ur.ac.rw::42f5dea1-1a3c-4dcb-8338-5209a23519f5" providerId="AD" clId="Web-{EB730DD1-9EC3-2F3B-CB85-D4B0E9784C84}" dt="2021-07-17T11:22:31.949" v="344"/>
          <ac:spMkLst>
            <pc:docMk/>
            <pc:sldMk cId="258936649" sldId="398"/>
            <ac:spMk id="11" creationId="{416A0E3C-60E6-4F39-BC55-5F7C224E1F7C}"/>
          </ac:spMkLst>
        </pc:spChg>
        <pc:spChg chg="add">
          <ac:chgData name="Pelin    MUTANGUHA" userId="S::p.mutanguha@ur.ac.rw::42f5dea1-1a3c-4dcb-8338-5209a23519f5" providerId="AD" clId="Web-{EB730DD1-9EC3-2F3B-CB85-D4B0E9784C84}" dt="2021-07-17T11:22:31.949" v="344"/>
          <ac:spMkLst>
            <pc:docMk/>
            <pc:sldMk cId="258936649" sldId="398"/>
            <ac:spMk id="15" creationId="{F64BBAA4-C62B-4146-B49F-FE4CC4655EE0}"/>
          </ac:spMkLst>
        </pc:spChg>
        <pc:spChg chg="add">
          <ac:chgData name="Pelin    MUTANGUHA" userId="S::p.mutanguha@ur.ac.rw::42f5dea1-1a3c-4dcb-8338-5209a23519f5" providerId="AD" clId="Web-{EB730DD1-9EC3-2F3B-CB85-D4B0E9784C84}" dt="2021-07-17T11:22:31.949" v="344"/>
          <ac:spMkLst>
            <pc:docMk/>
            <pc:sldMk cId="258936649" sldId="398"/>
            <ac:spMk id="19" creationId="{6BF36B24-6632-4516-9692-731462896C1F}"/>
          </ac:spMkLst>
        </pc:spChg>
        <pc:picChg chg="add mod ord">
          <ac:chgData name="Pelin    MUTANGUHA" userId="S::p.mutanguha@ur.ac.rw::42f5dea1-1a3c-4dcb-8338-5209a23519f5" providerId="AD" clId="Web-{EB730DD1-9EC3-2F3B-CB85-D4B0E9784C84}" dt="2021-07-17T11:22:31.949" v="344"/>
          <ac:picMkLst>
            <pc:docMk/>
            <pc:sldMk cId="258936649" sldId="398"/>
            <ac:picMk id="6" creationId="{F4ED8094-B685-410C-A33F-6626B04BD9F4}"/>
          </ac:picMkLst>
        </pc:picChg>
        <pc:cxnChg chg="add">
          <ac:chgData name="Pelin    MUTANGUHA" userId="S::p.mutanguha@ur.ac.rw::42f5dea1-1a3c-4dcb-8338-5209a23519f5" providerId="AD" clId="Web-{EB730DD1-9EC3-2F3B-CB85-D4B0E9784C84}" dt="2021-07-17T11:22:31.949" v="344"/>
          <ac:cxnSpMkLst>
            <pc:docMk/>
            <pc:sldMk cId="258936649" sldId="398"/>
            <ac:cxnSpMk id="13" creationId="{C5025DAC-8B93-4160-B017-3A274A5828C0}"/>
          </ac:cxnSpMkLst>
        </pc:cxnChg>
        <pc:cxnChg chg="add">
          <ac:chgData name="Pelin    MUTANGUHA" userId="S::p.mutanguha@ur.ac.rw::42f5dea1-1a3c-4dcb-8338-5209a23519f5" providerId="AD" clId="Web-{EB730DD1-9EC3-2F3B-CB85-D4B0E9784C84}" dt="2021-07-17T11:22:31.949" v="344"/>
          <ac:cxnSpMkLst>
            <pc:docMk/>
            <pc:sldMk cId="258936649" sldId="398"/>
            <ac:cxnSpMk id="17" creationId="{EEB57AA8-F021-480C-A9E2-F89913313611}"/>
          </ac:cxnSpMkLst>
        </pc:cxnChg>
      </pc:sldChg>
      <pc:sldChg chg="add replId">
        <pc:chgData name="Pelin    MUTANGUHA" userId="S::p.mutanguha@ur.ac.rw::42f5dea1-1a3c-4dcb-8338-5209a23519f5" providerId="AD" clId="Web-{EB730DD1-9EC3-2F3B-CB85-D4B0E9784C84}" dt="2021-07-17T12:48:31.825" v="377"/>
        <pc:sldMkLst>
          <pc:docMk/>
          <pc:sldMk cId="359107947" sldId="399"/>
        </pc:sldMkLst>
      </pc:sldChg>
      <pc:sldChg chg="add">
        <pc:chgData name="Pelin    MUTANGUHA" userId="S::p.mutanguha@ur.ac.rw::42f5dea1-1a3c-4dcb-8338-5209a23519f5" providerId="AD" clId="Web-{EB730DD1-9EC3-2F3B-CB85-D4B0E9784C84}" dt="2021-07-17T12:50:10.359" v="385"/>
        <pc:sldMkLst>
          <pc:docMk/>
          <pc:sldMk cId="3599900720" sldId="400"/>
        </pc:sldMkLst>
      </pc:sldChg>
      <pc:sldChg chg="add">
        <pc:chgData name="Pelin    MUTANGUHA" userId="S::p.mutanguha@ur.ac.rw::42f5dea1-1a3c-4dcb-8338-5209a23519f5" providerId="AD" clId="Web-{EB730DD1-9EC3-2F3B-CB85-D4B0E9784C84}" dt="2021-07-17T12:50:10.452" v="386"/>
        <pc:sldMkLst>
          <pc:docMk/>
          <pc:sldMk cId="3789832905" sldId="401"/>
        </pc:sldMkLst>
      </pc:sldChg>
      <pc:sldChg chg="add">
        <pc:chgData name="Pelin    MUTANGUHA" userId="S::p.mutanguha@ur.ac.rw::42f5dea1-1a3c-4dcb-8338-5209a23519f5" providerId="AD" clId="Web-{EB730DD1-9EC3-2F3B-CB85-D4B0E9784C84}" dt="2021-07-17T12:50:10.531" v="387"/>
        <pc:sldMkLst>
          <pc:docMk/>
          <pc:sldMk cId="3468444020" sldId="402"/>
        </pc:sldMkLst>
      </pc:sldChg>
      <pc:sldChg chg="add">
        <pc:chgData name="Pelin    MUTANGUHA" userId="S::p.mutanguha@ur.ac.rw::42f5dea1-1a3c-4dcb-8338-5209a23519f5" providerId="AD" clId="Web-{EB730DD1-9EC3-2F3B-CB85-D4B0E9784C84}" dt="2021-07-17T12:50:10.609" v="388"/>
        <pc:sldMkLst>
          <pc:docMk/>
          <pc:sldMk cId="2515557160" sldId="403"/>
        </pc:sldMkLst>
      </pc:sldChg>
      <pc:sldChg chg="add">
        <pc:chgData name="Pelin    MUTANGUHA" userId="S::p.mutanguha@ur.ac.rw::42f5dea1-1a3c-4dcb-8338-5209a23519f5" providerId="AD" clId="Web-{EB730DD1-9EC3-2F3B-CB85-D4B0E9784C84}" dt="2021-07-17T12:50:10.687" v="389"/>
        <pc:sldMkLst>
          <pc:docMk/>
          <pc:sldMk cId="112100765" sldId="404"/>
        </pc:sldMkLst>
      </pc:sldChg>
      <pc:sldChg chg="add">
        <pc:chgData name="Pelin    MUTANGUHA" userId="S::p.mutanguha@ur.ac.rw::42f5dea1-1a3c-4dcb-8338-5209a23519f5" providerId="AD" clId="Web-{EB730DD1-9EC3-2F3B-CB85-D4B0E9784C84}" dt="2021-07-17T12:50:10.765" v="390"/>
        <pc:sldMkLst>
          <pc:docMk/>
          <pc:sldMk cId="2345714355" sldId="405"/>
        </pc:sldMkLst>
      </pc:sldChg>
      <pc:sldChg chg="add">
        <pc:chgData name="Pelin    MUTANGUHA" userId="S::p.mutanguha@ur.ac.rw::42f5dea1-1a3c-4dcb-8338-5209a23519f5" providerId="AD" clId="Web-{EB730DD1-9EC3-2F3B-CB85-D4B0E9784C84}" dt="2021-07-17T12:50:10.843" v="391"/>
        <pc:sldMkLst>
          <pc:docMk/>
          <pc:sldMk cId="3949280349" sldId="406"/>
        </pc:sldMkLst>
      </pc:sldChg>
      <pc:sldChg chg="add">
        <pc:chgData name="Pelin    MUTANGUHA" userId="S::p.mutanguha@ur.ac.rw::42f5dea1-1a3c-4dcb-8338-5209a23519f5" providerId="AD" clId="Web-{EB730DD1-9EC3-2F3B-CB85-D4B0E9784C84}" dt="2021-07-17T12:50:10.921" v="392"/>
        <pc:sldMkLst>
          <pc:docMk/>
          <pc:sldMk cId="1247617079" sldId="407"/>
        </pc:sldMkLst>
      </pc:sldChg>
      <pc:sldChg chg="add">
        <pc:chgData name="Pelin    MUTANGUHA" userId="S::p.mutanguha@ur.ac.rw::42f5dea1-1a3c-4dcb-8338-5209a23519f5" providerId="AD" clId="Web-{EB730DD1-9EC3-2F3B-CB85-D4B0E9784C84}" dt="2021-07-17T12:50:10.984" v="393"/>
        <pc:sldMkLst>
          <pc:docMk/>
          <pc:sldMk cId="438174521" sldId="408"/>
        </pc:sldMkLst>
      </pc:sldChg>
      <pc:sldChg chg="add">
        <pc:chgData name="Pelin    MUTANGUHA" userId="S::p.mutanguha@ur.ac.rw::42f5dea1-1a3c-4dcb-8338-5209a23519f5" providerId="AD" clId="Web-{EB730DD1-9EC3-2F3B-CB85-D4B0E9784C84}" dt="2021-07-17T12:50:11.062" v="394"/>
        <pc:sldMkLst>
          <pc:docMk/>
          <pc:sldMk cId="2959082132" sldId="409"/>
        </pc:sldMkLst>
      </pc:sldChg>
      <pc:sldChg chg="add">
        <pc:chgData name="Pelin    MUTANGUHA" userId="S::p.mutanguha@ur.ac.rw::42f5dea1-1a3c-4dcb-8338-5209a23519f5" providerId="AD" clId="Web-{EB730DD1-9EC3-2F3B-CB85-D4B0E9784C84}" dt="2021-07-17T12:50:11.140" v="395"/>
        <pc:sldMkLst>
          <pc:docMk/>
          <pc:sldMk cId="1186620386" sldId="410"/>
        </pc:sldMkLst>
      </pc:sldChg>
      <pc:sldChg chg="add">
        <pc:chgData name="Pelin    MUTANGUHA" userId="S::p.mutanguha@ur.ac.rw::42f5dea1-1a3c-4dcb-8338-5209a23519f5" providerId="AD" clId="Web-{EB730DD1-9EC3-2F3B-CB85-D4B0E9784C84}" dt="2021-07-17T12:50:11.202" v="396"/>
        <pc:sldMkLst>
          <pc:docMk/>
          <pc:sldMk cId="2706541049" sldId="411"/>
        </pc:sldMkLst>
      </pc:sldChg>
      <pc:sldChg chg="add">
        <pc:chgData name="Pelin    MUTANGUHA" userId="S::p.mutanguha@ur.ac.rw::42f5dea1-1a3c-4dcb-8338-5209a23519f5" providerId="AD" clId="Web-{EB730DD1-9EC3-2F3B-CB85-D4B0E9784C84}" dt="2021-07-17T12:50:11.249" v="397"/>
        <pc:sldMkLst>
          <pc:docMk/>
          <pc:sldMk cId="298899312" sldId="412"/>
        </pc:sldMkLst>
      </pc:sldChg>
      <pc:sldChg chg="add">
        <pc:chgData name="Pelin    MUTANGUHA" userId="S::p.mutanguha@ur.ac.rw::42f5dea1-1a3c-4dcb-8338-5209a23519f5" providerId="AD" clId="Web-{EB730DD1-9EC3-2F3B-CB85-D4B0E9784C84}" dt="2021-07-17T12:50:11.312" v="398"/>
        <pc:sldMkLst>
          <pc:docMk/>
          <pc:sldMk cId="1238277927" sldId="413"/>
        </pc:sldMkLst>
      </pc:sldChg>
      <pc:sldChg chg="add">
        <pc:chgData name="Pelin    MUTANGUHA" userId="S::p.mutanguha@ur.ac.rw::42f5dea1-1a3c-4dcb-8338-5209a23519f5" providerId="AD" clId="Web-{EB730DD1-9EC3-2F3B-CB85-D4B0E9784C84}" dt="2021-07-17T12:50:11.374" v="399"/>
        <pc:sldMkLst>
          <pc:docMk/>
          <pc:sldMk cId="3001792318" sldId="414"/>
        </pc:sldMkLst>
      </pc:sldChg>
      <pc:sldChg chg="add">
        <pc:chgData name="Pelin    MUTANGUHA" userId="S::p.mutanguha@ur.ac.rw::42f5dea1-1a3c-4dcb-8338-5209a23519f5" providerId="AD" clId="Web-{EB730DD1-9EC3-2F3B-CB85-D4B0E9784C84}" dt="2021-07-17T12:50:11.437" v="400"/>
        <pc:sldMkLst>
          <pc:docMk/>
          <pc:sldMk cId="3753954963" sldId="415"/>
        </pc:sldMkLst>
      </pc:sldChg>
      <pc:sldChg chg="add">
        <pc:chgData name="Pelin    MUTANGUHA" userId="S::p.mutanguha@ur.ac.rw::42f5dea1-1a3c-4dcb-8338-5209a23519f5" providerId="AD" clId="Web-{EB730DD1-9EC3-2F3B-CB85-D4B0E9784C84}" dt="2021-07-17T12:50:11.531" v="401"/>
        <pc:sldMkLst>
          <pc:docMk/>
          <pc:sldMk cId="2443124378" sldId="416"/>
        </pc:sldMkLst>
      </pc:sldChg>
      <pc:sldChg chg="add">
        <pc:chgData name="Pelin    MUTANGUHA" userId="S::p.mutanguha@ur.ac.rw::42f5dea1-1a3c-4dcb-8338-5209a23519f5" providerId="AD" clId="Web-{EB730DD1-9EC3-2F3B-CB85-D4B0E9784C84}" dt="2021-07-17T12:50:11.624" v="402"/>
        <pc:sldMkLst>
          <pc:docMk/>
          <pc:sldMk cId="4166666030" sldId="417"/>
        </pc:sldMkLst>
      </pc:sldChg>
      <pc:sldChg chg="add">
        <pc:chgData name="Pelin    MUTANGUHA" userId="S::p.mutanguha@ur.ac.rw::42f5dea1-1a3c-4dcb-8338-5209a23519f5" providerId="AD" clId="Web-{EB730DD1-9EC3-2F3B-CB85-D4B0E9784C84}" dt="2021-07-17T12:50:11.718" v="403"/>
        <pc:sldMkLst>
          <pc:docMk/>
          <pc:sldMk cId="3531655128" sldId="418"/>
        </pc:sldMkLst>
      </pc:sldChg>
      <pc:sldChg chg="add">
        <pc:chgData name="Pelin    MUTANGUHA" userId="S::p.mutanguha@ur.ac.rw::42f5dea1-1a3c-4dcb-8338-5209a23519f5" providerId="AD" clId="Web-{EB730DD1-9EC3-2F3B-CB85-D4B0E9784C84}" dt="2021-07-17T12:50:11.812" v="404"/>
        <pc:sldMkLst>
          <pc:docMk/>
          <pc:sldMk cId="3457173316" sldId="419"/>
        </pc:sldMkLst>
      </pc:sldChg>
      <pc:sldChg chg="modSp add">
        <pc:chgData name="Pelin    MUTANGUHA" userId="S::p.mutanguha@ur.ac.rw::42f5dea1-1a3c-4dcb-8338-5209a23519f5" providerId="AD" clId="Web-{EB730DD1-9EC3-2F3B-CB85-D4B0E9784C84}" dt="2021-07-17T12:50:52.204" v="413" actId="14100"/>
        <pc:sldMkLst>
          <pc:docMk/>
          <pc:sldMk cId="1219207228" sldId="420"/>
        </pc:sldMkLst>
        <pc:spChg chg="mod">
          <ac:chgData name="Pelin    MUTANGUHA" userId="S::p.mutanguha@ur.ac.rw::42f5dea1-1a3c-4dcb-8338-5209a23519f5" providerId="AD" clId="Web-{EB730DD1-9EC3-2F3B-CB85-D4B0E9784C84}" dt="2021-07-17T12:50:52.204" v="413" actId="14100"/>
          <ac:spMkLst>
            <pc:docMk/>
            <pc:sldMk cId="1219207228" sldId="420"/>
            <ac:spMk id="2" creationId="{F29A4641-DDCF-4D73-9068-BD91C4B4E01A}"/>
          </ac:spMkLst>
        </pc:spChg>
      </pc:sldChg>
      <pc:sldChg chg="modSp add">
        <pc:chgData name="Pelin    MUTANGUHA" userId="S::p.mutanguha@ur.ac.rw::42f5dea1-1a3c-4dcb-8338-5209a23519f5" providerId="AD" clId="Web-{EB730DD1-9EC3-2F3B-CB85-D4B0E9784C84}" dt="2021-07-17T12:50:39.500" v="412" actId="20577"/>
        <pc:sldMkLst>
          <pc:docMk/>
          <pc:sldMk cId="1345672935" sldId="421"/>
        </pc:sldMkLst>
        <pc:spChg chg="mod">
          <ac:chgData name="Pelin    MUTANGUHA" userId="S::p.mutanguha@ur.ac.rw::42f5dea1-1a3c-4dcb-8338-5209a23519f5" providerId="AD" clId="Web-{EB730DD1-9EC3-2F3B-CB85-D4B0E9784C84}" dt="2021-07-17T12:50:39.500" v="412" actId="20577"/>
          <ac:spMkLst>
            <pc:docMk/>
            <pc:sldMk cId="1345672935" sldId="421"/>
            <ac:spMk id="2" creationId="{9343F320-9370-49A2-9471-CBEB6435CBED}"/>
          </ac:spMkLst>
        </pc:spChg>
      </pc:sldChg>
      <pc:sldChg chg="modSp add">
        <pc:chgData name="Pelin    MUTANGUHA" userId="S::p.mutanguha@ur.ac.rw::42f5dea1-1a3c-4dcb-8338-5209a23519f5" providerId="AD" clId="Web-{EB730DD1-9EC3-2F3B-CB85-D4B0E9784C84}" dt="2021-07-17T12:50:30.906" v="409" actId="20577"/>
        <pc:sldMkLst>
          <pc:docMk/>
          <pc:sldMk cId="2757885998" sldId="422"/>
        </pc:sldMkLst>
        <pc:spChg chg="mod">
          <ac:chgData name="Pelin    MUTANGUHA" userId="S::p.mutanguha@ur.ac.rw::42f5dea1-1a3c-4dcb-8338-5209a23519f5" providerId="AD" clId="Web-{EB730DD1-9EC3-2F3B-CB85-D4B0E9784C84}" dt="2021-07-17T12:50:30.906" v="409" actId="20577"/>
          <ac:spMkLst>
            <pc:docMk/>
            <pc:sldMk cId="2757885998" sldId="422"/>
            <ac:spMk id="4" creationId="{F0BDD32B-2F94-4382-AF4C-A87977C181D9}"/>
          </ac:spMkLst>
        </pc:spChg>
      </pc:sldChg>
      <pc:sldChg chg="add">
        <pc:chgData name="Pelin    MUTANGUHA" userId="S::p.mutanguha@ur.ac.rw::42f5dea1-1a3c-4dcb-8338-5209a23519f5" providerId="AD" clId="Web-{EB730DD1-9EC3-2F3B-CB85-D4B0E9784C84}" dt="2021-07-17T12:54:25.272" v="414"/>
        <pc:sldMkLst>
          <pc:docMk/>
          <pc:sldMk cId="2179529319" sldId="423"/>
        </pc:sldMkLst>
      </pc:sldChg>
      <pc:sldChg chg="add">
        <pc:chgData name="Pelin    MUTANGUHA" userId="S::p.mutanguha@ur.ac.rw::42f5dea1-1a3c-4dcb-8338-5209a23519f5" providerId="AD" clId="Web-{EB730DD1-9EC3-2F3B-CB85-D4B0E9784C84}" dt="2021-07-17T12:54:25.350" v="415"/>
        <pc:sldMkLst>
          <pc:docMk/>
          <pc:sldMk cId="1544262442" sldId="424"/>
        </pc:sldMkLst>
      </pc:sldChg>
      <pc:sldChg chg="add">
        <pc:chgData name="Pelin    MUTANGUHA" userId="S::p.mutanguha@ur.ac.rw::42f5dea1-1a3c-4dcb-8338-5209a23519f5" providerId="AD" clId="Web-{EB730DD1-9EC3-2F3B-CB85-D4B0E9784C84}" dt="2021-07-17T12:54:25.428" v="416"/>
        <pc:sldMkLst>
          <pc:docMk/>
          <pc:sldMk cId="3174099280" sldId="425"/>
        </pc:sldMkLst>
      </pc:sldChg>
      <pc:sldChg chg="add">
        <pc:chgData name="Pelin    MUTANGUHA" userId="S::p.mutanguha@ur.ac.rw::42f5dea1-1a3c-4dcb-8338-5209a23519f5" providerId="AD" clId="Web-{EB730DD1-9EC3-2F3B-CB85-D4B0E9784C84}" dt="2021-07-17T12:54:25.491" v="417"/>
        <pc:sldMkLst>
          <pc:docMk/>
          <pc:sldMk cId="2694766182" sldId="426"/>
        </pc:sldMkLst>
      </pc:sldChg>
      <pc:sldChg chg="add">
        <pc:chgData name="Pelin    MUTANGUHA" userId="S::p.mutanguha@ur.ac.rw::42f5dea1-1a3c-4dcb-8338-5209a23519f5" providerId="AD" clId="Web-{EB730DD1-9EC3-2F3B-CB85-D4B0E9784C84}" dt="2021-07-17T12:54:25.584" v="418"/>
        <pc:sldMkLst>
          <pc:docMk/>
          <pc:sldMk cId="1204834403" sldId="427"/>
        </pc:sldMkLst>
      </pc:sldChg>
      <pc:sldChg chg="add">
        <pc:chgData name="Pelin    MUTANGUHA" userId="S::p.mutanguha@ur.ac.rw::42f5dea1-1a3c-4dcb-8338-5209a23519f5" providerId="AD" clId="Web-{EB730DD1-9EC3-2F3B-CB85-D4B0E9784C84}" dt="2021-07-17T12:54:25.647" v="419"/>
        <pc:sldMkLst>
          <pc:docMk/>
          <pc:sldMk cId="4045948696" sldId="428"/>
        </pc:sldMkLst>
      </pc:sldChg>
      <pc:sldChg chg="add">
        <pc:chgData name="Pelin    MUTANGUHA" userId="S::p.mutanguha@ur.ac.rw::42f5dea1-1a3c-4dcb-8338-5209a23519f5" providerId="AD" clId="Web-{EB730DD1-9EC3-2F3B-CB85-D4B0E9784C84}" dt="2021-07-17T12:54:25.725" v="420"/>
        <pc:sldMkLst>
          <pc:docMk/>
          <pc:sldMk cId="2801589898" sldId="429"/>
        </pc:sldMkLst>
      </pc:sldChg>
      <pc:sldChg chg="add">
        <pc:chgData name="Pelin    MUTANGUHA" userId="S::p.mutanguha@ur.ac.rw::42f5dea1-1a3c-4dcb-8338-5209a23519f5" providerId="AD" clId="Web-{EB730DD1-9EC3-2F3B-CB85-D4B0E9784C84}" dt="2021-07-17T12:54:25.803" v="421"/>
        <pc:sldMkLst>
          <pc:docMk/>
          <pc:sldMk cId="2128253036" sldId="430"/>
        </pc:sldMkLst>
      </pc:sldChg>
      <pc:sldChg chg="add">
        <pc:chgData name="Pelin    MUTANGUHA" userId="S::p.mutanguha@ur.ac.rw::42f5dea1-1a3c-4dcb-8338-5209a23519f5" providerId="AD" clId="Web-{EB730DD1-9EC3-2F3B-CB85-D4B0E9784C84}" dt="2021-07-17T12:54:25.866" v="422"/>
        <pc:sldMkLst>
          <pc:docMk/>
          <pc:sldMk cId="2962637852" sldId="431"/>
        </pc:sldMkLst>
      </pc:sldChg>
      <pc:sldChg chg="add">
        <pc:chgData name="Pelin    MUTANGUHA" userId="S::p.mutanguha@ur.ac.rw::42f5dea1-1a3c-4dcb-8338-5209a23519f5" providerId="AD" clId="Web-{EB730DD1-9EC3-2F3B-CB85-D4B0E9784C84}" dt="2021-07-17T12:54:25.928" v="423"/>
        <pc:sldMkLst>
          <pc:docMk/>
          <pc:sldMk cId="4167168563" sldId="432"/>
        </pc:sldMkLst>
      </pc:sldChg>
      <pc:sldChg chg="add">
        <pc:chgData name="Pelin    MUTANGUHA" userId="S::p.mutanguha@ur.ac.rw::42f5dea1-1a3c-4dcb-8338-5209a23519f5" providerId="AD" clId="Web-{EB730DD1-9EC3-2F3B-CB85-D4B0E9784C84}" dt="2021-07-17T12:54:25.991" v="424"/>
        <pc:sldMkLst>
          <pc:docMk/>
          <pc:sldMk cId="3088320037" sldId="433"/>
        </pc:sldMkLst>
      </pc:sldChg>
      <pc:sldChg chg="add">
        <pc:chgData name="Pelin    MUTANGUHA" userId="S::p.mutanguha@ur.ac.rw::42f5dea1-1a3c-4dcb-8338-5209a23519f5" providerId="AD" clId="Web-{EB730DD1-9EC3-2F3B-CB85-D4B0E9784C84}" dt="2021-07-17T12:54:26.053" v="425"/>
        <pc:sldMkLst>
          <pc:docMk/>
          <pc:sldMk cId="767952163" sldId="434"/>
        </pc:sldMkLst>
      </pc:sldChg>
      <pc:sldChg chg="add">
        <pc:chgData name="Pelin    MUTANGUHA" userId="S::p.mutanguha@ur.ac.rw::42f5dea1-1a3c-4dcb-8338-5209a23519f5" providerId="AD" clId="Web-{EB730DD1-9EC3-2F3B-CB85-D4B0E9784C84}" dt="2021-07-17T12:54:26.131" v="426"/>
        <pc:sldMkLst>
          <pc:docMk/>
          <pc:sldMk cId="2646352671" sldId="435"/>
        </pc:sldMkLst>
      </pc:sldChg>
      <pc:sldChg chg="add">
        <pc:chgData name="Pelin    MUTANGUHA" userId="S::p.mutanguha@ur.ac.rw::42f5dea1-1a3c-4dcb-8338-5209a23519f5" providerId="AD" clId="Web-{EB730DD1-9EC3-2F3B-CB85-D4B0E9784C84}" dt="2021-07-17T12:54:26.209" v="427"/>
        <pc:sldMkLst>
          <pc:docMk/>
          <pc:sldMk cId="2914844862" sldId="436"/>
        </pc:sldMkLst>
      </pc:sldChg>
      <pc:sldChg chg="add">
        <pc:chgData name="Pelin    MUTANGUHA" userId="S::p.mutanguha@ur.ac.rw::42f5dea1-1a3c-4dcb-8338-5209a23519f5" providerId="AD" clId="Web-{EB730DD1-9EC3-2F3B-CB85-D4B0E9784C84}" dt="2021-07-17T12:54:26.287" v="428"/>
        <pc:sldMkLst>
          <pc:docMk/>
          <pc:sldMk cId="3513060510" sldId="437"/>
        </pc:sldMkLst>
      </pc:sldChg>
      <pc:sldChg chg="add">
        <pc:chgData name="Pelin    MUTANGUHA" userId="S::p.mutanguha@ur.ac.rw::42f5dea1-1a3c-4dcb-8338-5209a23519f5" providerId="AD" clId="Web-{EB730DD1-9EC3-2F3B-CB85-D4B0E9784C84}" dt="2021-07-17T12:54:26.366" v="429"/>
        <pc:sldMkLst>
          <pc:docMk/>
          <pc:sldMk cId="3170007785" sldId="438"/>
        </pc:sldMkLst>
      </pc:sldChg>
      <pc:sldChg chg="add">
        <pc:chgData name="Pelin    MUTANGUHA" userId="S::p.mutanguha@ur.ac.rw::42f5dea1-1a3c-4dcb-8338-5209a23519f5" providerId="AD" clId="Web-{EB730DD1-9EC3-2F3B-CB85-D4B0E9784C84}" dt="2021-07-17T12:54:26.444" v="430"/>
        <pc:sldMkLst>
          <pc:docMk/>
          <pc:sldMk cId="2958018336" sldId="439"/>
        </pc:sldMkLst>
      </pc:sldChg>
      <pc:sldChg chg="add">
        <pc:chgData name="Pelin    MUTANGUHA" userId="S::p.mutanguha@ur.ac.rw::42f5dea1-1a3c-4dcb-8338-5209a23519f5" providerId="AD" clId="Web-{EB730DD1-9EC3-2F3B-CB85-D4B0E9784C84}" dt="2021-07-17T12:54:26.506" v="431"/>
        <pc:sldMkLst>
          <pc:docMk/>
          <pc:sldMk cId="51110624" sldId="440"/>
        </pc:sldMkLst>
      </pc:sldChg>
      <pc:sldChg chg="add">
        <pc:chgData name="Pelin    MUTANGUHA" userId="S::p.mutanguha@ur.ac.rw::42f5dea1-1a3c-4dcb-8338-5209a23519f5" providerId="AD" clId="Web-{EB730DD1-9EC3-2F3B-CB85-D4B0E9784C84}" dt="2021-07-17T12:54:26.569" v="432"/>
        <pc:sldMkLst>
          <pc:docMk/>
          <pc:sldMk cId="3090410074" sldId="441"/>
        </pc:sldMkLst>
      </pc:sldChg>
      <pc:sldChg chg="add">
        <pc:chgData name="Pelin    MUTANGUHA" userId="S::p.mutanguha@ur.ac.rw::42f5dea1-1a3c-4dcb-8338-5209a23519f5" providerId="AD" clId="Web-{EB730DD1-9EC3-2F3B-CB85-D4B0E9784C84}" dt="2021-07-17T12:54:26.631" v="433"/>
        <pc:sldMkLst>
          <pc:docMk/>
          <pc:sldMk cId="2028753568" sldId="442"/>
        </pc:sldMkLst>
      </pc:sldChg>
      <pc:sldChg chg="add">
        <pc:chgData name="Pelin    MUTANGUHA" userId="S::p.mutanguha@ur.ac.rw::42f5dea1-1a3c-4dcb-8338-5209a23519f5" providerId="AD" clId="Web-{EB730DD1-9EC3-2F3B-CB85-D4B0E9784C84}" dt="2021-07-17T12:54:26.694" v="434"/>
        <pc:sldMkLst>
          <pc:docMk/>
          <pc:sldMk cId="4259490818" sldId="443"/>
        </pc:sldMkLst>
      </pc:sldChg>
      <pc:sldChg chg="add">
        <pc:chgData name="Pelin    MUTANGUHA" userId="S::p.mutanguha@ur.ac.rw::42f5dea1-1a3c-4dcb-8338-5209a23519f5" providerId="AD" clId="Web-{EB730DD1-9EC3-2F3B-CB85-D4B0E9784C84}" dt="2021-07-17T12:54:26.756" v="435"/>
        <pc:sldMkLst>
          <pc:docMk/>
          <pc:sldMk cId="4027540064" sldId="444"/>
        </pc:sldMkLst>
      </pc:sldChg>
      <pc:sldChg chg="add">
        <pc:chgData name="Pelin    MUTANGUHA" userId="S::p.mutanguha@ur.ac.rw::42f5dea1-1a3c-4dcb-8338-5209a23519f5" providerId="AD" clId="Web-{EB730DD1-9EC3-2F3B-CB85-D4B0E9784C84}" dt="2021-07-17T12:54:26.819" v="436"/>
        <pc:sldMkLst>
          <pc:docMk/>
          <pc:sldMk cId="2964601701" sldId="445"/>
        </pc:sldMkLst>
      </pc:sldChg>
      <pc:sldChg chg="add">
        <pc:chgData name="Pelin    MUTANGUHA" userId="S::p.mutanguha@ur.ac.rw::42f5dea1-1a3c-4dcb-8338-5209a23519f5" providerId="AD" clId="Web-{EB730DD1-9EC3-2F3B-CB85-D4B0E9784C84}" dt="2021-07-17T12:54:26.912" v="437"/>
        <pc:sldMkLst>
          <pc:docMk/>
          <pc:sldMk cId="3718309540" sldId="446"/>
        </pc:sldMkLst>
      </pc:sldChg>
      <pc:sldChg chg="add">
        <pc:chgData name="Pelin    MUTANGUHA" userId="S::p.mutanguha@ur.ac.rw::42f5dea1-1a3c-4dcb-8338-5209a23519f5" providerId="AD" clId="Web-{EB730DD1-9EC3-2F3B-CB85-D4B0E9784C84}" dt="2021-07-17T12:54:26.959" v="438"/>
        <pc:sldMkLst>
          <pc:docMk/>
          <pc:sldMk cId="575119171" sldId="447"/>
        </pc:sldMkLst>
      </pc:sldChg>
      <pc:sldChg chg="add">
        <pc:chgData name="Pelin    MUTANGUHA" userId="S::p.mutanguha@ur.ac.rw::42f5dea1-1a3c-4dcb-8338-5209a23519f5" providerId="AD" clId="Web-{EB730DD1-9EC3-2F3B-CB85-D4B0E9784C84}" dt="2021-07-17T12:55:07.054" v="439"/>
        <pc:sldMkLst>
          <pc:docMk/>
          <pc:sldMk cId="2675894551" sldId="448"/>
        </pc:sldMkLst>
      </pc:sldChg>
      <pc:sldChg chg="add">
        <pc:chgData name="Pelin    MUTANGUHA" userId="S::p.mutanguha@ur.ac.rw::42f5dea1-1a3c-4dcb-8338-5209a23519f5" providerId="AD" clId="Web-{EB730DD1-9EC3-2F3B-CB85-D4B0E9784C84}" dt="2021-07-17T12:55:07.117" v="440"/>
        <pc:sldMkLst>
          <pc:docMk/>
          <pc:sldMk cId="384727562" sldId="449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A26F9A-51B7-4DF2-863E-01DF42187B57}" type="doc">
      <dgm:prSet loTypeId="urn:microsoft.com/office/officeart/2008/layout/LinedList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12E0F06A-2DFC-4B42-97D3-5811600AC140}">
      <dgm:prSet/>
      <dgm:spPr/>
      <dgm:t>
        <a:bodyPr/>
        <a:lstStyle/>
        <a:p>
          <a:r>
            <a:rPr lang="en-US" b="1"/>
            <a:t>Given the following variable </a:t>
          </a:r>
          <a:endParaRPr lang="en-US"/>
        </a:p>
      </dgm:t>
    </dgm:pt>
    <dgm:pt modelId="{012ABDED-B335-4805-9DFC-03A43C5CE5C5}" type="parTrans" cxnId="{4CD44CB4-BDA6-4058-88FA-0FF9B8799901}">
      <dgm:prSet/>
      <dgm:spPr/>
      <dgm:t>
        <a:bodyPr/>
        <a:lstStyle/>
        <a:p>
          <a:endParaRPr lang="en-US"/>
        </a:p>
      </dgm:t>
    </dgm:pt>
    <dgm:pt modelId="{3DCE8F5A-91AD-4F93-BE7C-FBDD6FFC450E}" type="sibTrans" cxnId="{4CD44CB4-BDA6-4058-88FA-0FF9B8799901}">
      <dgm:prSet/>
      <dgm:spPr/>
      <dgm:t>
        <a:bodyPr/>
        <a:lstStyle/>
        <a:p>
          <a:endParaRPr lang="en-US"/>
        </a:p>
      </dgm:t>
    </dgm:pt>
    <dgm:pt modelId="{B7D14493-1642-4F2C-9BE3-8DD3D2FDF508}">
      <dgm:prSet/>
      <dgm:spPr/>
      <dgm:t>
        <a:bodyPr/>
        <a:lstStyle/>
        <a:p>
          <a:r>
            <a:rPr lang="en-US" b="1"/>
            <a:t>my_string = "This is My String !"</a:t>
          </a:r>
          <a:endParaRPr lang="en-US"/>
        </a:p>
      </dgm:t>
    </dgm:pt>
    <dgm:pt modelId="{64A6969B-B26D-4B03-AFEF-1057C59CE57E}" type="parTrans" cxnId="{000D076E-46EE-4227-84C4-B38B389ED79C}">
      <dgm:prSet/>
      <dgm:spPr/>
      <dgm:t>
        <a:bodyPr/>
        <a:lstStyle/>
        <a:p>
          <a:endParaRPr lang="en-US"/>
        </a:p>
      </dgm:t>
    </dgm:pt>
    <dgm:pt modelId="{A6254387-577F-49A9-982E-442256240279}" type="sibTrans" cxnId="{000D076E-46EE-4227-84C4-B38B389ED79C}">
      <dgm:prSet/>
      <dgm:spPr/>
      <dgm:t>
        <a:bodyPr/>
        <a:lstStyle/>
        <a:p>
          <a:endParaRPr lang="en-US"/>
        </a:p>
      </dgm:t>
    </dgm:pt>
    <dgm:pt modelId="{840A4A16-777B-497C-80CB-27B69DAC9ABB}">
      <dgm:prSet/>
      <dgm:spPr/>
      <dgm:t>
        <a:bodyPr/>
        <a:lstStyle/>
        <a:p>
          <a:r>
            <a:rPr lang="en-US"/>
            <a:t>print(my_string[0])</a:t>
          </a:r>
        </a:p>
      </dgm:t>
    </dgm:pt>
    <dgm:pt modelId="{98E7ACDD-3AAC-4619-BA2A-9F8DA52C5BAE}" type="parTrans" cxnId="{145771E2-B6FE-4C85-8F40-7B5D6BE2F66D}">
      <dgm:prSet/>
      <dgm:spPr/>
      <dgm:t>
        <a:bodyPr/>
        <a:lstStyle/>
        <a:p>
          <a:endParaRPr lang="en-US"/>
        </a:p>
      </dgm:t>
    </dgm:pt>
    <dgm:pt modelId="{AB88F442-2F1B-48A2-8132-07AD3C7B42AF}" type="sibTrans" cxnId="{145771E2-B6FE-4C85-8F40-7B5D6BE2F66D}">
      <dgm:prSet/>
      <dgm:spPr/>
      <dgm:t>
        <a:bodyPr/>
        <a:lstStyle/>
        <a:p>
          <a:endParaRPr lang="en-US"/>
        </a:p>
      </dgm:t>
    </dgm:pt>
    <dgm:pt modelId="{662B2830-B196-4C12-913F-A352DDACEC8C}">
      <dgm:prSet/>
      <dgm:spPr/>
      <dgm:t>
        <a:bodyPr/>
        <a:lstStyle/>
        <a:p>
          <a:r>
            <a:rPr lang="en-US"/>
            <a:t>Print(my_string[len(my_string)])</a:t>
          </a:r>
        </a:p>
      </dgm:t>
    </dgm:pt>
    <dgm:pt modelId="{70E06651-E131-4CAB-9BFC-043FD08DABCA}" type="parTrans" cxnId="{43DC1093-84E8-4528-B342-2BFA9EF4B177}">
      <dgm:prSet/>
      <dgm:spPr/>
      <dgm:t>
        <a:bodyPr/>
        <a:lstStyle/>
        <a:p>
          <a:endParaRPr lang="en-US"/>
        </a:p>
      </dgm:t>
    </dgm:pt>
    <dgm:pt modelId="{86FF2914-8076-43E0-9D8F-4DEE8EE85576}" type="sibTrans" cxnId="{43DC1093-84E8-4528-B342-2BFA9EF4B177}">
      <dgm:prSet/>
      <dgm:spPr/>
      <dgm:t>
        <a:bodyPr/>
        <a:lstStyle/>
        <a:p>
          <a:endParaRPr lang="en-US"/>
        </a:p>
      </dgm:t>
    </dgm:pt>
    <dgm:pt modelId="{071FC05D-5FD4-48E5-95D5-F986D197E8DA}">
      <dgm:prSet/>
      <dgm:spPr/>
      <dgm:t>
        <a:bodyPr/>
        <a:lstStyle/>
        <a:p>
          <a:r>
            <a:rPr lang="en-US"/>
            <a:t>How would I print the last ! Mark in my_string variable</a:t>
          </a:r>
        </a:p>
      </dgm:t>
    </dgm:pt>
    <dgm:pt modelId="{6B86EF8D-35CC-452B-BE7B-8E6604CA109D}" type="parTrans" cxnId="{D8048A5F-796D-49BA-8E8A-5F1E9BA6B760}">
      <dgm:prSet/>
      <dgm:spPr/>
      <dgm:t>
        <a:bodyPr/>
        <a:lstStyle/>
        <a:p>
          <a:endParaRPr lang="en-US"/>
        </a:p>
      </dgm:t>
    </dgm:pt>
    <dgm:pt modelId="{579D046D-4DF9-4780-824D-985DF075C229}" type="sibTrans" cxnId="{D8048A5F-796D-49BA-8E8A-5F1E9BA6B760}">
      <dgm:prSet/>
      <dgm:spPr/>
      <dgm:t>
        <a:bodyPr/>
        <a:lstStyle/>
        <a:p>
          <a:endParaRPr lang="en-US"/>
        </a:p>
      </dgm:t>
    </dgm:pt>
    <dgm:pt modelId="{6A8BAF68-FAB8-4E58-8135-B5E997159220}">
      <dgm:prSet/>
      <dgm:spPr/>
      <dgm:t>
        <a:bodyPr/>
        <a:lstStyle/>
        <a:p>
          <a:r>
            <a:rPr lang="en-US"/>
            <a:t>print(my_string[len(my_string) - 1])</a:t>
          </a:r>
        </a:p>
      </dgm:t>
    </dgm:pt>
    <dgm:pt modelId="{C1625C67-7B59-409F-A3E3-BAF31B655C0E}" type="parTrans" cxnId="{20D42E5E-EE08-454C-B228-3A6891B31A75}">
      <dgm:prSet/>
      <dgm:spPr/>
      <dgm:t>
        <a:bodyPr/>
        <a:lstStyle/>
        <a:p>
          <a:endParaRPr lang="en-US"/>
        </a:p>
      </dgm:t>
    </dgm:pt>
    <dgm:pt modelId="{24297D7A-2E4A-43A2-A172-9C0F636561AE}" type="sibTrans" cxnId="{20D42E5E-EE08-454C-B228-3A6891B31A75}">
      <dgm:prSet/>
      <dgm:spPr/>
      <dgm:t>
        <a:bodyPr/>
        <a:lstStyle/>
        <a:p>
          <a:endParaRPr lang="en-US"/>
        </a:p>
      </dgm:t>
    </dgm:pt>
    <dgm:pt modelId="{B28B0E41-B412-4B3F-9617-E96DA1378AC4}">
      <dgm:prSet/>
      <dgm:spPr/>
      <dgm:t>
        <a:bodyPr/>
        <a:lstStyle/>
        <a:p>
          <a:r>
            <a:rPr lang="en-US"/>
            <a:t>print(my_string[-1])</a:t>
          </a:r>
        </a:p>
      </dgm:t>
    </dgm:pt>
    <dgm:pt modelId="{8BA35D77-A0E7-4CEB-9B75-B21148C7F475}" type="parTrans" cxnId="{7C8599B3-C23D-4031-B759-1DC6BE088B86}">
      <dgm:prSet/>
      <dgm:spPr/>
      <dgm:t>
        <a:bodyPr/>
        <a:lstStyle/>
        <a:p>
          <a:endParaRPr lang="en-US"/>
        </a:p>
      </dgm:t>
    </dgm:pt>
    <dgm:pt modelId="{67313E94-A4C9-4F63-B3C8-086C8B4AD7A0}" type="sibTrans" cxnId="{7C8599B3-C23D-4031-B759-1DC6BE088B86}">
      <dgm:prSet/>
      <dgm:spPr/>
      <dgm:t>
        <a:bodyPr/>
        <a:lstStyle/>
        <a:p>
          <a:endParaRPr lang="en-US"/>
        </a:p>
      </dgm:t>
    </dgm:pt>
    <dgm:pt modelId="{EB07966F-CC0E-459A-A07F-A9A79F2D64DB}">
      <dgm:prSet/>
      <dgm:spPr/>
      <dgm:t>
        <a:bodyPr/>
        <a:lstStyle/>
        <a:p>
          <a:r>
            <a:rPr lang="en-US"/>
            <a:t>print(my_string[1:7])</a:t>
          </a:r>
        </a:p>
      </dgm:t>
    </dgm:pt>
    <dgm:pt modelId="{FC21AA09-E534-49CF-B88D-775D93FF34CE}" type="parTrans" cxnId="{3D33CCDE-100E-4BFA-A230-078EC91508D3}">
      <dgm:prSet/>
      <dgm:spPr/>
      <dgm:t>
        <a:bodyPr/>
        <a:lstStyle/>
        <a:p>
          <a:endParaRPr lang="en-US"/>
        </a:p>
      </dgm:t>
    </dgm:pt>
    <dgm:pt modelId="{56FF5B70-A6D9-4CB9-A888-CA619BC95128}" type="sibTrans" cxnId="{3D33CCDE-100E-4BFA-A230-078EC91508D3}">
      <dgm:prSet/>
      <dgm:spPr/>
      <dgm:t>
        <a:bodyPr/>
        <a:lstStyle/>
        <a:p>
          <a:endParaRPr lang="en-US"/>
        </a:p>
      </dgm:t>
    </dgm:pt>
    <dgm:pt modelId="{D10386D0-5121-4C33-AC90-2A373D934442}">
      <dgm:prSet/>
      <dgm:spPr/>
      <dgm:t>
        <a:bodyPr/>
        <a:lstStyle/>
        <a:p>
          <a:r>
            <a:rPr lang="en-US"/>
            <a:t>print(my_string[0:7:2])</a:t>
          </a:r>
        </a:p>
      </dgm:t>
    </dgm:pt>
    <dgm:pt modelId="{E0E2E428-A1D7-4FC9-82EA-30E2734E88C4}" type="parTrans" cxnId="{76BE5B72-36C9-4DC2-AB25-6A5A733DC56C}">
      <dgm:prSet/>
      <dgm:spPr/>
      <dgm:t>
        <a:bodyPr/>
        <a:lstStyle/>
        <a:p>
          <a:endParaRPr lang="en-US"/>
        </a:p>
      </dgm:t>
    </dgm:pt>
    <dgm:pt modelId="{13ADF586-402B-4B7A-9E18-F96683DDAFD7}" type="sibTrans" cxnId="{76BE5B72-36C9-4DC2-AB25-6A5A733DC56C}">
      <dgm:prSet/>
      <dgm:spPr/>
      <dgm:t>
        <a:bodyPr/>
        <a:lstStyle/>
        <a:p>
          <a:endParaRPr lang="en-US"/>
        </a:p>
      </dgm:t>
    </dgm:pt>
    <dgm:pt modelId="{2F403150-0F5E-432E-A5AC-35807646C65F}">
      <dgm:prSet/>
      <dgm:spPr/>
      <dgm:t>
        <a:bodyPr/>
        <a:lstStyle/>
        <a:p>
          <a:r>
            <a:rPr lang="en-US"/>
            <a:t>print(my_string[13:2:-1])</a:t>
          </a:r>
        </a:p>
      </dgm:t>
    </dgm:pt>
    <dgm:pt modelId="{F5F0C1D4-3538-40C7-90D8-F09A691A7AAD}" type="parTrans" cxnId="{5963E7EF-D306-40C9-9FE2-4D2E87664694}">
      <dgm:prSet/>
      <dgm:spPr/>
      <dgm:t>
        <a:bodyPr/>
        <a:lstStyle/>
        <a:p>
          <a:endParaRPr lang="en-US"/>
        </a:p>
      </dgm:t>
    </dgm:pt>
    <dgm:pt modelId="{CDBB87B5-2BB1-43F5-B988-883DF85D53F6}" type="sibTrans" cxnId="{5963E7EF-D306-40C9-9FE2-4D2E87664694}">
      <dgm:prSet/>
      <dgm:spPr/>
      <dgm:t>
        <a:bodyPr/>
        <a:lstStyle/>
        <a:p>
          <a:endParaRPr lang="en-US"/>
        </a:p>
      </dgm:t>
    </dgm:pt>
    <dgm:pt modelId="{EC836C2A-B0F7-48B7-9250-BF86BD4F2867}">
      <dgm:prSet/>
      <dgm:spPr/>
      <dgm:t>
        <a:bodyPr/>
        <a:lstStyle/>
        <a:p>
          <a:r>
            <a:rPr lang="en-US"/>
            <a:t>Print(my_string[17:0:-2])</a:t>
          </a:r>
        </a:p>
      </dgm:t>
    </dgm:pt>
    <dgm:pt modelId="{6D92CF78-34CE-4065-8DDB-DEE28874A9CF}" type="parTrans" cxnId="{604DFE27-F292-48E3-B287-8A982212A01B}">
      <dgm:prSet/>
      <dgm:spPr/>
      <dgm:t>
        <a:bodyPr/>
        <a:lstStyle/>
        <a:p>
          <a:endParaRPr lang="en-US"/>
        </a:p>
      </dgm:t>
    </dgm:pt>
    <dgm:pt modelId="{F2656EB2-A102-4CA4-83B4-8C1E5D9E279F}" type="sibTrans" cxnId="{604DFE27-F292-48E3-B287-8A982212A01B}">
      <dgm:prSet/>
      <dgm:spPr/>
      <dgm:t>
        <a:bodyPr/>
        <a:lstStyle/>
        <a:p>
          <a:endParaRPr lang="en-US"/>
        </a:p>
      </dgm:t>
    </dgm:pt>
    <dgm:pt modelId="{2CE64E77-E6E8-4F47-87CC-CD13988A15B4}">
      <dgm:prSet/>
      <dgm:spPr/>
      <dgm:t>
        <a:bodyPr/>
        <a:lstStyle/>
        <a:p>
          <a:r>
            <a:rPr lang="en-US"/>
            <a:t>print(my_string[:])</a:t>
          </a:r>
        </a:p>
      </dgm:t>
    </dgm:pt>
    <dgm:pt modelId="{48A06568-1F2F-4878-9252-40A78882DF0E}" type="parTrans" cxnId="{CBCB30B0-B77A-498F-AD06-36D87BEB34AC}">
      <dgm:prSet/>
      <dgm:spPr/>
      <dgm:t>
        <a:bodyPr/>
        <a:lstStyle/>
        <a:p>
          <a:endParaRPr lang="en-US"/>
        </a:p>
      </dgm:t>
    </dgm:pt>
    <dgm:pt modelId="{B1B13E6F-1652-4581-8EF1-EF8D21385B44}" type="sibTrans" cxnId="{CBCB30B0-B77A-498F-AD06-36D87BEB34AC}">
      <dgm:prSet/>
      <dgm:spPr/>
      <dgm:t>
        <a:bodyPr/>
        <a:lstStyle/>
        <a:p>
          <a:endParaRPr lang="en-US"/>
        </a:p>
      </dgm:t>
    </dgm:pt>
    <dgm:pt modelId="{3F2FB4DC-7B07-4886-967F-0CF623C47CD7}">
      <dgm:prSet/>
      <dgm:spPr/>
      <dgm:t>
        <a:bodyPr/>
        <a:lstStyle/>
        <a:p>
          <a:r>
            <a:rPr lang="en-US"/>
            <a:t>print(my_string[:: -1])</a:t>
          </a:r>
        </a:p>
      </dgm:t>
    </dgm:pt>
    <dgm:pt modelId="{6E9579EE-59B2-4F5B-94BC-028D68260BFD}" type="parTrans" cxnId="{CC21E86B-FC39-4FC9-975A-F6208C904223}">
      <dgm:prSet/>
      <dgm:spPr/>
      <dgm:t>
        <a:bodyPr/>
        <a:lstStyle/>
        <a:p>
          <a:endParaRPr lang="en-US"/>
        </a:p>
      </dgm:t>
    </dgm:pt>
    <dgm:pt modelId="{DC0A9AA1-89E5-4D91-A222-FEC692E66C86}" type="sibTrans" cxnId="{CC21E86B-FC39-4FC9-975A-F6208C904223}">
      <dgm:prSet/>
      <dgm:spPr/>
      <dgm:t>
        <a:bodyPr/>
        <a:lstStyle/>
        <a:p>
          <a:endParaRPr lang="en-US"/>
        </a:p>
      </dgm:t>
    </dgm:pt>
    <dgm:pt modelId="{CCA9DEEF-CC7B-4E7B-871F-677EECA1E065}" type="pres">
      <dgm:prSet presAssocID="{09A26F9A-51B7-4DF2-863E-01DF42187B57}" presName="vert0" presStyleCnt="0">
        <dgm:presLayoutVars>
          <dgm:dir/>
          <dgm:animOne val="branch"/>
          <dgm:animLvl val="lvl"/>
        </dgm:presLayoutVars>
      </dgm:prSet>
      <dgm:spPr/>
    </dgm:pt>
    <dgm:pt modelId="{A8E44D20-DCE5-47C2-A22B-E81D46BDABE3}" type="pres">
      <dgm:prSet presAssocID="{12E0F06A-2DFC-4B42-97D3-5811600AC140}" presName="thickLine" presStyleLbl="alignNode1" presStyleIdx="0" presStyleCnt="13"/>
      <dgm:spPr/>
    </dgm:pt>
    <dgm:pt modelId="{A5FD62EB-1903-457C-8BBB-519BDB7E095B}" type="pres">
      <dgm:prSet presAssocID="{12E0F06A-2DFC-4B42-97D3-5811600AC140}" presName="horz1" presStyleCnt="0"/>
      <dgm:spPr/>
    </dgm:pt>
    <dgm:pt modelId="{FE164CDD-8554-4162-9EB3-39D221FB8F1A}" type="pres">
      <dgm:prSet presAssocID="{12E0F06A-2DFC-4B42-97D3-5811600AC140}" presName="tx1" presStyleLbl="revTx" presStyleIdx="0" presStyleCnt="13"/>
      <dgm:spPr/>
    </dgm:pt>
    <dgm:pt modelId="{FF648216-83A9-43E5-9FF8-9B954D06F043}" type="pres">
      <dgm:prSet presAssocID="{12E0F06A-2DFC-4B42-97D3-5811600AC140}" presName="vert1" presStyleCnt="0"/>
      <dgm:spPr/>
    </dgm:pt>
    <dgm:pt modelId="{6846EE84-B701-4C87-8BD7-BA49496C6870}" type="pres">
      <dgm:prSet presAssocID="{B7D14493-1642-4F2C-9BE3-8DD3D2FDF508}" presName="thickLine" presStyleLbl="alignNode1" presStyleIdx="1" presStyleCnt="13"/>
      <dgm:spPr/>
    </dgm:pt>
    <dgm:pt modelId="{1B5CE2FD-EE42-40AA-A969-3830C99FD119}" type="pres">
      <dgm:prSet presAssocID="{B7D14493-1642-4F2C-9BE3-8DD3D2FDF508}" presName="horz1" presStyleCnt="0"/>
      <dgm:spPr/>
    </dgm:pt>
    <dgm:pt modelId="{38804E47-0C28-48A0-BD89-11426CE7260C}" type="pres">
      <dgm:prSet presAssocID="{B7D14493-1642-4F2C-9BE3-8DD3D2FDF508}" presName="tx1" presStyleLbl="revTx" presStyleIdx="1" presStyleCnt="13"/>
      <dgm:spPr/>
    </dgm:pt>
    <dgm:pt modelId="{C482B314-A889-41A3-B3C4-1A47923554C1}" type="pres">
      <dgm:prSet presAssocID="{B7D14493-1642-4F2C-9BE3-8DD3D2FDF508}" presName="vert1" presStyleCnt="0"/>
      <dgm:spPr/>
    </dgm:pt>
    <dgm:pt modelId="{0868331D-4C67-44E8-B149-F340E248E471}" type="pres">
      <dgm:prSet presAssocID="{840A4A16-777B-497C-80CB-27B69DAC9ABB}" presName="thickLine" presStyleLbl="alignNode1" presStyleIdx="2" presStyleCnt="13"/>
      <dgm:spPr/>
    </dgm:pt>
    <dgm:pt modelId="{D38B2BD9-3EB0-4788-879A-5569E2853D10}" type="pres">
      <dgm:prSet presAssocID="{840A4A16-777B-497C-80CB-27B69DAC9ABB}" presName="horz1" presStyleCnt="0"/>
      <dgm:spPr/>
    </dgm:pt>
    <dgm:pt modelId="{DC36E708-3AAC-4025-B610-A0078EF93173}" type="pres">
      <dgm:prSet presAssocID="{840A4A16-777B-497C-80CB-27B69DAC9ABB}" presName="tx1" presStyleLbl="revTx" presStyleIdx="2" presStyleCnt="13"/>
      <dgm:spPr/>
    </dgm:pt>
    <dgm:pt modelId="{9435F10B-4843-4961-983F-12C990E8E0BF}" type="pres">
      <dgm:prSet presAssocID="{840A4A16-777B-497C-80CB-27B69DAC9ABB}" presName="vert1" presStyleCnt="0"/>
      <dgm:spPr/>
    </dgm:pt>
    <dgm:pt modelId="{3CFE2A9A-4EE8-4ECA-842B-383D975051EB}" type="pres">
      <dgm:prSet presAssocID="{662B2830-B196-4C12-913F-A352DDACEC8C}" presName="thickLine" presStyleLbl="alignNode1" presStyleIdx="3" presStyleCnt="13"/>
      <dgm:spPr/>
    </dgm:pt>
    <dgm:pt modelId="{29F9A6C3-7162-4689-9433-C69B88495113}" type="pres">
      <dgm:prSet presAssocID="{662B2830-B196-4C12-913F-A352DDACEC8C}" presName="horz1" presStyleCnt="0"/>
      <dgm:spPr/>
    </dgm:pt>
    <dgm:pt modelId="{6C08825C-4837-4198-B7BA-096E468D0AD3}" type="pres">
      <dgm:prSet presAssocID="{662B2830-B196-4C12-913F-A352DDACEC8C}" presName="tx1" presStyleLbl="revTx" presStyleIdx="3" presStyleCnt="13"/>
      <dgm:spPr/>
    </dgm:pt>
    <dgm:pt modelId="{2082CFD7-F1BA-409C-BDC9-DFDFCAA4DB31}" type="pres">
      <dgm:prSet presAssocID="{662B2830-B196-4C12-913F-A352DDACEC8C}" presName="vert1" presStyleCnt="0"/>
      <dgm:spPr/>
    </dgm:pt>
    <dgm:pt modelId="{0750B52C-822F-462D-A34D-E7F3ECC60405}" type="pres">
      <dgm:prSet presAssocID="{071FC05D-5FD4-48E5-95D5-F986D197E8DA}" presName="thickLine" presStyleLbl="alignNode1" presStyleIdx="4" presStyleCnt="13"/>
      <dgm:spPr/>
    </dgm:pt>
    <dgm:pt modelId="{D63EB415-4200-4FAA-B63B-5A5CF137F3B9}" type="pres">
      <dgm:prSet presAssocID="{071FC05D-5FD4-48E5-95D5-F986D197E8DA}" presName="horz1" presStyleCnt="0"/>
      <dgm:spPr/>
    </dgm:pt>
    <dgm:pt modelId="{DD1BE217-FD38-4896-8896-DD3C94A2E369}" type="pres">
      <dgm:prSet presAssocID="{071FC05D-5FD4-48E5-95D5-F986D197E8DA}" presName="tx1" presStyleLbl="revTx" presStyleIdx="4" presStyleCnt="13"/>
      <dgm:spPr/>
    </dgm:pt>
    <dgm:pt modelId="{08E00F14-56FE-4391-9B6B-E7E3ED134AC6}" type="pres">
      <dgm:prSet presAssocID="{071FC05D-5FD4-48E5-95D5-F986D197E8DA}" presName="vert1" presStyleCnt="0"/>
      <dgm:spPr/>
    </dgm:pt>
    <dgm:pt modelId="{5B0AB867-4E11-490A-B5CE-BF763DD83F1C}" type="pres">
      <dgm:prSet presAssocID="{6A8BAF68-FAB8-4E58-8135-B5E997159220}" presName="thickLine" presStyleLbl="alignNode1" presStyleIdx="5" presStyleCnt="13"/>
      <dgm:spPr/>
    </dgm:pt>
    <dgm:pt modelId="{6DB31EBC-71A2-4268-B493-6707EA3C5D56}" type="pres">
      <dgm:prSet presAssocID="{6A8BAF68-FAB8-4E58-8135-B5E997159220}" presName="horz1" presStyleCnt="0"/>
      <dgm:spPr/>
    </dgm:pt>
    <dgm:pt modelId="{CE588EC9-311A-4D06-92F8-AB222C528BB6}" type="pres">
      <dgm:prSet presAssocID="{6A8BAF68-FAB8-4E58-8135-B5E997159220}" presName="tx1" presStyleLbl="revTx" presStyleIdx="5" presStyleCnt="13"/>
      <dgm:spPr/>
    </dgm:pt>
    <dgm:pt modelId="{BBCC9F90-D1DD-41A3-ABA7-5168318E9DDA}" type="pres">
      <dgm:prSet presAssocID="{6A8BAF68-FAB8-4E58-8135-B5E997159220}" presName="vert1" presStyleCnt="0"/>
      <dgm:spPr/>
    </dgm:pt>
    <dgm:pt modelId="{9439AAD0-372E-4412-807B-722A6CEF6E58}" type="pres">
      <dgm:prSet presAssocID="{B28B0E41-B412-4B3F-9617-E96DA1378AC4}" presName="thickLine" presStyleLbl="alignNode1" presStyleIdx="6" presStyleCnt="13"/>
      <dgm:spPr/>
    </dgm:pt>
    <dgm:pt modelId="{5F530A96-BECF-430A-9D8F-203CA58B515A}" type="pres">
      <dgm:prSet presAssocID="{B28B0E41-B412-4B3F-9617-E96DA1378AC4}" presName="horz1" presStyleCnt="0"/>
      <dgm:spPr/>
    </dgm:pt>
    <dgm:pt modelId="{E9FB592B-567D-4889-BF2D-50D4324EA063}" type="pres">
      <dgm:prSet presAssocID="{B28B0E41-B412-4B3F-9617-E96DA1378AC4}" presName="tx1" presStyleLbl="revTx" presStyleIdx="6" presStyleCnt="13"/>
      <dgm:spPr/>
    </dgm:pt>
    <dgm:pt modelId="{37549610-F268-4015-A1E2-2FFFCCD34449}" type="pres">
      <dgm:prSet presAssocID="{B28B0E41-B412-4B3F-9617-E96DA1378AC4}" presName="vert1" presStyleCnt="0"/>
      <dgm:spPr/>
    </dgm:pt>
    <dgm:pt modelId="{ED248E79-115E-4F81-BE08-B8AE761EED94}" type="pres">
      <dgm:prSet presAssocID="{EB07966F-CC0E-459A-A07F-A9A79F2D64DB}" presName="thickLine" presStyleLbl="alignNode1" presStyleIdx="7" presStyleCnt="13"/>
      <dgm:spPr/>
    </dgm:pt>
    <dgm:pt modelId="{B2D0843A-DB75-43FA-BB2B-D91D2B2EA1AC}" type="pres">
      <dgm:prSet presAssocID="{EB07966F-CC0E-459A-A07F-A9A79F2D64DB}" presName="horz1" presStyleCnt="0"/>
      <dgm:spPr/>
    </dgm:pt>
    <dgm:pt modelId="{60C4B1D1-7FF0-4D7F-9594-5438E5E4E763}" type="pres">
      <dgm:prSet presAssocID="{EB07966F-CC0E-459A-A07F-A9A79F2D64DB}" presName="tx1" presStyleLbl="revTx" presStyleIdx="7" presStyleCnt="13"/>
      <dgm:spPr/>
    </dgm:pt>
    <dgm:pt modelId="{A8FF44C1-FB52-4A8E-BC82-B54008A4A14B}" type="pres">
      <dgm:prSet presAssocID="{EB07966F-CC0E-459A-A07F-A9A79F2D64DB}" presName="vert1" presStyleCnt="0"/>
      <dgm:spPr/>
    </dgm:pt>
    <dgm:pt modelId="{F48F0ABF-4AC5-4DFA-A456-1C67B9350116}" type="pres">
      <dgm:prSet presAssocID="{D10386D0-5121-4C33-AC90-2A373D934442}" presName="thickLine" presStyleLbl="alignNode1" presStyleIdx="8" presStyleCnt="13"/>
      <dgm:spPr/>
    </dgm:pt>
    <dgm:pt modelId="{6BFD1855-8761-4AE9-8AF7-54536D2BA321}" type="pres">
      <dgm:prSet presAssocID="{D10386D0-5121-4C33-AC90-2A373D934442}" presName="horz1" presStyleCnt="0"/>
      <dgm:spPr/>
    </dgm:pt>
    <dgm:pt modelId="{F000E1C7-8B27-40C7-8CFB-ABD7883DC4C0}" type="pres">
      <dgm:prSet presAssocID="{D10386D0-5121-4C33-AC90-2A373D934442}" presName="tx1" presStyleLbl="revTx" presStyleIdx="8" presStyleCnt="13"/>
      <dgm:spPr/>
    </dgm:pt>
    <dgm:pt modelId="{B178E419-538C-4C11-89C8-3631463538B0}" type="pres">
      <dgm:prSet presAssocID="{D10386D0-5121-4C33-AC90-2A373D934442}" presName="vert1" presStyleCnt="0"/>
      <dgm:spPr/>
    </dgm:pt>
    <dgm:pt modelId="{5B9BE8A5-A41A-4DA3-93D2-0FFAB54C6181}" type="pres">
      <dgm:prSet presAssocID="{2F403150-0F5E-432E-A5AC-35807646C65F}" presName="thickLine" presStyleLbl="alignNode1" presStyleIdx="9" presStyleCnt="13"/>
      <dgm:spPr/>
    </dgm:pt>
    <dgm:pt modelId="{6D5218B0-2814-4833-AD41-B989E44842AC}" type="pres">
      <dgm:prSet presAssocID="{2F403150-0F5E-432E-A5AC-35807646C65F}" presName="horz1" presStyleCnt="0"/>
      <dgm:spPr/>
    </dgm:pt>
    <dgm:pt modelId="{9C282323-A39E-4ACD-83B7-40BC2848F53F}" type="pres">
      <dgm:prSet presAssocID="{2F403150-0F5E-432E-A5AC-35807646C65F}" presName="tx1" presStyleLbl="revTx" presStyleIdx="9" presStyleCnt="13"/>
      <dgm:spPr/>
    </dgm:pt>
    <dgm:pt modelId="{F79AA555-6DE8-42A9-95C2-B6E98BE67CDC}" type="pres">
      <dgm:prSet presAssocID="{2F403150-0F5E-432E-A5AC-35807646C65F}" presName="vert1" presStyleCnt="0"/>
      <dgm:spPr/>
    </dgm:pt>
    <dgm:pt modelId="{66BE0D4A-38CA-47FF-8F08-1BB094C09A87}" type="pres">
      <dgm:prSet presAssocID="{EC836C2A-B0F7-48B7-9250-BF86BD4F2867}" presName="thickLine" presStyleLbl="alignNode1" presStyleIdx="10" presStyleCnt="13"/>
      <dgm:spPr/>
    </dgm:pt>
    <dgm:pt modelId="{BE922481-3D22-4E3D-840E-A7353204B5D6}" type="pres">
      <dgm:prSet presAssocID="{EC836C2A-B0F7-48B7-9250-BF86BD4F2867}" presName="horz1" presStyleCnt="0"/>
      <dgm:spPr/>
    </dgm:pt>
    <dgm:pt modelId="{4E349798-98BE-40E1-9D52-0E8BA9CBC714}" type="pres">
      <dgm:prSet presAssocID="{EC836C2A-B0F7-48B7-9250-BF86BD4F2867}" presName="tx1" presStyleLbl="revTx" presStyleIdx="10" presStyleCnt="13"/>
      <dgm:spPr/>
    </dgm:pt>
    <dgm:pt modelId="{0F5F2975-FB9B-4A94-A699-79B18817BB8E}" type="pres">
      <dgm:prSet presAssocID="{EC836C2A-B0F7-48B7-9250-BF86BD4F2867}" presName="vert1" presStyleCnt="0"/>
      <dgm:spPr/>
    </dgm:pt>
    <dgm:pt modelId="{2594805D-CCB8-4130-A8D5-92B6300E0DE9}" type="pres">
      <dgm:prSet presAssocID="{2CE64E77-E6E8-4F47-87CC-CD13988A15B4}" presName="thickLine" presStyleLbl="alignNode1" presStyleIdx="11" presStyleCnt="13"/>
      <dgm:spPr/>
    </dgm:pt>
    <dgm:pt modelId="{3D7A2F7B-EF5B-49B0-A228-5ECC3852F004}" type="pres">
      <dgm:prSet presAssocID="{2CE64E77-E6E8-4F47-87CC-CD13988A15B4}" presName="horz1" presStyleCnt="0"/>
      <dgm:spPr/>
    </dgm:pt>
    <dgm:pt modelId="{E0E03736-3B9E-4C9B-958E-2009F2EB27A3}" type="pres">
      <dgm:prSet presAssocID="{2CE64E77-E6E8-4F47-87CC-CD13988A15B4}" presName="tx1" presStyleLbl="revTx" presStyleIdx="11" presStyleCnt="13"/>
      <dgm:spPr/>
    </dgm:pt>
    <dgm:pt modelId="{0D05DE37-7BB9-444B-8EFA-22BE0C87A2B4}" type="pres">
      <dgm:prSet presAssocID="{2CE64E77-E6E8-4F47-87CC-CD13988A15B4}" presName="vert1" presStyleCnt="0"/>
      <dgm:spPr/>
    </dgm:pt>
    <dgm:pt modelId="{FC44C86E-C9E7-404C-A6D4-79F0959756E4}" type="pres">
      <dgm:prSet presAssocID="{3F2FB4DC-7B07-4886-967F-0CF623C47CD7}" presName="thickLine" presStyleLbl="alignNode1" presStyleIdx="12" presStyleCnt="13"/>
      <dgm:spPr/>
    </dgm:pt>
    <dgm:pt modelId="{1B0A3D5E-2DF2-46CB-BFDD-02BF67943874}" type="pres">
      <dgm:prSet presAssocID="{3F2FB4DC-7B07-4886-967F-0CF623C47CD7}" presName="horz1" presStyleCnt="0"/>
      <dgm:spPr/>
    </dgm:pt>
    <dgm:pt modelId="{C7F6EF2E-D36E-4464-BA86-3EBEBABE9D35}" type="pres">
      <dgm:prSet presAssocID="{3F2FB4DC-7B07-4886-967F-0CF623C47CD7}" presName="tx1" presStyleLbl="revTx" presStyleIdx="12" presStyleCnt="13"/>
      <dgm:spPr/>
    </dgm:pt>
    <dgm:pt modelId="{DA015753-4E80-4AB0-87DE-2CF9A9D49D27}" type="pres">
      <dgm:prSet presAssocID="{3F2FB4DC-7B07-4886-967F-0CF623C47CD7}" presName="vert1" presStyleCnt="0"/>
      <dgm:spPr/>
    </dgm:pt>
  </dgm:ptLst>
  <dgm:cxnLst>
    <dgm:cxn modelId="{B71C6100-6091-414E-94A8-7C020ACCFB72}" type="presOf" srcId="{D10386D0-5121-4C33-AC90-2A373D934442}" destId="{F000E1C7-8B27-40C7-8CFB-ABD7883DC4C0}" srcOrd="0" destOrd="0" presId="urn:microsoft.com/office/officeart/2008/layout/LinedList"/>
    <dgm:cxn modelId="{7E74A601-7903-4CEB-9ECF-355E7BBC4045}" type="presOf" srcId="{6A8BAF68-FAB8-4E58-8135-B5E997159220}" destId="{CE588EC9-311A-4D06-92F8-AB222C528BB6}" srcOrd="0" destOrd="0" presId="urn:microsoft.com/office/officeart/2008/layout/LinedList"/>
    <dgm:cxn modelId="{45BA070F-C915-4CCB-8F99-FDB17169B0A7}" type="presOf" srcId="{EB07966F-CC0E-459A-A07F-A9A79F2D64DB}" destId="{60C4B1D1-7FF0-4D7F-9594-5438E5E4E763}" srcOrd="0" destOrd="0" presId="urn:microsoft.com/office/officeart/2008/layout/LinedList"/>
    <dgm:cxn modelId="{638D7D18-5ACA-4DE8-8419-474B62585173}" type="presOf" srcId="{2CE64E77-E6E8-4F47-87CC-CD13988A15B4}" destId="{E0E03736-3B9E-4C9B-958E-2009F2EB27A3}" srcOrd="0" destOrd="0" presId="urn:microsoft.com/office/officeart/2008/layout/LinedList"/>
    <dgm:cxn modelId="{604DFE27-F292-48E3-B287-8A982212A01B}" srcId="{09A26F9A-51B7-4DF2-863E-01DF42187B57}" destId="{EC836C2A-B0F7-48B7-9250-BF86BD4F2867}" srcOrd="10" destOrd="0" parTransId="{6D92CF78-34CE-4065-8DDB-DEE28874A9CF}" sibTransId="{F2656EB2-A102-4CA4-83B4-8C1E5D9E279F}"/>
    <dgm:cxn modelId="{E5BFBF36-ED36-46FC-A7B3-7365D5DF044B}" type="presOf" srcId="{840A4A16-777B-497C-80CB-27B69DAC9ABB}" destId="{DC36E708-3AAC-4025-B610-A0078EF93173}" srcOrd="0" destOrd="0" presId="urn:microsoft.com/office/officeart/2008/layout/LinedList"/>
    <dgm:cxn modelId="{20D42E5E-EE08-454C-B228-3A6891B31A75}" srcId="{09A26F9A-51B7-4DF2-863E-01DF42187B57}" destId="{6A8BAF68-FAB8-4E58-8135-B5E997159220}" srcOrd="5" destOrd="0" parTransId="{C1625C67-7B59-409F-A3E3-BAF31B655C0E}" sibTransId="{24297D7A-2E4A-43A2-A172-9C0F636561AE}"/>
    <dgm:cxn modelId="{D8048A5F-796D-49BA-8E8A-5F1E9BA6B760}" srcId="{09A26F9A-51B7-4DF2-863E-01DF42187B57}" destId="{071FC05D-5FD4-48E5-95D5-F986D197E8DA}" srcOrd="4" destOrd="0" parTransId="{6B86EF8D-35CC-452B-BE7B-8E6604CA109D}" sibTransId="{579D046D-4DF9-4780-824D-985DF075C229}"/>
    <dgm:cxn modelId="{DD72BA6B-5B7B-48E8-BE43-FC8897E72318}" type="presOf" srcId="{EC836C2A-B0F7-48B7-9250-BF86BD4F2867}" destId="{4E349798-98BE-40E1-9D52-0E8BA9CBC714}" srcOrd="0" destOrd="0" presId="urn:microsoft.com/office/officeart/2008/layout/LinedList"/>
    <dgm:cxn modelId="{CC21E86B-FC39-4FC9-975A-F6208C904223}" srcId="{09A26F9A-51B7-4DF2-863E-01DF42187B57}" destId="{3F2FB4DC-7B07-4886-967F-0CF623C47CD7}" srcOrd="12" destOrd="0" parTransId="{6E9579EE-59B2-4F5B-94BC-028D68260BFD}" sibTransId="{DC0A9AA1-89E5-4D91-A222-FEC692E66C86}"/>
    <dgm:cxn modelId="{000D076E-46EE-4227-84C4-B38B389ED79C}" srcId="{09A26F9A-51B7-4DF2-863E-01DF42187B57}" destId="{B7D14493-1642-4F2C-9BE3-8DD3D2FDF508}" srcOrd="1" destOrd="0" parTransId="{64A6969B-B26D-4B03-AFEF-1057C59CE57E}" sibTransId="{A6254387-577F-49A9-982E-442256240279}"/>
    <dgm:cxn modelId="{296E7C50-4288-41A7-BC08-42BB8FFB7156}" type="presOf" srcId="{662B2830-B196-4C12-913F-A352DDACEC8C}" destId="{6C08825C-4837-4198-B7BA-096E468D0AD3}" srcOrd="0" destOrd="0" presId="urn:microsoft.com/office/officeart/2008/layout/LinedList"/>
    <dgm:cxn modelId="{76BE5B72-36C9-4DC2-AB25-6A5A733DC56C}" srcId="{09A26F9A-51B7-4DF2-863E-01DF42187B57}" destId="{D10386D0-5121-4C33-AC90-2A373D934442}" srcOrd="8" destOrd="0" parTransId="{E0E2E428-A1D7-4FC9-82EA-30E2734E88C4}" sibTransId="{13ADF586-402B-4B7A-9E18-F96683DDAFD7}"/>
    <dgm:cxn modelId="{735CB773-B60B-46BD-9FDC-6401EE3B8A6C}" type="presOf" srcId="{09A26F9A-51B7-4DF2-863E-01DF42187B57}" destId="{CCA9DEEF-CC7B-4E7B-871F-677EECA1E065}" srcOrd="0" destOrd="0" presId="urn:microsoft.com/office/officeart/2008/layout/LinedList"/>
    <dgm:cxn modelId="{43DC1093-84E8-4528-B342-2BFA9EF4B177}" srcId="{09A26F9A-51B7-4DF2-863E-01DF42187B57}" destId="{662B2830-B196-4C12-913F-A352DDACEC8C}" srcOrd="3" destOrd="0" parTransId="{70E06651-E131-4CAB-9BFC-043FD08DABCA}" sibTransId="{86FF2914-8076-43E0-9D8F-4DEE8EE85576}"/>
    <dgm:cxn modelId="{CBCB30B0-B77A-498F-AD06-36D87BEB34AC}" srcId="{09A26F9A-51B7-4DF2-863E-01DF42187B57}" destId="{2CE64E77-E6E8-4F47-87CC-CD13988A15B4}" srcOrd="11" destOrd="0" parTransId="{48A06568-1F2F-4878-9252-40A78882DF0E}" sibTransId="{B1B13E6F-1652-4581-8EF1-EF8D21385B44}"/>
    <dgm:cxn modelId="{7C8599B3-C23D-4031-B759-1DC6BE088B86}" srcId="{09A26F9A-51B7-4DF2-863E-01DF42187B57}" destId="{B28B0E41-B412-4B3F-9617-E96DA1378AC4}" srcOrd="6" destOrd="0" parTransId="{8BA35D77-A0E7-4CEB-9B75-B21148C7F475}" sibTransId="{67313E94-A4C9-4F63-B3C8-086C8B4AD7A0}"/>
    <dgm:cxn modelId="{4CD44CB4-BDA6-4058-88FA-0FF9B8799901}" srcId="{09A26F9A-51B7-4DF2-863E-01DF42187B57}" destId="{12E0F06A-2DFC-4B42-97D3-5811600AC140}" srcOrd="0" destOrd="0" parTransId="{012ABDED-B335-4805-9DFC-03A43C5CE5C5}" sibTransId="{3DCE8F5A-91AD-4F93-BE7C-FBDD6FFC450E}"/>
    <dgm:cxn modelId="{B03BB0B7-9731-46FD-8588-7AD44DC90AC4}" type="presOf" srcId="{B7D14493-1642-4F2C-9BE3-8DD3D2FDF508}" destId="{38804E47-0C28-48A0-BD89-11426CE7260C}" srcOrd="0" destOrd="0" presId="urn:microsoft.com/office/officeart/2008/layout/LinedList"/>
    <dgm:cxn modelId="{206A7ABC-C134-42D8-8DFB-7440514C8B10}" type="presOf" srcId="{12E0F06A-2DFC-4B42-97D3-5811600AC140}" destId="{FE164CDD-8554-4162-9EB3-39D221FB8F1A}" srcOrd="0" destOrd="0" presId="urn:microsoft.com/office/officeart/2008/layout/LinedList"/>
    <dgm:cxn modelId="{8EBCBBC1-8373-4DEC-8DEF-FF6A74458E99}" type="presOf" srcId="{071FC05D-5FD4-48E5-95D5-F986D197E8DA}" destId="{DD1BE217-FD38-4896-8896-DD3C94A2E369}" srcOrd="0" destOrd="0" presId="urn:microsoft.com/office/officeart/2008/layout/LinedList"/>
    <dgm:cxn modelId="{CF09ECD2-2DDE-4C10-97E9-A6490F18632C}" type="presOf" srcId="{3F2FB4DC-7B07-4886-967F-0CF623C47CD7}" destId="{C7F6EF2E-D36E-4464-BA86-3EBEBABE9D35}" srcOrd="0" destOrd="0" presId="urn:microsoft.com/office/officeart/2008/layout/LinedList"/>
    <dgm:cxn modelId="{3D33CCDE-100E-4BFA-A230-078EC91508D3}" srcId="{09A26F9A-51B7-4DF2-863E-01DF42187B57}" destId="{EB07966F-CC0E-459A-A07F-A9A79F2D64DB}" srcOrd="7" destOrd="0" parTransId="{FC21AA09-E534-49CF-B88D-775D93FF34CE}" sibTransId="{56FF5B70-A6D9-4CB9-A888-CA619BC95128}"/>
    <dgm:cxn modelId="{145771E2-B6FE-4C85-8F40-7B5D6BE2F66D}" srcId="{09A26F9A-51B7-4DF2-863E-01DF42187B57}" destId="{840A4A16-777B-497C-80CB-27B69DAC9ABB}" srcOrd="2" destOrd="0" parTransId="{98E7ACDD-3AAC-4619-BA2A-9F8DA52C5BAE}" sibTransId="{AB88F442-2F1B-48A2-8132-07AD3C7B42AF}"/>
    <dgm:cxn modelId="{A759D7E6-8594-4586-A524-440439B89E70}" type="presOf" srcId="{B28B0E41-B412-4B3F-9617-E96DA1378AC4}" destId="{E9FB592B-567D-4889-BF2D-50D4324EA063}" srcOrd="0" destOrd="0" presId="urn:microsoft.com/office/officeart/2008/layout/LinedList"/>
    <dgm:cxn modelId="{5963E7EF-D306-40C9-9FE2-4D2E87664694}" srcId="{09A26F9A-51B7-4DF2-863E-01DF42187B57}" destId="{2F403150-0F5E-432E-A5AC-35807646C65F}" srcOrd="9" destOrd="0" parTransId="{F5F0C1D4-3538-40C7-90D8-F09A691A7AAD}" sibTransId="{CDBB87B5-2BB1-43F5-B988-883DF85D53F6}"/>
    <dgm:cxn modelId="{B0ABFFFF-F52D-4341-8582-A1D54245C441}" type="presOf" srcId="{2F403150-0F5E-432E-A5AC-35807646C65F}" destId="{9C282323-A39E-4ACD-83B7-40BC2848F53F}" srcOrd="0" destOrd="0" presId="urn:microsoft.com/office/officeart/2008/layout/LinedList"/>
    <dgm:cxn modelId="{31C6527E-7E1E-455D-8C98-34BD2A061E56}" type="presParOf" srcId="{CCA9DEEF-CC7B-4E7B-871F-677EECA1E065}" destId="{A8E44D20-DCE5-47C2-A22B-E81D46BDABE3}" srcOrd="0" destOrd="0" presId="urn:microsoft.com/office/officeart/2008/layout/LinedList"/>
    <dgm:cxn modelId="{C66BCCFE-1C4F-4A2B-916B-A03458AB9099}" type="presParOf" srcId="{CCA9DEEF-CC7B-4E7B-871F-677EECA1E065}" destId="{A5FD62EB-1903-457C-8BBB-519BDB7E095B}" srcOrd="1" destOrd="0" presId="urn:microsoft.com/office/officeart/2008/layout/LinedList"/>
    <dgm:cxn modelId="{0B969CB3-FCB9-4BF7-AB3A-17B3C43D073D}" type="presParOf" srcId="{A5FD62EB-1903-457C-8BBB-519BDB7E095B}" destId="{FE164CDD-8554-4162-9EB3-39D221FB8F1A}" srcOrd="0" destOrd="0" presId="urn:microsoft.com/office/officeart/2008/layout/LinedList"/>
    <dgm:cxn modelId="{21840BA9-67C4-4D5A-A2D8-0ED603F647B1}" type="presParOf" srcId="{A5FD62EB-1903-457C-8BBB-519BDB7E095B}" destId="{FF648216-83A9-43E5-9FF8-9B954D06F043}" srcOrd="1" destOrd="0" presId="urn:microsoft.com/office/officeart/2008/layout/LinedList"/>
    <dgm:cxn modelId="{C66E3C6F-4D14-48DD-8AD3-6E3516797E27}" type="presParOf" srcId="{CCA9DEEF-CC7B-4E7B-871F-677EECA1E065}" destId="{6846EE84-B701-4C87-8BD7-BA49496C6870}" srcOrd="2" destOrd="0" presId="urn:microsoft.com/office/officeart/2008/layout/LinedList"/>
    <dgm:cxn modelId="{270EC054-32E5-4086-90B9-1A94E1B7F717}" type="presParOf" srcId="{CCA9DEEF-CC7B-4E7B-871F-677EECA1E065}" destId="{1B5CE2FD-EE42-40AA-A969-3830C99FD119}" srcOrd="3" destOrd="0" presId="urn:microsoft.com/office/officeart/2008/layout/LinedList"/>
    <dgm:cxn modelId="{DA2F138F-3A04-42DA-9F76-09FB17D9B078}" type="presParOf" srcId="{1B5CE2FD-EE42-40AA-A969-3830C99FD119}" destId="{38804E47-0C28-48A0-BD89-11426CE7260C}" srcOrd="0" destOrd="0" presId="urn:microsoft.com/office/officeart/2008/layout/LinedList"/>
    <dgm:cxn modelId="{673D76B0-1122-4EED-A75C-CCE932DBEDE5}" type="presParOf" srcId="{1B5CE2FD-EE42-40AA-A969-3830C99FD119}" destId="{C482B314-A889-41A3-B3C4-1A47923554C1}" srcOrd="1" destOrd="0" presId="urn:microsoft.com/office/officeart/2008/layout/LinedList"/>
    <dgm:cxn modelId="{DCCB5889-18F3-40C4-AE5D-82251C9FD55E}" type="presParOf" srcId="{CCA9DEEF-CC7B-4E7B-871F-677EECA1E065}" destId="{0868331D-4C67-44E8-B149-F340E248E471}" srcOrd="4" destOrd="0" presId="urn:microsoft.com/office/officeart/2008/layout/LinedList"/>
    <dgm:cxn modelId="{E275531B-4542-4099-844B-1B8AAB4672F6}" type="presParOf" srcId="{CCA9DEEF-CC7B-4E7B-871F-677EECA1E065}" destId="{D38B2BD9-3EB0-4788-879A-5569E2853D10}" srcOrd="5" destOrd="0" presId="urn:microsoft.com/office/officeart/2008/layout/LinedList"/>
    <dgm:cxn modelId="{EE147E62-7884-42B2-B8A8-239F3EE06F91}" type="presParOf" srcId="{D38B2BD9-3EB0-4788-879A-5569E2853D10}" destId="{DC36E708-3AAC-4025-B610-A0078EF93173}" srcOrd="0" destOrd="0" presId="urn:microsoft.com/office/officeart/2008/layout/LinedList"/>
    <dgm:cxn modelId="{7D6D5667-7240-4517-9E19-55281A40A672}" type="presParOf" srcId="{D38B2BD9-3EB0-4788-879A-5569E2853D10}" destId="{9435F10B-4843-4961-983F-12C990E8E0BF}" srcOrd="1" destOrd="0" presId="urn:microsoft.com/office/officeart/2008/layout/LinedList"/>
    <dgm:cxn modelId="{3F296E5E-B273-48C2-9974-FB5DF640F010}" type="presParOf" srcId="{CCA9DEEF-CC7B-4E7B-871F-677EECA1E065}" destId="{3CFE2A9A-4EE8-4ECA-842B-383D975051EB}" srcOrd="6" destOrd="0" presId="urn:microsoft.com/office/officeart/2008/layout/LinedList"/>
    <dgm:cxn modelId="{C43B1565-38A2-479B-8F6B-9C2B688E8A74}" type="presParOf" srcId="{CCA9DEEF-CC7B-4E7B-871F-677EECA1E065}" destId="{29F9A6C3-7162-4689-9433-C69B88495113}" srcOrd="7" destOrd="0" presId="urn:microsoft.com/office/officeart/2008/layout/LinedList"/>
    <dgm:cxn modelId="{D3C4D73B-56AE-4E54-A835-0D91747C93E8}" type="presParOf" srcId="{29F9A6C3-7162-4689-9433-C69B88495113}" destId="{6C08825C-4837-4198-B7BA-096E468D0AD3}" srcOrd="0" destOrd="0" presId="urn:microsoft.com/office/officeart/2008/layout/LinedList"/>
    <dgm:cxn modelId="{2E755CD1-7827-4A96-843C-39E58205D9DE}" type="presParOf" srcId="{29F9A6C3-7162-4689-9433-C69B88495113}" destId="{2082CFD7-F1BA-409C-BDC9-DFDFCAA4DB31}" srcOrd="1" destOrd="0" presId="urn:microsoft.com/office/officeart/2008/layout/LinedList"/>
    <dgm:cxn modelId="{29DDB9EF-03B3-46AF-8C7A-B9977B6DBAFF}" type="presParOf" srcId="{CCA9DEEF-CC7B-4E7B-871F-677EECA1E065}" destId="{0750B52C-822F-462D-A34D-E7F3ECC60405}" srcOrd="8" destOrd="0" presId="urn:microsoft.com/office/officeart/2008/layout/LinedList"/>
    <dgm:cxn modelId="{1DD6F07D-8F98-49A8-9452-02BA2DE4AD50}" type="presParOf" srcId="{CCA9DEEF-CC7B-4E7B-871F-677EECA1E065}" destId="{D63EB415-4200-4FAA-B63B-5A5CF137F3B9}" srcOrd="9" destOrd="0" presId="urn:microsoft.com/office/officeart/2008/layout/LinedList"/>
    <dgm:cxn modelId="{A00B7738-5A94-4307-9C92-40739F940686}" type="presParOf" srcId="{D63EB415-4200-4FAA-B63B-5A5CF137F3B9}" destId="{DD1BE217-FD38-4896-8896-DD3C94A2E369}" srcOrd="0" destOrd="0" presId="urn:microsoft.com/office/officeart/2008/layout/LinedList"/>
    <dgm:cxn modelId="{7C2FC9E6-D52B-45D0-9F7E-36218DABE941}" type="presParOf" srcId="{D63EB415-4200-4FAA-B63B-5A5CF137F3B9}" destId="{08E00F14-56FE-4391-9B6B-E7E3ED134AC6}" srcOrd="1" destOrd="0" presId="urn:microsoft.com/office/officeart/2008/layout/LinedList"/>
    <dgm:cxn modelId="{D0857212-4A25-4DF2-B579-FB7ADA78AA47}" type="presParOf" srcId="{CCA9DEEF-CC7B-4E7B-871F-677EECA1E065}" destId="{5B0AB867-4E11-490A-B5CE-BF763DD83F1C}" srcOrd="10" destOrd="0" presId="urn:microsoft.com/office/officeart/2008/layout/LinedList"/>
    <dgm:cxn modelId="{585E7D12-DFDD-49E3-BAF4-282E53367F9A}" type="presParOf" srcId="{CCA9DEEF-CC7B-4E7B-871F-677EECA1E065}" destId="{6DB31EBC-71A2-4268-B493-6707EA3C5D56}" srcOrd="11" destOrd="0" presId="urn:microsoft.com/office/officeart/2008/layout/LinedList"/>
    <dgm:cxn modelId="{88BA049A-13E1-4CB7-92FA-1FD6F0AF12D5}" type="presParOf" srcId="{6DB31EBC-71A2-4268-B493-6707EA3C5D56}" destId="{CE588EC9-311A-4D06-92F8-AB222C528BB6}" srcOrd="0" destOrd="0" presId="urn:microsoft.com/office/officeart/2008/layout/LinedList"/>
    <dgm:cxn modelId="{0E82AB55-8EB8-432C-BF83-AAED284E8AFD}" type="presParOf" srcId="{6DB31EBC-71A2-4268-B493-6707EA3C5D56}" destId="{BBCC9F90-D1DD-41A3-ABA7-5168318E9DDA}" srcOrd="1" destOrd="0" presId="urn:microsoft.com/office/officeart/2008/layout/LinedList"/>
    <dgm:cxn modelId="{4666C71D-F46B-4968-A891-61BAD79E3DD3}" type="presParOf" srcId="{CCA9DEEF-CC7B-4E7B-871F-677EECA1E065}" destId="{9439AAD0-372E-4412-807B-722A6CEF6E58}" srcOrd="12" destOrd="0" presId="urn:microsoft.com/office/officeart/2008/layout/LinedList"/>
    <dgm:cxn modelId="{33B9A5F6-1436-41A4-A406-C7A54328CC9E}" type="presParOf" srcId="{CCA9DEEF-CC7B-4E7B-871F-677EECA1E065}" destId="{5F530A96-BECF-430A-9D8F-203CA58B515A}" srcOrd="13" destOrd="0" presId="urn:microsoft.com/office/officeart/2008/layout/LinedList"/>
    <dgm:cxn modelId="{EEB9610A-EAF9-471B-A237-9837486512A6}" type="presParOf" srcId="{5F530A96-BECF-430A-9D8F-203CA58B515A}" destId="{E9FB592B-567D-4889-BF2D-50D4324EA063}" srcOrd="0" destOrd="0" presId="urn:microsoft.com/office/officeart/2008/layout/LinedList"/>
    <dgm:cxn modelId="{3F806188-3536-42D0-8A17-B88DF8C25BB6}" type="presParOf" srcId="{5F530A96-BECF-430A-9D8F-203CA58B515A}" destId="{37549610-F268-4015-A1E2-2FFFCCD34449}" srcOrd="1" destOrd="0" presId="urn:microsoft.com/office/officeart/2008/layout/LinedList"/>
    <dgm:cxn modelId="{F148D8AE-6A45-4D41-BD9F-0834EFD5DA22}" type="presParOf" srcId="{CCA9DEEF-CC7B-4E7B-871F-677EECA1E065}" destId="{ED248E79-115E-4F81-BE08-B8AE761EED94}" srcOrd="14" destOrd="0" presId="urn:microsoft.com/office/officeart/2008/layout/LinedList"/>
    <dgm:cxn modelId="{2A05381B-D685-4AA6-AED5-429841637925}" type="presParOf" srcId="{CCA9DEEF-CC7B-4E7B-871F-677EECA1E065}" destId="{B2D0843A-DB75-43FA-BB2B-D91D2B2EA1AC}" srcOrd="15" destOrd="0" presId="urn:microsoft.com/office/officeart/2008/layout/LinedList"/>
    <dgm:cxn modelId="{5DD33465-FCF6-41E1-95C9-8D7EC86C8034}" type="presParOf" srcId="{B2D0843A-DB75-43FA-BB2B-D91D2B2EA1AC}" destId="{60C4B1D1-7FF0-4D7F-9594-5438E5E4E763}" srcOrd="0" destOrd="0" presId="urn:microsoft.com/office/officeart/2008/layout/LinedList"/>
    <dgm:cxn modelId="{A7CA5B20-20F6-4DC4-A2FE-FFDB11ACDCD1}" type="presParOf" srcId="{B2D0843A-DB75-43FA-BB2B-D91D2B2EA1AC}" destId="{A8FF44C1-FB52-4A8E-BC82-B54008A4A14B}" srcOrd="1" destOrd="0" presId="urn:microsoft.com/office/officeart/2008/layout/LinedList"/>
    <dgm:cxn modelId="{8ACCC982-4518-43F9-8EC9-635FB6A8C721}" type="presParOf" srcId="{CCA9DEEF-CC7B-4E7B-871F-677EECA1E065}" destId="{F48F0ABF-4AC5-4DFA-A456-1C67B9350116}" srcOrd="16" destOrd="0" presId="urn:microsoft.com/office/officeart/2008/layout/LinedList"/>
    <dgm:cxn modelId="{AFC9A2D6-3920-4F0D-B71C-309D63EA1AC2}" type="presParOf" srcId="{CCA9DEEF-CC7B-4E7B-871F-677EECA1E065}" destId="{6BFD1855-8761-4AE9-8AF7-54536D2BA321}" srcOrd="17" destOrd="0" presId="urn:microsoft.com/office/officeart/2008/layout/LinedList"/>
    <dgm:cxn modelId="{851F1CA5-B732-4406-BD9D-82807A34B7E3}" type="presParOf" srcId="{6BFD1855-8761-4AE9-8AF7-54536D2BA321}" destId="{F000E1C7-8B27-40C7-8CFB-ABD7883DC4C0}" srcOrd="0" destOrd="0" presId="urn:microsoft.com/office/officeart/2008/layout/LinedList"/>
    <dgm:cxn modelId="{926576D4-3DBD-44DE-AA44-188EEA7E7306}" type="presParOf" srcId="{6BFD1855-8761-4AE9-8AF7-54536D2BA321}" destId="{B178E419-538C-4C11-89C8-3631463538B0}" srcOrd="1" destOrd="0" presId="urn:microsoft.com/office/officeart/2008/layout/LinedList"/>
    <dgm:cxn modelId="{B543432E-A60E-4609-92B0-B76276D2EF07}" type="presParOf" srcId="{CCA9DEEF-CC7B-4E7B-871F-677EECA1E065}" destId="{5B9BE8A5-A41A-4DA3-93D2-0FFAB54C6181}" srcOrd="18" destOrd="0" presId="urn:microsoft.com/office/officeart/2008/layout/LinedList"/>
    <dgm:cxn modelId="{8BDC9696-B539-4570-93F6-2EE2EBE1D3EE}" type="presParOf" srcId="{CCA9DEEF-CC7B-4E7B-871F-677EECA1E065}" destId="{6D5218B0-2814-4833-AD41-B989E44842AC}" srcOrd="19" destOrd="0" presId="urn:microsoft.com/office/officeart/2008/layout/LinedList"/>
    <dgm:cxn modelId="{8F663682-E2F1-4298-B14F-A399080EB544}" type="presParOf" srcId="{6D5218B0-2814-4833-AD41-B989E44842AC}" destId="{9C282323-A39E-4ACD-83B7-40BC2848F53F}" srcOrd="0" destOrd="0" presId="urn:microsoft.com/office/officeart/2008/layout/LinedList"/>
    <dgm:cxn modelId="{A768D7EA-32E3-48BF-AEFB-CC0641E79C1D}" type="presParOf" srcId="{6D5218B0-2814-4833-AD41-B989E44842AC}" destId="{F79AA555-6DE8-42A9-95C2-B6E98BE67CDC}" srcOrd="1" destOrd="0" presId="urn:microsoft.com/office/officeart/2008/layout/LinedList"/>
    <dgm:cxn modelId="{F5B8456A-82E9-4BD4-8410-C036DF916944}" type="presParOf" srcId="{CCA9DEEF-CC7B-4E7B-871F-677EECA1E065}" destId="{66BE0D4A-38CA-47FF-8F08-1BB094C09A87}" srcOrd="20" destOrd="0" presId="urn:microsoft.com/office/officeart/2008/layout/LinedList"/>
    <dgm:cxn modelId="{A3CBBEB9-B01A-463F-8E4D-EB6DF35C87A6}" type="presParOf" srcId="{CCA9DEEF-CC7B-4E7B-871F-677EECA1E065}" destId="{BE922481-3D22-4E3D-840E-A7353204B5D6}" srcOrd="21" destOrd="0" presId="urn:microsoft.com/office/officeart/2008/layout/LinedList"/>
    <dgm:cxn modelId="{1364E9C0-A6BD-4FA7-8EA1-DB9465D51294}" type="presParOf" srcId="{BE922481-3D22-4E3D-840E-A7353204B5D6}" destId="{4E349798-98BE-40E1-9D52-0E8BA9CBC714}" srcOrd="0" destOrd="0" presId="urn:microsoft.com/office/officeart/2008/layout/LinedList"/>
    <dgm:cxn modelId="{904844F1-0230-4241-A379-3B68BE81CE26}" type="presParOf" srcId="{BE922481-3D22-4E3D-840E-A7353204B5D6}" destId="{0F5F2975-FB9B-4A94-A699-79B18817BB8E}" srcOrd="1" destOrd="0" presId="urn:microsoft.com/office/officeart/2008/layout/LinedList"/>
    <dgm:cxn modelId="{CEBBA40E-7B3D-40EF-A734-CEA557D3995C}" type="presParOf" srcId="{CCA9DEEF-CC7B-4E7B-871F-677EECA1E065}" destId="{2594805D-CCB8-4130-A8D5-92B6300E0DE9}" srcOrd="22" destOrd="0" presId="urn:microsoft.com/office/officeart/2008/layout/LinedList"/>
    <dgm:cxn modelId="{EB0875C2-2AD1-49BB-859A-BFB61CBFAAAC}" type="presParOf" srcId="{CCA9DEEF-CC7B-4E7B-871F-677EECA1E065}" destId="{3D7A2F7B-EF5B-49B0-A228-5ECC3852F004}" srcOrd="23" destOrd="0" presId="urn:microsoft.com/office/officeart/2008/layout/LinedList"/>
    <dgm:cxn modelId="{EFBC2D99-875E-449C-AD1E-67730AFF2FCE}" type="presParOf" srcId="{3D7A2F7B-EF5B-49B0-A228-5ECC3852F004}" destId="{E0E03736-3B9E-4C9B-958E-2009F2EB27A3}" srcOrd="0" destOrd="0" presId="urn:microsoft.com/office/officeart/2008/layout/LinedList"/>
    <dgm:cxn modelId="{46F128C2-4E19-4F7C-88FF-1CE1FF9652FB}" type="presParOf" srcId="{3D7A2F7B-EF5B-49B0-A228-5ECC3852F004}" destId="{0D05DE37-7BB9-444B-8EFA-22BE0C87A2B4}" srcOrd="1" destOrd="0" presId="urn:microsoft.com/office/officeart/2008/layout/LinedList"/>
    <dgm:cxn modelId="{14C1118B-E54D-48F0-930F-E240974FDE98}" type="presParOf" srcId="{CCA9DEEF-CC7B-4E7B-871F-677EECA1E065}" destId="{FC44C86E-C9E7-404C-A6D4-79F0959756E4}" srcOrd="24" destOrd="0" presId="urn:microsoft.com/office/officeart/2008/layout/LinedList"/>
    <dgm:cxn modelId="{3D6990F5-E5E7-4B74-9CD8-FB9EEB6349A9}" type="presParOf" srcId="{CCA9DEEF-CC7B-4E7B-871F-677EECA1E065}" destId="{1B0A3D5E-2DF2-46CB-BFDD-02BF67943874}" srcOrd="25" destOrd="0" presId="urn:microsoft.com/office/officeart/2008/layout/LinedList"/>
    <dgm:cxn modelId="{093D48BA-33BA-4719-8AE5-EF40F9CA0ADC}" type="presParOf" srcId="{1B0A3D5E-2DF2-46CB-BFDD-02BF67943874}" destId="{C7F6EF2E-D36E-4464-BA86-3EBEBABE9D35}" srcOrd="0" destOrd="0" presId="urn:microsoft.com/office/officeart/2008/layout/LinedList"/>
    <dgm:cxn modelId="{9C2FCF57-82D6-4A48-A206-6B372591488F}" type="presParOf" srcId="{1B0A3D5E-2DF2-46CB-BFDD-02BF67943874}" destId="{DA015753-4E80-4AB0-87DE-2CF9A9D49D2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C9952FC-55BF-4A04-9C92-95DBF51B4B18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38F9524-F814-4CB0-8CCB-4DB55236A1DF}">
      <dgm:prSet/>
      <dgm:spPr/>
      <dgm:t>
        <a:bodyPr/>
        <a:lstStyle/>
        <a:p>
          <a:r>
            <a:rPr lang="en-US"/>
            <a:t>What are loops</a:t>
          </a:r>
        </a:p>
      </dgm:t>
    </dgm:pt>
    <dgm:pt modelId="{959D55A1-E84D-493D-ABA4-35793061C1EE}" type="parTrans" cxnId="{688387E4-A597-4438-AA43-C02433A5B95D}">
      <dgm:prSet/>
      <dgm:spPr/>
      <dgm:t>
        <a:bodyPr/>
        <a:lstStyle/>
        <a:p>
          <a:endParaRPr lang="en-US"/>
        </a:p>
      </dgm:t>
    </dgm:pt>
    <dgm:pt modelId="{9D4F4682-4DD7-4A3C-AC33-728612E19309}" type="sibTrans" cxnId="{688387E4-A597-4438-AA43-C02433A5B95D}">
      <dgm:prSet/>
      <dgm:spPr/>
      <dgm:t>
        <a:bodyPr/>
        <a:lstStyle/>
        <a:p>
          <a:endParaRPr lang="en-US"/>
        </a:p>
      </dgm:t>
    </dgm:pt>
    <dgm:pt modelId="{9D9EBF6B-7179-4093-A160-0C7EF8248DC6}">
      <dgm:prSet/>
      <dgm:spPr/>
      <dgm:t>
        <a:bodyPr/>
        <a:lstStyle/>
        <a:p>
          <a:r>
            <a:rPr lang="en-US"/>
            <a:t>For Loops</a:t>
          </a:r>
        </a:p>
      </dgm:t>
    </dgm:pt>
    <dgm:pt modelId="{DBCD8DA8-2A4E-499E-AEEB-A3EE7397DDD4}" type="parTrans" cxnId="{26294C35-2147-477C-8013-095ECCCD5A00}">
      <dgm:prSet/>
      <dgm:spPr/>
      <dgm:t>
        <a:bodyPr/>
        <a:lstStyle/>
        <a:p>
          <a:endParaRPr lang="en-US"/>
        </a:p>
      </dgm:t>
    </dgm:pt>
    <dgm:pt modelId="{4DCB0E9E-5542-40FB-9DDD-CF234F2D94F7}" type="sibTrans" cxnId="{26294C35-2147-477C-8013-095ECCCD5A00}">
      <dgm:prSet/>
      <dgm:spPr/>
      <dgm:t>
        <a:bodyPr/>
        <a:lstStyle/>
        <a:p>
          <a:endParaRPr lang="en-US"/>
        </a:p>
      </dgm:t>
    </dgm:pt>
    <dgm:pt modelId="{A086BF0F-A2CC-42B9-A7C6-6D70713F6D6E}">
      <dgm:prSet/>
      <dgm:spPr/>
      <dgm:t>
        <a:bodyPr/>
        <a:lstStyle/>
        <a:p>
          <a:r>
            <a:rPr lang="en-US"/>
            <a:t>Nested For Loops</a:t>
          </a:r>
        </a:p>
      </dgm:t>
    </dgm:pt>
    <dgm:pt modelId="{0082C103-65F6-4F12-83C5-FF1700D7E86A}" type="parTrans" cxnId="{1DE719A7-7C6A-459E-9931-3245D3655604}">
      <dgm:prSet/>
      <dgm:spPr/>
      <dgm:t>
        <a:bodyPr/>
        <a:lstStyle/>
        <a:p>
          <a:endParaRPr lang="en-US"/>
        </a:p>
      </dgm:t>
    </dgm:pt>
    <dgm:pt modelId="{42572652-02D9-40E3-88B5-6F495CAB5B6D}" type="sibTrans" cxnId="{1DE719A7-7C6A-459E-9931-3245D3655604}">
      <dgm:prSet/>
      <dgm:spPr/>
      <dgm:t>
        <a:bodyPr/>
        <a:lstStyle/>
        <a:p>
          <a:endParaRPr lang="en-US"/>
        </a:p>
      </dgm:t>
    </dgm:pt>
    <dgm:pt modelId="{DD52393B-80C1-4661-A8DE-40B9EAB82CEF}">
      <dgm:prSet/>
      <dgm:spPr/>
      <dgm:t>
        <a:bodyPr/>
        <a:lstStyle/>
        <a:p>
          <a:r>
            <a:rPr lang="en-US"/>
            <a:t>While Loops</a:t>
          </a:r>
        </a:p>
      </dgm:t>
    </dgm:pt>
    <dgm:pt modelId="{04CE60C2-EAAE-4D2F-8E65-4EA2D25F0EE4}" type="parTrans" cxnId="{FBF8B3CD-0F2B-4697-B170-1B639266A272}">
      <dgm:prSet/>
      <dgm:spPr/>
      <dgm:t>
        <a:bodyPr/>
        <a:lstStyle/>
        <a:p>
          <a:endParaRPr lang="en-US"/>
        </a:p>
      </dgm:t>
    </dgm:pt>
    <dgm:pt modelId="{75326DE7-71E0-414B-AAA7-0AC0FACBBCE4}" type="sibTrans" cxnId="{FBF8B3CD-0F2B-4697-B170-1B639266A272}">
      <dgm:prSet/>
      <dgm:spPr/>
      <dgm:t>
        <a:bodyPr/>
        <a:lstStyle/>
        <a:p>
          <a:endParaRPr lang="en-US"/>
        </a:p>
      </dgm:t>
    </dgm:pt>
    <dgm:pt modelId="{EA7AC562-BE6A-41A0-88A4-0811E7981486}">
      <dgm:prSet/>
      <dgm:spPr/>
      <dgm:t>
        <a:bodyPr/>
        <a:lstStyle/>
        <a:p>
          <a:r>
            <a:rPr lang="en-US"/>
            <a:t>Exercises</a:t>
          </a:r>
        </a:p>
      </dgm:t>
    </dgm:pt>
    <dgm:pt modelId="{EDA3F70C-2D1C-4C24-BB6E-4C0A82C8A457}" type="parTrans" cxnId="{36A489DB-D9E4-496C-B61F-9CFEDC86CBE8}">
      <dgm:prSet/>
      <dgm:spPr/>
      <dgm:t>
        <a:bodyPr/>
        <a:lstStyle/>
        <a:p>
          <a:endParaRPr lang="en-US"/>
        </a:p>
      </dgm:t>
    </dgm:pt>
    <dgm:pt modelId="{0C3B1F0D-E2F6-4DDD-8844-C60B27476DD7}" type="sibTrans" cxnId="{36A489DB-D9E4-496C-B61F-9CFEDC86CBE8}">
      <dgm:prSet/>
      <dgm:spPr/>
      <dgm:t>
        <a:bodyPr/>
        <a:lstStyle/>
        <a:p>
          <a:endParaRPr lang="en-US"/>
        </a:p>
      </dgm:t>
    </dgm:pt>
    <dgm:pt modelId="{5A29BB45-EC38-4FD2-9D82-F761C4B88BD9}" type="pres">
      <dgm:prSet presAssocID="{2C9952FC-55BF-4A04-9C92-95DBF51B4B18}" presName="vert0" presStyleCnt="0">
        <dgm:presLayoutVars>
          <dgm:dir/>
          <dgm:animOne val="branch"/>
          <dgm:animLvl val="lvl"/>
        </dgm:presLayoutVars>
      </dgm:prSet>
      <dgm:spPr/>
    </dgm:pt>
    <dgm:pt modelId="{D60D6A96-762D-4CCA-8C2E-9B5AE5FE0C62}" type="pres">
      <dgm:prSet presAssocID="{D38F9524-F814-4CB0-8CCB-4DB55236A1DF}" presName="thickLine" presStyleLbl="alignNode1" presStyleIdx="0" presStyleCnt="5"/>
      <dgm:spPr/>
    </dgm:pt>
    <dgm:pt modelId="{199FFB82-B6E7-4761-9A07-7DED4B399E11}" type="pres">
      <dgm:prSet presAssocID="{D38F9524-F814-4CB0-8CCB-4DB55236A1DF}" presName="horz1" presStyleCnt="0"/>
      <dgm:spPr/>
    </dgm:pt>
    <dgm:pt modelId="{63B608CF-D751-4403-A4A9-66CBDCCE194D}" type="pres">
      <dgm:prSet presAssocID="{D38F9524-F814-4CB0-8CCB-4DB55236A1DF}" presName="tx1" presStyleLbl="revTx" presStyleIdx="0" presStyleCnt="5"/>
      <dgm:spPr/>
    </dgm:pt>
    <dgm:pt modelId="{71DF9932-821D-457D-B49B-FB9F4D8FB4AD}" type="pres">
      <dgm:prSet presAssocID="{D38F9524-F814-4CB0-8CCB-4DB55236A1DF}" presName="vert1" presStyleCnt="0"/>
      <dgm:spPr/>
    </dgm:pt>
    <dgm:pt modelId="{40EA65FA-27F2-4516-8B5E-A81B9A90F7A8}" type="pres">
      <dgm:prSet presAssocID="{9D9EBF6B-7179-4093-A160-0C7EF8248DC6}" presName="thickLine" presStyleLbl="alignNode1" presStyleIdx="1" presStyleCnt="5"/>
      <dgm:spPr/>
    </dgm:pt>
    <dgm:pt modelId="{AEDE8B99-F79A-4880-B092-7C60B336CF40}" type="pres">
      <dgm:prSet presAssocID="{9D9EBF6B-7179-4093-A160-0C7EF8248DC6}" presName="horz1" presStyleCnt="0"/>
      <dgm:spPr/>
    </dgm:pt>
    <dgm:pt modelId="{E46C1E32-5A69-4D66-8C0F-FB91AFCA2C94}" type="pres">
      <dgm:prSet presAssocID="{9D9EBF6B-7179-4093-A160-0C7EF8248DC6}" presName="tx1" presStyleLbl="revTx" presStyleIdx="1" presStyleCnt="5"/>
      <dgm:spPr/>
    </dgm:pt>
    <dgm:pt modelId="{14A52EB7-7165-4B2D-8463-03540817ABDD}" type="pres">
      <dgm:prSet presAssocID="{9D9EBF6B-7179-4093-A160-0C7EF8248DC6}" presName="vert1" presStyleCnt="0"/>
      <dgm:spPr/>
    </dgm:pt>
    <dgm:pt modelId="{E3344744-7808-4E43-9309-6F44C5E77DB5}" type="pres">
      <dgm:prSet presAssocID="{A086BF0F-A2CC-42B9-A7C6-6D70713F6D6E}" presName="thickLine" presStyleLbl="alignNode1" presStyleIdx="2" presStyleCnt="5"/>
      <dgm:spPr/>
    </dgm:pt>
    <dgm:pt modelId="{EEA72A85-A762-480F-8D54-B32D3453DF45}" type="pres">
      <dgm:prSet presAssocID="{A086BF0F-A2CC-42B9-A7C6-6D70713F6D6E}" presName="horz1" presStyleCnt="0"/>
      <dgm:spPr/>
    </dgm:pt>
    <dgm:pt modelId="{CCBF86B2-8851-4ED9-A216-847E75D74BA2}" type="pres">
      <dgm:prSet presAssocID="{A086BF0F-A2CC-42B9-A7C6-6D70713F6D6E}" presName="tx1" presStyleLbl="revTx" presStyleIdx="2" presStyleCnt="5"/>
      <dgm:spPr/>
    </dgm:pt>
    <dgm:pt modelId="{E0C4C821-8137-45DD-8E34-094AC0BA2081}" type="pres">
      <dgm:prSet presAssocID="{A086BF0F-A2CC-42B9-A7C6-6D70713F6D6E}" presName="vert1" presStyleCnt="0"/>
      <dgm:spPr/>
    </dgm:pt>
    <dgm:pt modelId="{4285DB4B-7282-42DC-883B-FF618FEF6469}" type="pres">
      <dgm:prSet presAssocID="{DD52393B-80C1-4661-A8DE-40B9EAB82CEF}" presName="thickLine" presStyleLbl="alignNode1" presStyleIdx="3" presStyleCnt="5"/>
      <dgm:spPr/>
    </dgm:pt>
    <dgm:pt modelId="{D7795309-83B6-4D03-B809-40FA2E3DA216}" type="pres">
      <dgm:prSet presAssocID="{DD52393B-80C1-4661-A8DE-40B9EAB82CEF}" presName="horz1" presStyleCnt="0"/>
      <dgm:spPr/>
    </dgm:pt>
    <dgm:pt modelId="{77E82614-7A60-4343-8652-A24F95A19076}" type="pres">
      <dgm:prSet presAssocID="{DD52393B-80C1-4661-A8DE-40B9EAB82CEF}" presName="tx1" presStyleLbl="revTx" presStyleIdx="3" presStyleCnt="5"/>
      <dgm:spPr/>
    </dgm:pt>
    <dgm:pt modelId="{D8AA34A6-8D5B-4B63-B325-DBF72952096A}" type="pres">
      <dgm:prSet presAssocID="{DD52393B-80C1-4661-A8DE-40B9EAB82CEF}" presName="vert1" presStyleCnt="0"/>
      <dgm:spPr/>
    </dgm:pt>
    <dgm:pt modelId="{355C4930-F8E1-4B2A-ABBC-AD90A2B98133}" type="pres">
      <dgm:prSet presAssocID="{EA7AC562-BE6A-41A0-88A4-0811E7981486}" presName="thickLine" presStyleLbl="alignNode1" presStyleIdx="4" presStyleCnt="5"/>
      <dgm:spPr/>
    </dgm:pt>
    <dgm:pt modelId="{B7CD2FCA-B1FB-4DB2-A38E-917A73A84609}" type="pres">
      <dgm:prSet presAssocID="{EA7AC562-BE6A-41A0-88A4-0811E7981486}" presName="horz1" presStyleCnt="0"/>
      <dgm:spPr/>
    </dgm:pt>
    <dgm:pt modelId="{DF7FCB5F-E637-437B-94F3-E40462FC1416}" type="pres">
      <dgm:prSet presAssocID="{EA7AC562-BE6A-41A0-88A4-0811E7981486}" presName="tx1" presStyleLbl="revTx" presStyleIdx="4" presStyleCnt="5"/>
      <dgm:spPr/>
    </dgm:pt>
    <dgm:pt modelId="{203D978D-EBB1-4CBC-99E3-D246A2E5ACF5}" type="pres">
      <dgm:prSet presAssocID="{EA7AC562-BE6A-41A0-88A4-0811E7981486}" presName="vert1" presStyleCnt="0"/>
      <dgm:spPr/>
    </dgm:pt>
  </dgm:ptLst>
  <dgm:cxnLst>
    <dgm:cxn modelId="{D471DC0B-77D9-4E22-930F-C01FA64A3BD0}" type="presOf" srcId="{9D9EBF6B-7179-4093-A160-0C7EF8248DC6}" destId="{E46C1E32-5A69-4D66-8C0F-FB91AFCA2C94}" srcOrd="0" destOrd="0" presId="urn:microsoft.com/office/officeart/2008/layout/LinedList"/>
    <dgm:cxn modelId="{0CFE6925-D9B1-49A0-AC56-F72D143525BA}" type="presOf" srcId="{D38F9524-F814-4CB0-8CCB-4DB55236A1DF}" destId="{63B608CF-D751-4403-A4A9-66CBDCCE194D}" srcOrd="0" destOrd="0" presId="urn:microsoft.com/office/officeart/2008/layout/LinedList"/>
    <dgm:cxn modelId="{26294C35-2147-477C-8013-095ECCCD5A00}" srcId="{2C9952FC-55BF-4A04-9C92-95DBF51B4B18}" destId="{9D9EBF6B-7179-4093-A160-0C7EF8248DC6}" srcOrd="1" destOrd="0" parTransId="{DBCD8DA8-2A4E-499E-AEEB-A3EE7397DDD4}" sibTransId="{4DCB0E9E-5542-40FB-9DDD-CF234F2D94F7}"/>
    <dgm:cxn modelId="{3AFC549D-DA2A-4C40-BE9A-9F69A4A7A230}" type="presOf" srcId="{EA7AC562-BE6A-41A0-88A4-0811E7981486}" destId="{DF7FCB5F-E637-437B-94F3-E40462FC1416}" srcOrd="0" destOrd="0" presId="urn:microsoft.com/office/officeart/2008/layout/LinedList"/>
    <dgm:cxn modelId="{1DE719A7-7C6A-459E-9931-3245D3655604}" srcId="{2C9952FC-55BF-4A04-9C92-95DBF51B4B18}" destId="{A086BF0F-A2CC-42B9-A7C6-6D70713F6D6E}" srcOrd="2" destOrd="0" parTransId="{0082C103-65F6-4F12-83C5-FF1700D7E86A}" sibTransId="{42572652-02D9-40E3-88B5-6F495CAB5B6D}"/>
    <dgm:cxn modelId="{1AA117AD-947A-4AEB-90BE-2A424367829B}" type="presOf" srcId="{2C9952FC-55BF-4A04-9C92-95DBF51B4B18}" destId="{5A29BB45-EC38-4FD2-9D82-F761C4B88BD9}" srcOrd="0" destOrd="0" presId="urn:microsoft.com/office/officeart/2008/layout/LinedList"/>
    <dgm:cxn modelId="{8D23D4B3-9053-4263-AC67-F85D42B2AAF4}" type="presOf" srcId="{A086BF0F-A2CC-42B9-A7C6-6D70713F6D6E}" destId="{CCBF86B2-8851-4ED9-A216-847E75D74BA2}" srcOrd="0" destOrd="0" presId="urn:microsoft.com/office/officeart/2008/layout/LinedList"/>
    <dgm:cxn modelId="{F2825FBF-B174-4D49-825E-458E8C0755F2}" type="presOf" srcId="{DD52393B-80C1-4661-A8DE-40B9EAB82CEF}" destId="{77E82614-7A60-4343-8652-A24F95A19076}" srcOrd="0" destOrd="0" presId="urn:microsoft.com/office/officeart/2008/layout/LinedList"/>
    <dgm:cxn modelId="{FBF8B3CD-0F2B-4697-B170-1B639266A272}" srcId="{2C9952FC-55BF-4A04-9C92-95DBF51B4B18}" destId="{DD52393B-80C1-4661-A8DE-40B9EAB82CEF}" srcOrd="3" destOrd="0" parTransId="{04CE60C2-EAAE-4D2F-8E65-4EA2D25F0EE4}" sibTransId="{75326DE7-71E0-414B-AAA7-0AC0FACBBCE4}"/>
    <dgm:cxn modelId="{36A489DB-D9E4-496C-B61F-9CFEDC86CBE8}" srcId="{2C9952FC-55BF-4A04-9C92-95DBF51B4B18}" destId="{EA7AC562-BE6A-41A0-88A4-0811E7981486}" srcOrd="4" destOrd="0" parTransId="{EDA3F70C-2D1C-4C24-BB6E-4C0A82C8A457}" sibTransId="{0C3B1F0D-E2F6-4DDD-8844-C60B27476DD7}"/>
    <dgm:cxn modelId="{688387E4-A597-4438-AA43-C02433A5B95D}" srcId="{2C9952FC-55BF-4A04-9C92-95DBF51B4B18}" destId="{D38F9524-F814-4CB0-8CCB-4DB55236A1DF}" srcOrd="0" destOrd="0" parTransId="{959D55A1-E84D-493D-ABA4-35793061C1EE}" sibTransId="{9D4F4682-4DD7-4A3C-AC33-728612E19309}"/>
    <dgm:cxn modelId="{7D0BC0E9-E38C-4B9C-ABC0-B4E5A75786D8}" type="presParOf" srcId="{5A29BB45-EC38-4FD2-9D82-F761C4B88BD9}" destId="{D60D6A96-762D-4CCA-8C2E-9B5AE5FE0C62}" srcOrd="0" destOrd="0" presId="urn:microsoft.com/office/officeart/2008/layout/LinedList"/>
    <dgm:cxn modelId="{21378A12-7987-41DA-8CBE-A46270D05ED7}" type="presParOf" srcId="{5A29BB45-EC38-4FD2-9D82-F761C4B88BD9}" destId="{199FFB82-B6E7-4761-9A07-7DED4B399E11}" srcOrd="1" destOrd="0" presId="urn:microsoft.com/office/officeart/2008/layout/LinedList"/>
    <dgm:cxn modelId="{6E9D4B30-16B7-4834-AED7-91AC78998970}" type="presParOf" srcId="{199FFB82-B6E7-4761-9A07-7DED4B399E11}" destId="{63B608CF-D751-4403-A4A9-66CBDCCE194D}" srcOrd="0" destOrd="0" presId="urn:microsoft.com/office/officeart/2008/layout/LinedList"/>
    <dgm:cxn modelId="{9FF737A9-EAE2-4914-9C3C-6595B36DFCF1}" type="presParOf" srcId="{199FFB82-B6E7-4761-9A07-7DED4B399E11}" destId="{71DF9932-821D-457D-B49B-FB9F4D8FB4AD}" srcOrd="1" destOrd="0" presId="urn:microsoft.com/office/officeart/2008/layout/LinedList"/>
    <dgm:cxn modelId="{3C222465-E1A9-41B7-8383-726D22ABDDE7}" type="presParOf" srcId="{5A29BB45-EC38-4FD2-9D82-F761C4B88BD9}" destId="{40EA65FA-27F2-4516-8B5E-A81B9A90F7A8}" srcOrd="2" destOrd="0" presId="urn:microsoft.com/office/officeart/2008/layout/LinedList"/>
    <dgm:cxn modelId="{43B0823B-02C6-479D-B334-2C4E7D6C0BDB}" type="presParOf" srcId="{5A29BB45-EC38-4FD2-9D82-F761C4B88BD9}" destId="{AEDE8B99-F79A-4880-B092-7C60B336CF40}" srcOrd="3" destOrd="0" presId="urn:microsoft.com/office/officeart/2008/layout/LinedList"/>
    <dgm:cxn modelId="{3F3A0692-24D3-4DFD-8DDA-DE772600535D}" type="presParOf" srcId="{AEDE8B99-F79A-4880-B092-7C60B336CF40}" destId="{E46C1E32-5A69-4D66-8C0F-FB91AFCA2C94}" srcOrd="0" destOrd="0" presId="urn:microsoft.com/office/officeart/2008/layout/LinedList"/>
    <dgm:cxn modelId="{BCF9D953-36AE-45D9-9D6D-A607A78E7931}" type="presParOf" srcId="{AEDE8B99-F79A-4880-B092-7C60B336CF40}" destId="{14A52EB7-7165-4B2D-8463-03540817ABDD}" srcOrd="1" destOrd="0" presId="urn:microsoft.com/office/officeart/2008/layout/LinedList"/>
    <dgm:cxn modelId="{456AA559-8BA9-4627-BAE4-B6B470B1791C}" type="presParOf" srcId="{5A29BB45-EC38-4FD2-9D82-F761C4B88BD9}" destId="{E3344744-7808-4E43-9309-6F44C5E77DB5}" srcOrd="4" destOrd="0" presId="urn:microsoft.com/office/officeart/2008/layout/LinedList"/>
    <dgm:cxn modelId="{32E424A1-FC97-43A2-9FF3-2D39950A775A}" type="presParOf" srcId="{5A29BB45-EC38-4FD2-9D82-F761C4B88BD9}" destId="{EEA72A85-A762-480F-8D54-B32D3453DF45}" srcOrd="5" destOrd="0" presId="urn:microsoft.com/office/officeart/2008/layout/LinedList"/>
    <dgm:cxn modelId="{FCA5C597-4AEE-42AC-B7AB-DDC5E78D1E04}" type="presParOf" srcId="{EEA72A85-A762-480F-8D54-B32D3453DF45}" destId="{CCBF86B2-8851-4ED9-A216-847E75D74BA2}" srcOrd="0" destOrd="0" presId="urn:microsoft.com/office/officeart/2008/layout/LinedList"/>
    <dgm:cxn modelId="{1AFA63FD-7301-45A1-9759-F0F84C40DCE1}" type="presParOf" srcId="{EEA72A85-A762-480F-8D54-B32D3453DF45}" destId="{E0C4C821-8137-45DD-8E34-094AC0BA2081}" srcOrd="1" destOrd="0" presId="urn:microsoft.com/office/officeart/2008/layout/LinedList"/>
    <dgm:cxn modelId="{5A579F89-A5D0-4F08-A8D0-07918E07825C}" type="presParOf" srcId="{5A29BB45-EC38-4FD2-9D82-F761C4B88BD9}" destId="{4285DB4B-7282-42DC-883B-FF618FEF6469}" srcOrd="6" destOrd="0" presId="urn:microsoft.com/office/officeart/2008/layout/LinedList"/>
    <dgm:cxn modelId="{41AA2CB7-80C1-4B60-B511-605E000A9700}" type="presParOf" srcId="{5A29BB45-EC38-4FD2-9D82-F761C4B88BD9}" destId="{D7795309-83B6-4D03-B809-40FA2E3DA216}" srcOrd="7" destOrd="0" presId="urn:microsoft.com/office/officeart/2008/layout/LinedList"/>
    <dgm:cxn modelId="{ECF27EE5-A796-4782-A528-517F2D36B46E}" type="presParOf" srcId="{D7795309-83B6-4D03-B809-40FA2E3DA216}" destId="{77E82614-7A60-4343-8652-A24F95A19076}" srcOrd="0" destOrd="0" presId="urn:microsoft.com/office/officeart/2008/layout/LinedList"/>
    <dgm:cxn modelId="{6A905695-713A-47FE-8C27-2CB73F272261}" type="presParOf" srcId="{D7795309-83B6-4D03-B809-40FA2E3DA216}" destId="{D8AA34A6-8D5B-4B63-B325-DBF72952096A}" srcOrd="1" destOrd="0" presId="urn:microsoft.com/office/officeart/2008/layout/LinedList"/>
    <dgm:cxn modelId="{AD67E647-A48B-42A7-B197-70B4A90B60F7}" type="presParOf" srcId="{5A29BB45-EC38-4FD2-9D82-F761C4B88BD9}" destId="{355C4930-F8E1-4B2A-ABBC-AD90A2B98133}" srcOrd="8" destOrd="0" presId="urn:microsoft.com/office/officeart/2008/layout/LinedList"/>
    <dgm:cxn modelId="{CA4F499B-A049-427F-B963-296694A54E53}" type="presParOf" srcId="{5A29BB45-EC38-4FD2-9D82-F761C4B88BD9}" destId="{B7CD2FCA-B1FB-4DB2-A38E-917A73A84609}" srcOrd="9" destOrd="0" presId="urn:microsoft.com/office/officeart/2008/layout/LinedList"/>
    <dgm:cxn modelId="{B24FD2E3-6365-4547-BBE6-8D886A4337BE}" type="presParOf" srcId="{B7CD2FCA-B1FB-4DB2-A38E-917A73A84609}" destId="{DF7FCB5F-E637-437B-94F3-E40462FC1416}" srcOrd="0" destOrd="0" presId="urn:microsoft.com/office/officeart/2008/layout/LinedList"/>
    <dgm:cxn modelId="{84CBC511-BEEC-43C3-992A-7E0E3ED97FD5}" type="presParOf" srcId="{B7CD2FCA-B1FB-4DB2-A38E-917A73A84609}" destId="{203D978D-EBB1-4CBC-99E3-D246A2E5ACF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E44D20-DCE5-47C2-A22B-E81D46BDABE3}">
      <dsp:nvSpPr>
        <dsp:cNvPr id="0" name=""/>
        <dsp:cNvSpPr/>
      </dsp:nvSpPr>
      <dsp:spPr>
        <a:xfrm>
          <a:off x="0" y="745"/>
          <a:ext cx="732963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164CDD-8554-4162-9EB3-39D221FB8F1A}">
      <dsp:nvSpPr>
        <dsp:cNvPr id="0" name=""/>
        <dsp:cNvSpPr/>
      </dsp:nvSpPr>
      <dsp:spPr>
        <a:xfrm>
          <a:off x="0" y="745"/>
          <a:ext cx="7329636" cy="46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Given the following variable </a:t>
          </a:r>
          <a:endParaRPr lang="en-US" sz="2100" kern="1200"/>
        </a:p>
      </dsp:txBody>
      <dsp:txXfrm>
        <a:off x="0" y="745"/>
        <a:ext cx="7329636" cy="469884"/>
      </dsp:txXfrm>
    </dsp:sp>
    <dsp:sp modelId="{6846EE84-B701-4C87-8BD7-BA49496C6870}">
      <dsp:nvSpPr>
        <dsp:cNvPr id="0" name=""/>
        <dsp:cNvSpPr/>
      </dsp:nvSpPr>
      <dsp:spPr>
        <a:xfrm>
          <a:off x="0" y="470630"/>
          <a:ext cx="732963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804E47-0C28-48A0-BD89-11426CE7260C}">
      <dsp:nvSpPr>
        <dsp:cNvPr id="0" name=""/>
        <dsp:cNvSpPr/>
      </dsp:nvSpPr>
      <dsp:spPr>
        <a:xfrm>
          <a:off x="0" y="470630"/>
          <a:ext cx="7329636" cy="46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my_string = "This is My String !"</a:t>
          </a:r>
          <a:endParaRPr lang="en-US" sz="2100" kern="1200"/>
        </a:p>
      </dsp:txBody>
      <dsp:txXfrm>
        <a:off x="0" y="470630"/>
        <a:ext cx="7329636" cy="469884"/>
      </dsp:txXfrm>
    </dsp:sp>
    <dsp:sp modelId="{0868331D-4C67-44E8-B149-F340E248E471}">
      <dsp:nvSpPr>
        <dsp:cNvPr id="0" name=""/>
        <dsp:cNvSpPr/>
      </dsp:nvSpPr>
      <dsp:spPr>
        <a:xfrm>
          <a:off x="0" y="940514"/>
          <a:ext cx="732963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36E708-3AAC-4025-B610-A0078EF93173}">
      <dsp:nvSpPr>
        <dsp:cNvPr id="0" name=""/>
        <dsp:cNvSpPr/>
      </dsp:nvSpPr>
      <dsp:spPr>
        <a:xfrm>
          <a:off x="0" y="940514"/>
          <a:ext cx="7329636" cy="46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print(my_string[0])</a:t>
          </a:r>
        </a:p>
      </dsp:txBody>
      <dsp:txXfrm>
        <a:off x="0" y="940514"/>
        <a:ext cx="7329636" cy="469884"/>
      </dsp:txXfrm>
    </dsp:sp>
    <dsp:sp modelId="{3CFE2A9A-4EE8-4ECA-842B-383D975051EB}">
      <dsp:nvSpPr>
        <dsp:cNvPr id="0" name=""/>
        <dsp:cNvSpPr/>
      </dsp:nvSpPr>
      <dsp:spPr>
        <a:xfrm>
          <a:off x="0" y="1410398"/>
          <a:ext cx="732963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08825C-4837-4198-B7BA-096E468D0AD3}">
      <dsp:nvSpPr>
        <dsp:cNvPr id="0" name=""/>
        <dsp:cNvSpPr/>
      </dsp:nvSpPr>
      <dsp:spPr>
        <a:xfrm>
          <a:off x="0" y="1410398"/>
          <a:ext cx="7329636" cy="46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Print(my_string[len(my_string)])</a:t>
          </a:r>
        </a:p>
      </dsp:txBody>
      <dsp:txXfrm>
        <a:off x="0" y="1410398"/>
        <a:ext cx="7329636" cy="469884"/>
      </dsp:txXfrm>
    </dsp:sp>
    <dsp:sp modelId="{0750B52C-822F-462D-A34D-E7F3ECC60405}">
      <dsp:nvSpPr>
        <dsp:cNvPr id="0" name=""/>
        <dsp:cNvSpPr/>
      </dsp:nvSpPr>
      <dsp:spPr>
        <a:xfrm>
          <a:off x="0" y="1880282"/>
          <a:ext cx="732963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1BE217-FD38-4896-8896-DD3C94A2E369}">
      <dsp:nvSpPr>
        <dsp:cNvPr id="0" name=""/>
        <dsp:cNvSpPr/>
      </dsp:nvSpPr>
      <dsp:spPr>
        <a:xfrm>
          <a:off x="0" y="1880282"/>
          <a:ext cx="7329636" cy="46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How would I print the last ! Mark in my_string variable</a:t>
          </a:r>
        </a:p>
      </dsp:txBody>
      <dsp:txXfrm>
        <a:off x="0" y="1880282"/>
        <a:ext cx="7329636" cy="469884"/>
      </dsp:txXfrm>
    </dsp:sp>
    <dsp:sp modelId="{5B0AB867-4E11-490A-B5CE-BF763DD83F1C}">
      <dsp:nvSpPr>
        <dsp:cNvPr id="0" name=""/>
        <dsp:cNvSpPr/>
      </dsp:nvSpPr>
      <dsp:spPr>
        <a:xfrm>
          <a:off x="0" y="2350166"/>
          <a:ext cx="732963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588EC9-311A-4D06-92F8-AB222C528BB6}">
      <dsp:nvSpPr>
        <dsp:cNvPr id="0" name=""/>
        <dsp:cNvSpPr/>
      </dsp:nvSpPr>
      <dsp:spPr>
        <a:xfrm>
          <a:off x="0" y="2350166"/>
          <a:ext cx="7329636" cy="46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print(my_string[len(my_string) - 1])</a:t>
          </a:r>
        </a:p>
      </dsp:txBody>
      <dsp:txXfrm>
        <a:off x="0" y="2350166"/>
        <a:ext cx="7329636" cy="469884"/>
      </dsp:txXfrm>
    </dsp:sp>
    <dsp:sp modelId="{9439AAD0-372E-4412-807B-722A6CEF6E58}">
      <dsp:nvSpPr>
        <dsp:cNvPr id="0" name=""/>
        <dsp:cNvSpPr/>
      </dsp:nvSpPr>
      <dsp:spPr>
        <a:xfrm>
          <a:off x="0" y="2820050"/>
          <a:ext cx="732963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FB592B-567D-4889-BF2D-50D4324EA063}">
      <dsp:nvSpPr>
        <dsp:cNvPr id="0" name=""/>
        <dsp:cNvSpPr/>
      </dsp:nvSpPr>
      <dsp:spPr>
        <a:xfrm>
          <a:off x="0" y="2820050"/>
          <a:ext cx="7329636" cy="46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print(my_string[-1])</a:t>
          </a:r>
        </a:p>
      </dsp:txBody>
      <dsp:txXfrm>
        <a:off x="0" y="2820050"/>
        <a:ext cx="7329636" cy="469884"/>
      </dsp:txXfrm>
    </dsp:sp>
    <dsp:sp modelId="{ED248E79-115E-4F81-BE08-B8AE761EED94}">
      <dsp:nvSpPr>
        <dsp:cNvPr id="0" name=""/>
        <dsp:cNvSpPr/>
      </dsp:nvSpPr>
      <dsp:spPr>
        <a:xfrm>
          <a:off x="0" y="3289935"/>
          <a:ext cx="732963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C4B1D1-7FF0-4D7F-9594-5438E5E4E763}">
      <dsp:nvSpPr>
        <dsp:cNvPr id="0" name=""/>
        <dsp:cNvSpPr/>
      </dsp:nvSpPr>
      <dsp:spPr>
        <a:xfrm>
          <a:off x="0" y="3289935"/>
          <a:ext cx="7329636" cy="46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print(my_string[1:7])</a:t>
          </a:r>
        </a:p>
      </dsp:txBody>
      <dsp:txXfrm>
        <a:off x="0" y="3289935"/>
        <a:ext cx="7329636" cy="469884"/>
      </dsp:txXfrm>
    </dsp:sp>
    <dsp:sp modelId="{F48F0ABF-4AC5-4DFA-A456-1C67B9350116}">
      <dsp:nvSpPr>
        <dsp:cNvPr id="0" name=""/>
        <dsp:cNvSpPr/>
      </dsp:nvSpPr>
      <dsp:spPr>
        <a:xfrm>
          <a:off x="0" y="3759819"/>
          <a:ext cx="732963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00E1C7-8B27-40C7-8CFB-ABD7883DC4C0}">
      <dsp:nvSpPr>
        <dsp:cNvPr id="0" name=""/>
        <dsp:cNvSpPr/>
      </dsp:nvSpPr>
      <dsp:spPr>
        <a:xfrm>
          <a:off x="0" y="3759819"/>
          <a:ext cx="7329636" cy="46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print(my_string[0:7:2])</a:t>
          </a:r>
        </a:p>
      </dsp:txBody>
      <dsp:txXfrm>
        <a:off x="0" y="3759819"/>
        <a:ext cx="7329636" cy="469884"/>
      </dsp:txXfrm>
    </dsp:sp>
    <dsp:sp modelId="{5B9BE8A5-A41A-4DA3-93D2-0FFAB54C6181}">
      <dsp:nvSpPr>
        <dsp:cNvPr id="0" name=""/>
        <dsp:cNvSpPr/>
      </dsp:nvSpPr>
      <dsp:spPr>
        <a:xfrm>
          <a:off x="0" y="4229703"/>
          <a:ext cx="732963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82323-A39E-4ACD-83B7-40BC2848F53F}">
      <dsp:nvSpPr>
        <dsp:cNvPr id="0" name=""/>
        <dsp:cNvSpPr/>
      </dsp:nvSpPr>
      <dsp:spPr>
        <a:xfrm>
          <a:off x="0" y="4229703"/>
          <a:ext cx="7329636" cy="46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print(my_string[13:2:-1])</a:t>
          </a:r>
        </a:p>
      </dsp:txBody>
      <dsp:txXfrm>
        <a:off x="0" y="4229703"/>
        <a:ext cx="7329636" cy="469884"/>
      </dsp:txXfrm>
    </dsp:sp>
    <dsp:sp modelId="{66BE0D4A-38CA-47FF-8F08-1BB094C09A87}">
      <dsp:nvSpPr>
        <dsp:cNvPr id="0" name=""/>
        <dsp:cNvSpPr/>
      </dsp:nvSpPr>
      <dsp:spPr>
        <a:xfrm>
          <a:off x="0" y="4699587"/>
          <a:ext cx="732963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349798-98BE-40E1-9D52-0E8BA9CBC714}">
      <dsp:nvSpPr>
        <dsp:cNvPr id="0" name=""/>
        <dsp:cNvSpPr/>
      </dsp:nvSpPr>
      <dsp:spPr>
        <a:xfrm>
          <a:off x="0" y="4699587"/>
          <a:ext cx="7329636" cy="46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Print(my_string[17:0:-2])</a:t>
          </a:r>
        </a:p>
      </dsp:txBody>
      <dsp:txXfrm>
        <a:off x="0" y="4699587"/>
        <a:ext cx="7329636" cy="469884"/>
      </dsp:txXfrm>
    </dsp:sp>
    <dsp:sp modelId="{2594805D-CCB8-4130-A8D5-92B6300E0DE9}">
      <dsp:nvSpPr>
        <dsp:cNvPr id="0" name=""/>
        <dsp:cNvSpPr/>
      </dsp:nvSpPr>
      <dsp:spPr>
        <a:xfrm>
          <a:off x="0" y="5169471"/>
          <a:ext cx="732963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E03736-3B9E-4C9B-958E-2009F2EB27A3}">
      <dsp:nvSpPr>
        <dsp:cNvPr id="0" name=""/>
        <dsp:cNvSpPr/>
      </dsp:nvSpPr>
      <dsp:spPr>
        <a:xfrm>
          <a:off x="0" y="5169471"/>
          <a:ext cx="7329636" cy="46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print(my_string[:])</a:t>
          </a:r>
        </a:p>
      </dsp:txBody>
      <dsp:txXfrm>
        <a:off x="0" y="5169471"/>
        <a:ext cx="7329636" cy="469884"/>
      </dsp:txXfrm>
    </dsp:sp>
    <dsp:sp modelId="{FC44C86E-C9E7-404C-A6D4-79F0959756E4}">
      <dsp:nvSpPr>
        <dsp:cNvPr id="0" name=""/>
        <dsp:cNvSpPr/>
      </dsp:nvSpPr>
      <dsp:spPr>
        <a:xfrm>
          <a:off x="0" y="5639355"/>
          <a:ext cx="732963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F6EF2E-D36E-4464-BA86-3EBEBABE9D35}">
      <dsp:nvSpPr>
        <dsp:cNvPr id="0" name=""/>
        <dsp:cNvSpPr/>
      </dsp:nvSpPr>
      <dsp:spPr>
        <a:xfrm>
          <a:off x="0" y="5639355"/>
          <a:ext cx="7329636" cy="46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print(my_string[:: -1])</a:t>
          </a:r>
        </a:p>
      </dsp:txBody>
      <dsp:txXfrm>
        <a:off x="0" y="5639355"/>
        <a:ext cx="7329636" cy="4698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0D6A96-762D-4CCA-8C2E-9B5AE5FE0C62}">
      <dsp:nvSpPr>
        <dsp:cNvPr id="0" name=""/>
        <dsp:cNvSpPr/>
      </dsp:nvSpPr>
      <dsp:spPr>
        <a:xfrm>
          <a:off x="0" y="689"/>
          <a:ext cx="67976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B608CF-D751-4403-A4A9-66CBDCCE194D}">
      <dsp:nvSpPr>
        <dsp:cNvPr id="0" name=""/>
        <dsp:cNvSpPr/>
      </dsp:nvSpPr>
      <dsp:spPr>
        <a:xfrm>
          <a:off x="0" y="689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t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What are loops</a:t>
          </a:r>
        </a:p>
      </dsp:txBody>
      <dsp:txXfrm>
        <a:off x="0" y="689"/>
        <a:ext cx="6797675" cy="1129706"/>
      </dsp:txXfrm>
    </dsp:sp>
    <dsp:sp modelId="{40EA65FA-27F2-4516-8B5E-A81B9A90F7A8}">
      <dsp:nvSpPr>
        <dsp:cNvPr id="0" name=""/>
        <dsp:cNvSpPr/>
      </dsp:nvSpPr>
      <dsp:spPr>
        <a:xfrm>
          <a:off x="0" y="1130396"/>
          <a:ext cx="679767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6C1E32-5A69-4D66-8C0F-FB91AFCA2C94}">
      <dsp:nvSpPr>
        <dsp:cNvPr id="0" name=""/>
        <dsp:cNvSpPr/>
      </dsp:nvSpPr>
      <dsp:spPr>
        <a:xfrm>
          <a:off x="0" y="1130396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t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For Loops</a:t>
          </a:r>
        </a:p>
      </dsp:txBody>
      <dsp:txXfrm>
        <a:off x="0" y="1130396"/>
        <a:ext cx="6797675" cy="1129706"/>
      </dsp:txXfrm>
    </dsp:sp>
    <dsp:sp modelId="{E3344744-7808-4E43-9309-6F44C5E77DB5}">
      <dsp:nvSpPr>
        <dsp:cNvPr id="0" name=""/>
        <dsp:cNvSpPr/>
      </dsp:nvSpPr>
      <dsp:spPr>
        <a:xfrm>
          <a:off x="0" y="2260102"/>
          <a:ext cx="679767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BF86B2-8851-4ED9-A216-847E75D74BA2}">
      <dsp:nvSpPr>
        <dsp:cNvPr id="0" name=""/>
        <dsp:cNvSpPr/>
      </dsp:nvSpPr>
      <dsp:spPr>
        <a:xfrm>
          <a:off x="0" y="2260102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t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Nested For Loops</a:t>
          </a:r>
        </a:p>
      </dsp:txBody>
      <dsp:txXfrm>
        <a:off x="0" y="2260102"/>
        <a:ext cx="6797675" cy="1129706"/>
      </dsp:txXfrm>
    </dsp:sp>
    <dsp:sp modelId="{4285DB4B-7282-42DC-883B-FF618FEF6469}">
      <dsp:nvSpPr>
        <dsp:cNvPr id="0" name=""/>
        <dsp:cNvSpPr/>
      </dsp:nvSpPr>
      <dsp:spPr>
        <a:xfrm>
          <a:off x="0" y="3389809"/>
          <a:ext cx="679767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E82614-7A60-4343-8652-A24F95A19076}">
      <dsp:nvSpPr>
        <dsp:cNvPr id="0" name=""/>
        <dsp:cNvSpPr/>
      </dsp:nvSpPr>
      <dsp:spPr>
        <a:xfrm>
          <a:off x="0" y="3389809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t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While Loops</a:t>
          </a:r>
        </a:p>
      </dsp:txBody>
      <dsp:txXfrm>
        <a:off x="0" y="3389809"/>
        <a:ext cx="6797675" cy="1129706"/>
      </dsp:txXfrm>
    </dsp:sp>
    <dsp:sp modelId="{355C4930-F8E1-4B2A-ABBC-AD90A2B98133}">
      <dsp:nvSpPr>
        <dsp:cNvPr id="0" name=""/>
        <dsp:cNvSpPr/>
      </dsp:nvSpPr>
      <dsp:spPr>
        <a:xfrm>
          <a:off x="0" y="4519515"/>
          <a:ext cx="6797675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7FCB5F-E637-437B-94F3-E40462FC1416}">
      <dsp:nvSpPr>
        <dsp:cNvPr id="0" name=""/>
        <dsp:cNvSpPr/>
      </dsp:nvSpPr>
      <dsp:spPr>
        <a:xfrm>
          <a:off x="0" y="4519515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t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Exercises</a:t>
          </a:r>
        </a:p>
      </dsp:txBody>
      <dsp:txXfrm>
        <a:off x="0" y="4519515"/>
        <a:ext cx="6797675" cy="11297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AE50C2-08E6-453C-86B7-5384E692E995}" type="datetimeFigureOut">
              <a:rPr lang="en-US"/>
              <a:t>10/10/2024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2C5BDE-1A44-47BD-9322-130E18F9CCB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112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">
            <a:extLst>
              <a:ext uri="{FF2B5EF4-FFF2-40B4-BE49-F238E27FC236}">
                <a16:creationId xmlns:a16="http://schemas.microsoft.com/office/drawing/2014/main" id="{F9512BDE-EEA0-404B-8D45-8AA93D61DABC}"/>
              </a:ext>
            </a:extLst>
          </p:cNvPr>
          <p:cNvSpPr/>
          <p:nvPr userDrawn="1"/>
        </p:nvSpPr>
        <p:spPr>
          <a:xfrm flipH="1">
            <a:off x="-1" y="4450188"/>
            <a:ext cx="12192000" cy="240781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1223535-0F2F-6340-80B9-0B5D9364A13F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cap="all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noProof="0" smtClean="0"/>
              <a:t>10/10/2024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M.A.D-2021 - IT Dept - SoICT - UR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2358434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">
            <a:extLst>
              <a:ext uri="{FF2B5EF4-FFF2-40B4-BE49-F238E27FC236}">
                <a16:creationId xmlns:a16="http://schemas.microsoft.com/office/drawing/2014/main" id="{F9512BDE-EEA0-404B-8D45-8AA93D61DABC}"/>
              </a:ext>
            </a:extLst>
          </p:cNvPr>
          <p:cNvSpPr/>
          <p:nvPr userDrawn="1"/>
        </p:nvSpPr>
        <p:spPr>
          <a:xfrm flipH="1">
            <a:off x="4217870" y="0"/>
            <a:ext cx="3599236" cy="68579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1223535-0F2F-6340-80B9-0B5D9364A13F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cap="all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noProof="0" smtClean="0"/>
              <a:t>10/10/2024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M.A.D-2021 - IT Dept - SoICT - UR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9707584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">
            <a:extLst>
              <a:ext uri="{FF2B5EF4-FFF2-40B4-BE49-F238E27FC236}">
                <a16:creationId xmlns:a16="http://schemas.microsoft.com/office/drawing/2014/main" id="{202A34A5-A029-A246-82C6-D288185EB396}"/>
              </a:ext>
            </a:extLst>
          </p:cNvPr>
          <p:cNvSpPr/>
          <p:nvPr userDrawn="1"/>
        </p:nvSpPr>
        <p:spPr>
          <a:xfrm flipH="1">
            <a:off x="0" y="0"/>
            <a:ext cx="3351057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/>
          </a:p>
        </p:txBody>
      </p:sp>
      <p:sp>
        <p:nvSpPr>
          <p:cNvPr id="13" name="Rectangle">
            <a:extLst>
              <a:ext uri="{FF2B5EF4-FFF2-40B4-BE49-F238E27FC236}">
                <a16:creationId xmlns:a16="http://schemas.microsoft.com/office/drawing/2014/main" id="{2773E1D8-C87F-EE46-8284-575DCA498E81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noProof="0" smtClean="0"/>
              <a:t>10/10/2024</a:t>
            </a:fld>
            <a:endParaRPr lang="en-US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M.A.D-2021 - IT Dept - SoICT - UR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429A40D-770E-C144-A5B5-6A4442C09C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942871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3240708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">
            <a:extLst>
              <a:ext uri="{FF2B5EF4-FFF2-40B4-BE49-F238E27FC236}">
                <a16:creationId xmlns:a16="http://schemas.microsoft.com/office/drawing/2014/main" id="{64248D99-2B30-464D-B9B7-4E5C3A1F3FB2}"/>
              </a:ext>
            </a:extLst>
          </p:cNvPr>
          <p:cNvSpPr/>
          <p:nvPr userDrawn="1"/>
        </p:nvSpPr>
        <p:spPr>
          <a:xfrm flipH="1">
            <a:off x="0" y="0"/>
            <a:ext cx="6096000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/>
          </a:p>
        </p:txBody>
      </p:sp>
      <p:sp>
        <p:nvSpPr>
          <p:cNvPr id="16" name="Rectangle">
            <a:extLst>
              <a:ext uri="{FF2B5EF4-FFF2-40B4-BE49-F238E27FC236}">
                <a16:creationId xmlns:a16="http://schemas.microsoft.com/office/drawing/2014/main" id="{3FAFF55B-FDE6-394B-A39B-22627D8FB6EA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noProof="0" smtClean="0"/>
              <a:t>10/10/2024</a:t>
            </a:fld>
            <a:endParaRPr lang="en-US" noProof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M.A.D-2021 - IT Dept - SoICT - UR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99E345E4-E77C-484E-9FBB-E4EC71F085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942871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2322415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">
            <a:extLst>
              <a:ext uri="{FF2B5EF4-FFF2-40B4-BE49-F238E27FC236}">
                <a16:creationId xmlns:a16="http://schemas.microsoft.com/office/drawing/2014/main" id="{83ACCAC0-2C8A-CE43-8C55-22BB53C73920}"/>
              </a:ext>
            </a:extLst>
          </p:cNvPr>
          <p:cNvSpPr/>
          <p:nvPr userDrawn="1"/>
        </p:nvSpPr>
        <p:spPr>
          <a:xfrm flipH="1">
            <a:off x="0" y="0"/>
            <a:ext cx="3351057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/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A400A9BD-AA60-E24D-9FC2-722758C8C933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noProof="0" smtClean="0"/>
              <a:t>10/10/2024</a:t>
            </a:fld>
            <a:endParaRPr lang="en-US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M.A.D-2021 - IT Dept - SoICT - UR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4076461-FF7A-8843-B7F9-D041F3FB22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942871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2039925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">
            <a:extLst>
              <a:ext uri="{FF2B5EF4-FFF2-40B4-BE49-F238E27FC236}">
                <a16:creationId xmlns:a16="http://schemas.microsoft.com/office/drawing/2014/main" id="{35FB147F-5DC4-B24C-B8CB-D3DA74290381}"/>
              </a:ext>
            </a:extLst>
          </p:cNvPr>
          <p:cNvSpPr/>
          <p:nvPr userDrawn="1"/>
        </p:nvSpPr>
        <p:spPr>
          <a:xfrm>
            <a:off x="1" y="3429000"/>
            <a:ext cx="12192000" cy="3429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/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A400A9BD-AA60-E24D-9FC2-722758C8C933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noProof="0" smtClean="0"/>
              <a:t>10/10/2024</a:t>
            </a:fld>
            <a:endParaRPr lang="en-US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M.A.D-2021 - IT Dept - SoICT - UR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B9308E97-4F89-394E-856A-5B4EFCB2E7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97279" y="1930861"/>
            <a:ext cx="2919413" cy="2919413"/>
          </a:xfrm>
          <a:solidFill>
            <a:srgbClr val="EDEFF7"/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 noProof="0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A50BECA0-8817-964B-AEDB-A45669684C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59186" y="1930861"/>
            <a:ext cx="2919413" cy="2919413"/>
          </a:xfrm>
          <a:solidFill>
            <a:srgbClr val="EDEFF7"/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 noProof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EF399F4D-B67A-4C4B-BCF3-36FE110603F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21093" y="1930861"/>
            <a:ext cx="2919413" cy="2919413"/>
          </a:xfrm>
          <a:solidFill>
            <a:srgbClr val="EDEFF7"/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 noProof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08305C84-E25F-EC49-8F2B-4C0181FD3AB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97279" y="5257321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Name Goes Here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A57A1FCE-E6BF-3747-9D43-42DBA6656EC0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666773" y="5257321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Name Goes Here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B4B74C8-96E7-684F-91B9-8CE56CD10F1E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236267" y="5257321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Name Goes Here</a:t>
            </a:r>
          </a:p>
        </p:txBody>
      </p:sp>
      <p:sp>
        <p:nvSpPr>
          <p:cNvPr id="25" name="Title Placeholder 1">
            <a:extLst>
              <a:ext uri="{FF2B5EF4-FFF2-40B4-BE49-F238E27FC236}">
                <a16:creationId xmlns:a16="http://schemas.microsoft.com/office/drawing/2014/main" id="{D522564E-B348-544F-A8E5-CFCAFA48B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942871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1889071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noProof="0" smtClean="0"/>
              <a:t>10/10/2024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M.A.D-2021 - IT Dept - SoICT - UR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7229725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noProof="0" smtClean="0"/>
              <a:t>10/10/2024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M.A.D-2021 - IT Dept - SoICT - UR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05BFC727-5650-B049-AA2A-2511C08FB35B}"/>
              </a:ext>
            </a:extLst>
          </p:cNvPr>
          <p:cNvSpPr/>
          <p:nvPr userDrawn="1"/>
        </p:nvSpPr>
        <p:spPr>
          <a:xfrm flipH="1">
            <a:off x="0" y="0"/>
            <a:ext cx="1195754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E700C598-C823-744D-BE16-5114B7625057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BED569-C9C5-8F4D-A42A-ED4914579D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24550" y="633875"/>
            <a:ext cx="5632450" cy="5591175"/>
          </a:xfrm>
          <a:solidFill>
            <a:schemeClr val="tx2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ACB6E588-2EB7-9A41-A93A-7757596EF9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5754" y="942870"/>
            <a:ext cx="4157296" cy="1292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/>
              <a:t>Title goes here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6C0FE70-F6BB-3D40-AD3C-E704CABE4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5754" y="2281657"/>
            <a:ext cx="4157296" cy="3633471"/>
          </a:xfrm>
        </p:spPr>
        <p:txBody>
          <a:bodyPr>
            <a:normAutofit/>
          </a:bodyPr>
          <a:lstStyle>
            <a:lvl1pPr marL="0" indent="0">
              <a:buClr>
                <a:schemeClr val="tx1"/>
              </a:buClr>
              <a:buNone/>
              <a:defRPr sz="1600">
                <a:solidFill>
                  <a:schemeClr val="tx1"/>
                </a:solidFill>
              </a:defRPr>
            </a:lvl1pPr>
            <a:lvl2pPr marL="201168" indent="0"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2pPr>
            <a:lvl3pPr marL="384048" indent="0">
              <a:buClr>
                <a:schemeClr val="tx1"/>
              </a:buClr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3pPr>
            <a:lvl4pPr marL="566928" indent="0">
              <a:buClr>
                <a:schemeClr val="tx1"/>
              </a:buClr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4pPr>
            <a:lvl5pPr marL="749808" indent="0">
              <a:buClr>
                <a:schemeClr val="tx1"/>
              </a:buClr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171416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noProof="0" smtClean="0"/>
              <a:t>10/10/2024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M.A.D-2021 - IT Dept - SoICT - UR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0AB10FFC-D586-994D-8D3D-F4042255CB72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C7B0C08A-E831-D242-B2CE-2DEB004F982F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5C2191-88F7-4148-96FD-E129F707E038}"/>
              </a:ext>
            </a:extLst>
          </p:cNvPr>
          <p:cNvCxnSpPr/>
          <p:nvPr userDrawn="1"/>
        </p:nvCxnSpPr>
        <p:spPr>
          <a:xfrm>
            <a:off x="6818393" y="999565"/>
            <a:ext cx="0" cy="48588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61FB2196-E251-5A40-86F7-6092CEBFA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000" y="3135207"/>
            <a:ext cx="5460992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800" cap="all" baseline="0"/>
            </a:lvl1pPr>
          </a:lstStyle>
          <a:p>
            <a:r>
              <a:rPr lang="en-US" noProof="0"/>
              <a:t>Title goes here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2FACD1B-0D9C-A547-98A0-D66C341D3D7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540794" y="831286"/>
            <a:ext cx="4016206" cy="519542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tx1"/>
              </a:buClr>
              <a:buFont typeface="+mj-lt"/>
              <a:buAutoNum type="arabicPeriod"/>
              <a:defRPr sz="1600">
                <a:solidFill>
                  <a:schemeClr val="tx1"/>
                </a:solidFill>
              </a:defRPr>
            </a:lvl1pPr>
            <a:lvl2pPr marL="544068" indent="-342900">
              <a:buClr>
                <a:schemeClr val="tx1"/>
              </a:buClr>
              <a:buFont typeface="+mj-lt"/>
              <a:buAutoNum type="arabicPeriod"/>
              <a:defRPr sz="1400"/>
            </a:lvl2pPr>
            <a:lvl3pPr marL="612648" indent="-228600">
              <a:buClr>
                <a:schemeClr val="tx1"/>
              </a:buClr>
              <a:buFont typeface="+mj-lt"/>
              <a:buAutoNum type="arabicPeriod"/>
              <a:defRPr sz="1100"/>
            </a:lvl3pPr>
            <a:lvl4pPr marL="795528" indent="-228600">
              <a:buClr>
                <a:schemeClr val="tx1"/>
              </a:buClr>
              <a:buFont typeface="+mj-lt"/>
              <a:buAutoNum type="arabicPeriod"/>
              <a:defRPr sz="1100"/>
            </a:lvl4pPr>
            <a:lvl5pPr marL="978408" indent="-228600">
              <a:buClr>
                <a:schemeClr val="tx1"/>
              </a:buClr>
              <a:buFont typeface="+mj-lt"/>
              <a:buAutoNum type="arabicPeriod"/>
              <a:defRPr sz="1100"/>
            </a:lvl5pPr>
          </a:lstStyle>
          <a:p>
            <a:pPr lvl="0"/>
            <a:r>
              <a:rPr lang="en-US" noProof="0"/>
              <a:t>Quote Goes Here</a:t>
            </a:r>
          </a:p>
        </p:txBody>
      </p:sp>
    </p:spTree>
    <p:extLst>
      <p:ext uri="{BB962C8B-B14F-4D97-AF65-F5344CB8AC3E}">
        <p14:creationId xmlns:p14="http://schemas.microsoft.com/office/powerpoint/2010/main" val="418493572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noProof="0" smtClean="0"/>
              <a:t>10/10/2024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M.A.D-2021 - IT Dept - SoICT - UR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AA314B25-B4AF-394E-BBDA-7E6BAD315F39}"/>
              </a:ext>
            </a:extLst>
          </p:cNvPr>
          <p:cNvSpPr/>
          <p:nvPr userDrawn="1"/>
        </p:nvSpPr>
        <p:spPr>
          <a:xfrm>
            <a:off x="3351057" y="0"/>
            <a:ext cx="8840943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737575EF-0D14-6140-A91B-260C9C9DFE41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2544261-8049-494B-A93D-BDFF1BB847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000" y="3135207"/>
            <a:ext cx="4886854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cap="all" baseline="0"/>
            </a:lvl1pPr>
          </a:lstStyle>
          <a:p>
            <a:r>
              <a:rPr lang="en-US" noProof="0"/>
              <a:t>Title goes here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214786D-83EE-814C-A5E4-D0EC7D29D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75829" y="633875"/>
            <a:ext cx="5981171" cy="5590250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tx1"/>
              </a:buClr>
              <a:buFont typeface="+mj-lt"/>
              <a:buAutoNum type="arabicPeriod"/>
              <a:defRPr sz="1600">
                <a:solidFill>
                  <a:schemeClr val="tx1"/>
                </a:solidFill>
              </a:defRPr>
            </a:lvl1pPr>
            <a:lvl2pPr marL="544068" indent="-342900">
              <a:buClr>
                <a:schemeClr val="tx1"/>
              </a:buClr>
              <a:buFont typeface="+mj-lt"/>
              <a:buAutoNum type="arabicPeriod"/>
              <a:defRPr sz="1400">
                <a:solidFill>
                  <a:schemeClr val="tx1"/>
                </a:solidFill>
              </a:defRPr>
            </a:lvl2pPr>
            <a:lvl3pPr marL="612648" indent="-228600">
              <a:buClr>
                <a:schemeClr val="tx1"/>
              </a:buClr>
              <a:buFont typeface="+mj-lt"/>
              <a:buAutoNum type="arabicPeriod"/>
              <a:defRPr sz="1100">
                <a:solidFill>
                  <a:schemeClr val="tx1"/>
                </a:solidFill>
              </a:defRPr>
            </a:lvl3pPr>
            <a:lvl4pPr marL="795528" indent="-228600">
              <a:buClr>
                <a:schemeClr val="tx1"/>
              </a:buClr>
              <a:buFont typeface="+mj-lt"/>
              <a:buAutoNum type="arabicPeriod"/>
              <a:defRPr sz="1100">
                <a:solidFill>
                  <a:schemeClr val="tx1"/>
                </a:solidFill>
              </a:defRPr>
            </a:lvl4pPr>
            <a:lvl5pPr marL="978408" indent="-228600">
              <a:buClr>
                <a:schemeClr val="tx1"/>
              </a:buClr>
              <a:buFont typeface="+mj-lt"/>
              <a:buAutoNum type="arabicPeriod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918537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noProof="0" smtClean="0"/>
              <a:t>10/10/2024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M.A.D-2021 - IT Dept - SoICT - UR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2E148DD3-DD87-154B-80B4-2421965D3C83}"/>
              </a:ext>
            </a:extLst>
          </p:cNvPr>
          <p:cNvSpPr/>
          <p:nvPr userDrawn="1"/>
        </p:nvSpPr>
        <p:spPr>
          <a:xfrm>
            <a:off x="1" y="1714500"/>
            <a:ext cx="12192000" cy="3429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742E4732-0E8F-7B46-BD08-0F2EE0DA8786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6E73F81A-7260-5C4F-A7FF-CA2CC731BC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43870" y="942871"/>
            <a:ext cx="571181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CD13CD4-3E4F-2E41-ACF4-2446257D2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43870" y="1973589"/>
            <a:ext cx="5711810" cy="3941540"/>
          </a:xfrm>
        </p:spPr>
        <p:txBody>
          <a:bodyPr>
            <a:normAutofit/>
          </a:bodyPr>
          <a:lstStyle>
            <a:lvl1pPr>
              <a:buClr>
                <a:schemeClr val="tx1"/>
              </a:buClr>
              <a:defRPr sz="1600">
                <a:solidFill>
                  <a:schemeClr val="tx1"/>
                </a:solidFill>
              </a:defRPr>
            </a:lvl1pPr>
            <a:lvl2pPr marL="384048" indent="-182880"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56692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3pPr>
            <a:lvl4pPr marL="74980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4pPr>
            <a:lvl5pPr marL="93268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D8E69886-8907-DB47-87C2-0621AF156D9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5170" y="621039"/>
            <a:ext cx="4589130" cy="5603086"/>
          </a:xfrm>
          <a:solidFill>
            <a:srgbClr val="EDEFF7"/>
          </a:solidFill>
        </p:spPr>
        <p:txBody>
          <a:bodyPr>
            <a:normAutofit/>
          </a:bodyPr>
          <a:lstStyle>
            <a:lvl1pPr>
              <a:buClr>
                <a:schemeClr val="tx1"/>
              </a:buClr>
              <a:defRPr sz="1600">
                <a:solidFill>
                  <a:schemeClr val="tx1"/>
                </a:solidFill>
              </a:defRPr>
            </a:lvl1pPr>
            <a:lvl2pPr marL="384048" indent="-182880"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56692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3pPr>
            <a:lvl4pPr marL="74980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4pPr>
            <a:lvl5pPr marL="93268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631021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">
            <a:extLst>
              <a:ext uri="{FF2B5EF4-FFF2-40B4-BE49-F238E27FC236}">
                <a16:creationId xmlns:a16="http://schemas.microsoft.com/office/drawing/2014/main" id="{9C88DF2D-0421-A94C-82C1-867E1E5E4907}"/>
              </a:ext>
            </a:extLst>
          </p:cNvPr>
          <p:cNvSpPr/>
          <p:nvPr userDrawn="1"/>
        </p:nvSpPr>
        <p:spPr>
          <a:xfrm>
            <a:off x="10993582" y="0"/>
            <a:ext cx="1198418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/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334D05A3-7A20-9447-8D39-F2980D85413A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634999" y="3927894"/>
            <a:ext cx="10922000" cy="2326856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35001" y="603250"/>
            <a:ext cx="10921998" cy="3294019"/>
          </a:xfrm>
          <a:solidFill>
            <a:schemeClr val="bg1"/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298078"/>
            <a:ext cx="10113645" cy="743682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213716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noProof="0" smtClean="0"/>
              <a:t>10/10/2024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r>
              <a:rPr lang="en-US" noProof="0"/>
              <a:t>M.A.D-2021 - IT Dept - SoICT - UR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04638760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">
            <a:extLst>
              <a:ext uri="{FF2B5EF4-FFF2-40B4-BE49-F238E27FC236}">
                <a16:creationId xmlns:a16="http://schemas.microsoft.com/office/drawing/2014/main" id="{1552108B-1F90-0044-A7D4-0956E919F29A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942871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noProof="0" smtClean="0"/>
              <a:t>10/10/2024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noProof="0"/>
              <a:t>M.A.D-2021 - IT Dept - SoICT - UR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94360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93" r:id="rId2"/>
    <p:sldLayoutId id="2147483675" r:id="rId3"/>
    <p:sldLayoutId id="2147483684" r:id="rId4"/>
    <p:sldLayoutId id="2147483678" r:id="rId5"/>
    <p:sldLayoutId id="2147483688" r:id="rId6"/>
    <p:sldLayoutId id="2147483679" r:id="rId7"/>
    <p:sldLayoutId id="2147483692" r:id="rId8"/>
    <p:sldLayoutId id="2147483691" r:id="rId9"/>
    <p:sldLayoutId id="2147483690" r:id="rId10"/>
    <p:sldLayoutId id="2147483689" r:id="rId11"/>
    <p:sldLayoutId id="214748368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ython.org" TargetMode="Externa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sv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7AEFB0-51F2-5449-996C-73382891D2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000" dirty="0"/>
              <a:t>ITE3162 – Python Fundamentals</a:t>
            </a:r>
            <a:br>
              <a:rPr lang="en-US" sz="4000" dirty="0"/>
            </a:br>
            <a:endParaRPr lang="en-US" sz="400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0F6D6CF-8D73-6643-A348-53AAE29FD1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Dr. Eric </a:t>
            </a:r>
            <a:r>
              <a:rPr lang="en-US" dirty="0" err="1"/>
              <a:t>Hitimana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365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8D6F755-7E05-476D-9517-541766B4F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320" y="1701905"/>
            <a:ext cx="10058400" cy="4338637"/>
          </a:xfrm>
        </p:spPr>
        <p:txBody>
          <a:bodyPr vert="horz" lIns="0" tIns="45720" rIns="0" bIns="45720" rtlCol="0" anchor="t"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Introduction</a:t>
            </a:r>
            <a:endParaRPr lang="en-US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Data Types and Variables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Operators</a:t>
            </a:r>
            <a:r>
              <a:rPr lang="en-US" dirty="0"/>
              <a:t> </a:t>
            </a:r>
            <a:endParaRPr lang="en-US" dirty="0">
              <a:ea typeface="+mn-lt"/>
              <a:cs typeface="+mn-lt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Conditional Statements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Python Data Structure</a:t>
            </a:r>
            <a:r>
              <a:rPr lang="en-US" dirty="0"/>
              <a:t>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Python Controls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Python Functions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OOP In Python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Python Modules and Packages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BDCE95F-1572-4CAD-9BC6-8C124A586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F2128-5CD0-4A8E-8C0A-359C3AD24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826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E51183-D0D9-A74B-94F0-9EC0104A7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35207"/>
            <a:ext cx="6194236" cy="587584"/>
          </a:xfrm>
        </p:spPr>
        <p:txBody>
          <a:bodyPr/>
          <a:lstStyle/>
          <a:p>
            <a:pPr>
              <a:tabLst>
                <a:tab pos="3308350" algn="l"/>
              </a:tabLst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9ED1B1-6FE0-FA43-95C4-366DBD1F1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66342" y="831286"/>
            <a:ext cx="4375639" cy="51954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spc="200" dirty="0">
                <a:hlinkClick r:id="rId2"/>
              </a:rPr>
              <a:t>https://python.org</a:t>
            </a:r>
            <a:endParaRPr lang="en-US" sz="1800" spc="200" dirty="0"/>
          </a:p>
          <a:p>
            <a:pPr marL="0" indent="0">
              <a:buNone/>
            </a:pPr>
            <a:r>
              <a:rPr lang="en-US" sz="1800" spc="200" dirty="0"/>
              <a:t>https://code.visualstudio.com/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DE170-66BB-4BC4-BB9F-376BFB83D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76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0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9" name="Straight Connector 12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4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1219198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99B55B-97FA-4619-9237-D69194516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516835"/>
            <a:ext cx="3448259" cy="16665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What is python?</a:t>
            </a:r>
          </a:p>
        </p:txBody>
      </p:sp>
      <p:cxnSp>
        <p:nvCxnSpPr>
          <p:cNvPr id="12" name="Straight Connector 16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686" y="2353592"/>
            <a:ext cx="329184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9A4641-DDCF-4D73-9068-BD91C4B4E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2546224"/>
            <a:ext cx="3448259" cy="3342747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sz="1800" dirty="0">
                <a:solidFill>
                  <a:srgbClr val="FFFFFF"/>
                </a:solidFill>
              </a:rPr>
              <a:t>Developed in 1990, Python is one of the most popular general-purpose programming languages in modern times.</a:t>
            </a:r>
          </a:p>
          <a:p>
            <a:r>
              <a:rPr lang="en-US" sz="1800" dirty="0">
                <a:solidFill>
                  <a:srgbClr val="FFFFFF"/>
                </a:solidFill>
              </a:rPr>
              <a:t>Characteristics of python:</a:t>
            </a:r>
          </a:p>
          <a:p>
            <a:pPr marL="383540" lvl="1">
              <a:buFont typeface="Calibri" panose="020F050202020403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A High-level language</a:t>
            </a:r>
          </a:p>
          <a:p>
            <a:pPr marL="383540" lvl="1">
              <a:buFont typeface="Calibri" panose="020F050202020403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Readability</a:t>
            </a:r>
          </a:p>
          <a:p>
            <a:pPr marL="383540" lvl="1">
              <a:buFont typeface="Calibri" panose="020F050202020403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Applications</a:t>
            </a:r>
          </a:p>
          <a:p>
            <a:pPr>
              <a:buClr>
                <a:srgbClr val="ECEEF7"/>
              </a:buClr>
              <a:buFont typeface="Calibri" panose="020F0502020204030204" pitchFamily="34" charset="0"/>
              <a:buChar char="•"/>
            </a:pPr>
            <a:endParaRPr lang="en-US" sz="1800" dirty="0">
              <a:solidFill>
                <a:srgbClr val="FFFFFF"/>
              </a:solidFill>
            </a:endParaRPr>
          </a:p>
        </p:txBody>
      </p:sp>
      <p:pic>
        <p:nvPicPr>
          <p:cNvPr id="6" name="Picture 7" descr="Diagram&#10;&#10;Description automatically generated">
            <a:extLst>
              <a:ext uri="{FF2B5EF4-FFF2-40B4-BE49-F238E27FC236}">
                <a16:creationId xmlns:a16="http://schemas.microsoft.com/office/drawing/2014/main" id="{37AA4071-0D0F-4C5C-A60C-1406DD2183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94" r="3" b="3"/>
          <a:stretch/>
        </p:blipFill>
        <p:spPr>
          <a:xfrm>
            <a:off x="4654296" y="10"/>
            <a:ext cx="7537703" cy="685799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2CDC5-18E5-4D4B-817F-D107C9B7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7519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9A4641-DDCF-4D73-9068-BD91C4B4E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628650" indent="-628650"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Python has had several major updates in the past. </a:t>
            </a:r>
            <a:endParaRPr lang="en-US" dirty="0"/>
          </a:p>
          <a:p>
            <a:pPr marL="628650" indent="-628650"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Python 2.7 was widely used for a very long time, even after the release of newer versions</a:t>
            </a:r>
            <a:endParaRPr lang="en-US" dirty="0"/>
          </a:p>
          <a:p>
            <a:pPr marL="628650" indent="-628650"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Python 2.7 has been deprecated as of January 01 2020, and replaced completely by 3.xx</a:t>
            </a:r>
            <a:endParaRPr lang="en-US" dirty="0"/>
          </a:p>
          <a:p>
            <a:pPr marL="628650" indent="-628650">
              <a:buClr>
                <a:srgbClr val="ECEEF7"/>
              </a:buClr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To keep up with the latest technologies, we’ll use Python 3 for this course.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99B55B-97FA-4619-9237-D69194516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Versions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03F37-B77C-4DD8-AFC4-C8D137D9B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018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2224CF-58C7-4132-A034-7888BAF1B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400050" indent="-400050"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Every language has a different syntax for displaying or printing something on the screen. The Python file extension is </a:t>
            </a:r>
            <a:r>
              <a:rPr lang="en-US" b="1" dirty="0">
                <a:ea typeface="+mn-lt"/>
                <a:cs typeface="+mn-lt"/>
              </a:rPr>
              <a:t>.</a:t>
            </a:r>
            <a:r>
              <a:rPr lang="en-US" b="1" dirty="0" err="1">
                <a:ea typeface="+mn-lt"/>
                <a:cs typeface="+mn-lt"/>
              </a:rPr>
              <a:t>py</a:t>
            </a:r>
            <a:r>
              <a:rPr lang="en-US" b="1" dirty="0">
                <a:ea typeface="+mn-lt"/>
                <a:cs typeface="+mn-lt"/>
              </a:rPr>
              <a:t> </a:t>
            </a:r>
          </a:p>
          <a:p>
            <a:pPr marL="400050" indent="-400050"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We can print data on the terminal by simply using the print statement.</a:t>
            </a:r>
          </a:p>
          <a:p>
            <a:pPr marL="400050" indent="-4000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  <a:ea typeface="+mn-lt"/>
                <a:cs typeface="+mn-lt"/>
              </a:rPr>
              <a:t>print (data)</a:t>
            </a:r>
          </a:p>
          <a:p>
            <a:pPr marL="400050" indent="-400050">
              <a:buFont typeface="Wingdings" panose="05000000000000000000" pitchFamily="2" charset="2"/>
              <a:buChar char="q"/>
            </a:pPr>
            <a:r>
              <a:rPr lang="en-US" dirty="0" err="1">
                <a:ea typeface="+mn-lt"/>
                <a:cs typeface="+mn-lt"/>
              </a:rPr>
              <a:t>E.g</a:t>
            </a:r>
            <a:r>
              <a:rPr lang="en-US" dirty="0">
                <a:ea typeface="+mn-lt"/>
                <a:cs typeface="+mn-lt"/>
              </a:rPr>
              <a:t>:</a:t>
            </a:r>
          </a:p>
          <a:p>
            <a:pPr marL="400050" indent="-400050"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Next, we’ll print a few numbers. Each call to print moves the output to a new line:</a:t>
            </a:r>
            <a:endParaRPr lang="en-US" dirty="0"/>
          </a:p>
          <a:p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269340-C3A8-45E9-BC9C-B0541CCC1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98584"/>
            <a:ext cx="10058400" cy="587584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Writing our first code -  </a:t>
            </a:r>
            <a:r>
              <a:rPr lang="en-US" b="1" dirty="0">
                <a:ea typeface="+mj-lt"/>
                <a:cs typeface="+mj-lt"/>
              </a:rPr>
              <a:t>The print Statement </a:t>
            </a:r>
            <a:endParaRPr lang="en-US" dirty="0">
              <a:ea typeface="+mj-lt"/>
              <a:cs typeface="+mj-lt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C8443C91-5E40-4361-918E-77DA8437E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703" y="3845913"/>
            <a:ext cx="3754647" cy="420358"/>
          </a:xfrm>
          <a:prstGeom prst="rect">
            <a:avLst/>
          </a:prstGeom>
        </p:spPr>
      </p:pic>
      <p:pic>
        <p:nvPicPr>
          <p:cNvPr id="7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CE818E7C-E788-4B43-AFAB-D1E17BB09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017" y="4788304"/>
            <a:ext cx="2984020" cy="1126825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542C4C4-3C55-466E-8640-A8B424D59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296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3BCCAE5-A35B-4B66-A4A7-E23C34A40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264C086-EAB6-4DB4-AC54-0EBEC1F4A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320" y="286604"/>
            <a:ext cx="10058400" cy="80105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/>
              <a:t>Printing Multiple Pieces of Data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987BDFB-DE64-4B56-B44F-45FAE19FA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06573" y="1895846"/>
            <a:ext cx="978408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7" descr="A picture containing box and whisker chart&#10;&#10;Description automatically generated">
            <a:extLst>
              <a:ext uri="{FF2B5EF4-FFF2-40B4-BE49-F238E27FC236}">
                <a16:creationId xmlns:a16="http://schemas.microsoft.com/office/drawing/2014/main" id="{FE0EBCA7-037A-42E9-9504-B7FB65BF9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573" y="2215470"/>
            <a:ext cx="4037899" cy="1969860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6DC571-1480-4215-A3A9-DCBC2BA86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0309" y="2065069"/>
            <a:ext cx="5496864" cy="3760891"/>
          </a:xfrm>
        </p:spPr>
        <p:txBody>
          <a:bodyPr vert="horz" lIns="0" tIns="45720" rIns="0" bIns="45720" rtlCol="0" anchor="t">
            <a:norm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Printing multiple things in a single print command; we must just separate them using </a:t>
            </a:r>
            <a:r>
              <a:rPr lang="en-US" b="1" dirty="0">
                <a:ea typeface="+mn-lt"/>
                <a:cs typeface="+mn-lt"/>
              </a:rPr>
              <a:t>commas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If we want multiple print statements to print in the same line, we use the "end" parameter</a:t>
            </a:r>
            <a:endParaRPr lang="en-US" b="1" dirty="0">
              <a:solidFill>
                <a:srgbClr val="000000"/>
              </a:solidFill>
            </a:endParaRPr>
          </a:p>
          <a:p>
            <a:endParaRPr lang="en-US" b="1" dirty="0">
              <a:solidFill>
                <a:srgbClr val="000000"/>
              </a:solidFill>
            </a:endParaRPr>
          </a:p>
          <a:p>
            <a:endParaRPr lang="en-US" b="1" dirty="0">
              <a:solidFill>
                <a:srgbClr val="000000"/>
              </a:solidFill>
            </a:endParaRP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2EDFE5-9478-4774-9D3D-FEC7DC708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8" name="Picture 8" descr="Text&#10;&#10;Description automatically generated">
            <a:extLst>
              <a:ext uri="{FF2B5EF4-FFF2-40B4-BE49-F238E27FC236}">
                <a16:creationId xmlns:a16="http://schemas.microsoft.com/office/drawing/2014/main" id="{292142C4-ECD9-4FAF-8D18-AB237553F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105" y="4315630"/>
            <a:ext cx="3926635" cy="180094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BB0DD-EBF4-4F76-8270-7FCB5A5E4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67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18BF80-BBF9-45AF-A8D7-E24222C55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633749"/>
            <a:ext cx="10058400" cy="4235343"/>
          </a:xfrm>
        </p:spPr>
        <p:txBody>
          <a:bodyPr vert="horz" lIns="0" tIns="45720" rIns="0" bIns="45720" rtlCol="0" anchor="t">
            <a:normAutofit/>
          </a:bodyPr>
          <a:lstStyle/>
          <a:p>
            <a:pPr marL="400050" indent="-400050">
              <a:buFont typeface="Wingdings" panose="05000000000000000000" pitchFamily="2" charset="2"/>
              <a:buChar char="q"/>
            </a:pPr>
            <a:r>
              <a:rPr lang="en-US" b="1" dirty="0">
                <a:ea typeface="+mn-lt"/>
                <a:cs typeface="+mn-lt"/>
              </a:rPr>
              <a:t>Comments </a:t>
            </a:r>
            <a:r>
              <a:rPr lang="en-US" dirty="0">
                <a:ea typeface="+mn-lt"/>
                <a:cs typeface="+mn-lt"/>
              </a:rPr>
              <a:t>are pieces of text used to describe what is happening in the code.</a:t>
            </a:r>
          </a:p>
          <a:p>
            <a:pPr marL="400050" indent="-400050"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A comment can be written using the </a:t>
            </a:r>
            <a:r>
              <a:rPr lang="en-US" b="1" dirty="0">
                <a:ea typeface="+mn-lt"/>
                <a:cs typeface="+mn-lt"/>
              </a:rPr>
              <a:t>#</a:t>
            </a:r>
            <a:r>
              <a:rPr lang="en-US" dirty="0">
                <a:ea typeface="+mn-lt"/>
                <a:cs typeface="+mn-lt"/>
              </a:rPr>
              <a:t> character:</a:t>
            </a:r>
          </a:p>
          <a:p>
            <a:pPr marL="400050" indent="-400050">
              <a:buFont typeface="Wingdings" panose="05000000000000000000" pitchFamily="2" charset="2"/>
              <a:buChar char="q"/>
            </a:pPr>
            <a:endParaRPr lang="en-US" dirty="0"/>
          </a:p>
          <a:p>
            <a:pPr marL="400050" indent="-400050">
              <a:buFont typeface="Wingdings" panose="05000000000000000000" pitchFamily="2" charset="2"/>
              <a:buChar char="q"/>
            </a:pPr>
            <a:endParaRPr lang="en-US" dirty="0"/>
          </a:p>
          <a:p>
            <a:pPr marL="400050" indent="-400050">
              <a:buFont typeface="Wingdings" panose="05000000000000000000" pitchFamily="2" charset="2"/>
              <a:buChar char="q"/>
            </a:pPr>
            <a:endParaRPr lang="en-US" dirty="0"/>
          </a:p>
          <a:p>
            <a:pPr marL="400050" indent="-400050">
              <a:buFont typeface="Wingdings" panose="05000000000000000000" pitchFamily="2" charset="2"/>
              <a:buChar char="q"/>
            </a:pPr>
            <a:endParaRPr lang="en-US" dirty="0"/>
          </a:p>
          <a:p>
            <a:pPr marL="400050" indent="-400050"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An alternative to these multi-line comments (line 4 - 8) are docstrings.</a:t>
            </a:r>
            <a:endParaRPr lang="en-US" dirty="0"/>
          </a:p>
          <a:p>
            <a:pPr marL="400050" indent="-400050"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They are encased in triple quotes, </a:t>
            </a:r>
            <a:r>
              <a:rPr lang="en-US" b="1" dirty="0">
                <a:ea typeface="+mn-lt"/>
                <a:cs typeface="+mn-lt"/>
              </a:rPr>
              <a:t>""" </a:t>
            </a:r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3B31EF-0F14-4895-BD0B-D8AB2CBE1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Comments </a:t>
            </a:r>
            <a:endParaRPr lang="en-US" dirty="0"/>
          </a:p>
        </p:txBody>
      </p:sp>
      <p:pic>
        <p:nvPicPr>
          <p:cNvPr id="6" name="Picture 6" descr="Text&#10;&#10;Description automatically generated">
            <a:extLst>
              <a:ext uri="{FF2B5EF4-FFF2-40B4-BE49-F238E27FC236}">
                <a16:creationId xmlns:a16="http://schemas.microsoft.com/office/drawing/2014/main" id="{0F157AEA-2C45-4A32-A28F-A0E7EDF64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533" y="2552397"/>
            <a:ext cx="6193766" cy="1974043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E7894977-B3D1-4037-B2A7-6E8FE56B1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783" y="5085520"/>
            <a:ext cx="5016799" cy="969932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CD3DD76-2C35-48ED-B48C-5E200AD66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965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6E959-28E5-4B37-9D15-EF75AF16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&amp; Exercises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73CC5E-C641-4665-BA85-25C46967162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Self-check</a:t>
            </a:r>
          </a:p>
          <a:p>
            <a:r>
              <a:rPr lang="en-US" dirty="0">
                <a:ea typeface="+mn-lt"/>
                <a:cs typeface="+mn-lt"/>
              </a:rPr>
              <a:t>What is the command to show the installed version of python?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How do you open </a:t>
            </a:r>
            <a:r>
              <a:rPr lang="en-US" dirty="0" err="1">
                <a:ea typeface="+mn-lt"/>
                <a:cs typeface="+mn-lt"/>
              </a:rPr>
              <a:t>vscode</a:t>
            </a:r>
            <a:r>
              <a:rPr lang="en-US" dirty="0">
                <a:ea typeface="+mn-lt"/>
                <a:cs typeface="+mn-lt"/>
              </a:rPr>
              <a:t> in your current directory</a:t>
            </a:r>
          </a:p>
          <a:p>
            <a:r>
              <a:rPr lang="en-US" dirty="0">
                <a:ea typeface="+mn-lt"/>
                <a:cs typeface="+mn-lt"/>
              </a:rPr>
              <a:t>What do you think the following code will print “ </a:t>
            </a:r>
            <a:r>
              <a:rPr lang="en-US" b="1" dirty="0">
                <a:ea typeface="+mn-lt"/>
                <a:cs typeface="+mn-lt"/>
              </a:rPr>
              <a:t>print(Let's begin) </a:t>
            </a:r>
            <a:r>
              <a:rPr lang="en-US" dirty="0">
                <a:ea typeface="+mn-lt"/>
                <a:cs typeface="+mn-lt"/>
              </a:rPr>
              <a:t>“</a:t>
            </a:r>
          </a:p>
          <a:p>
            <a:r>
              <a:rPr lang="en-US" dirty="0">
                <a:ea typeface="+mn-lt"/>
                <a:cs typeface="+mn-lt"/>
              </a:rPr>
              <a:t>How do we run python programs in visual studio code?</a:t>
            </a: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Exercise, Task:</a:t>
            </a:r>
            <a:endParaRPr lang="en-US" b="1" i="1" dirty="0"/>
          </a:p>
          <a:p>
            <a:r>
              <a:rPr lang="en-US" dirty="0">
                <a:ea typeface="+mn-lt"/>
                <a:cs typeface="+mn-lt"/>
              </a:rPr>
              <a:t>Use </a:t>
            </a:r>
            <a:r>
              <a:rPr lang="en-US" dirty="0" err="1">
                <a:ea typeface="+mn-lt"/>
                <a:cs typeface="+mn-lt"/>
              </a:rPr>
              <a:t>vscode</a:t>
            </a:r>
            <a:r>
              <a:rPr lang="en-US" dirty="0">
                <a:ea typeface="+mn-lt"/>
                <a:cs typeface="+mn-lt"/>
              </a:rPr>
              <a:t> to create a python file with your name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Write a two lines of code that outputs your name and the phrase “python is fun” on one line.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Execute the program and see the output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49194-C3C6-46D3-9E0A-345E09479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129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D5048-0614-4AC6-AE81-9B8A35A26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Data Types and Variables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25B3E-A383-4A23-8293-872674BFC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63740" y="831286"/>
            <a:ext cx="4183380" cy="5195425"/>
          </a:xfrm>
        </p:spPr>
        <p:txBody>
          <a:bodyPr/>
          <a:lstStyle/>
          <a:p>
            <a:pPr marL="0" indent="0" algn="just">
              <a:buNone/>
            </a:pPr>
            <a:r>
              <a:rPr lang="en-US" sz="1800" i="1" dirty="0">
                <a:ea typeface="+mn-lt"/>
                <a:cs typeface="+mn-lt"/>
              </a:rPr>
              <a:t>The data type of an item defines the type and range of values an item can have</a:t>
            </a:r>
            <a:r>
              <a:rPr lang="en-US" sz="1800" dirty="0">
                <a:ea typeface="+mn-lt"/>
                <a:cs typeface="+mn-lt"/>
              </a:rPr>
              <a:t>.</a:t>
            </a:r>
          </a:p>
          <a:p>
            <a:pPr marL="0" indent="0" algn="just">
              <a:buNone/>
            </a:pPr>
            <a:r>
              <a:rPr lang="en-US" sz="1800" i="1" dirty="0">
                <a:ea typeface="+mn-lt"/>
                <a:cs typeface="+mn-lt"/>
              </a:rPr>
              <a:t>A variable is simply a name to which a value can be assigned.</a:t>
            </a:r>
            <a:endParaRPr lang="en-US" sz="1800" dirty="0">
              <a:ea typeface="+mn-lt"/>
              <a:cs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B3081-7691-485B-9554-B96E0E309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654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411F69-2A59-4D76-B44A-029E14B8D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Unlike many other languages, Python does not strongly emphasize defining the data type of an object, which makes coding much simpler.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The language provides three main data types: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ea typeface="+mn-lt"/>
                <a:cs typeface="+mn-lt"/>
              </a:rPr>
              <a:t>Number</a:t>
            </a:r>
            <a:endParaRPr lang="en-US" dirty="0">
              <a:ea typeface="+mn-lt"/>
              <a:cs typeface="+mn-lt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ea typeface="+mn-lt"/>
                <a:cs typeface="+mn-lt"/>
              </a:rPr>
              <a:t>Strings</a:t>
            </a:r>
            <a:endParaRPr lang="en-US" dirty="0">
              <a:ea typeface="+mn-lt"/>
              <a:cs typeface="+mn-lt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ea typeface="+mn-lt"/>
                <a:cs typeface="+mn-lt"/>
              </a:rPr>
              <a:t>Booleans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44E229-A059-4780-B1A7-F8F59D6FB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231744"/>
            <a:ext cx="10058400" cy="587584"/>
          </a:xfrm>
        </p:spPr>
        <p:txBody>
          <a:bodyPr/>
          <a:lstStyle/>
          <a:p>
            <a:r>
              <a:rPr lang="en-US" b="1" dirty="0">
                <a:ea typeface="+mj-lt"/>
                <a:cs typeface="+mj-lt"/>
              </a:rPr>
              <a:t>Python’s Data Types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2EF4C-2456-4B4E-9381-223B30ECA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741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54BBAD-E7BA-4492-A9A4-C10677AF8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Variables allow us to give meaningful names to data</a:t>
            </a:r>
          </a:p>
          <a:p>
            <a:r>
              <a:rPr lang="en-US" dirty="0">
                <a:ea typeface="+mn-lt"/>
                <a:cs typeface="+mn-lt"/>
              </a:rPr>
              <a:t>The simplest way to assign a value to a variable is through the </a:t>
            </a:r>
            <a:r>
              <a:rPr lang="en-US" b="1" dirty="0">
                <a:ea typeface="+mn-lt"/>
                <a:cs typeface="+mn-lt"/>
              </a:rPr>
              <a:t>=</a:t>
            </a:r>
            <a:r>
              <a:rPr lang="en-US" dirty="0">
                <a:ea typeface="+mn-lt"/>
                <a:cs typeface="+mn-lt"/>
              </a:rPr>
              <a:t> operator</a:t>
            </a: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Variables allow us to store data so that we can use it later to perform operations in the code</a:t>
            </a: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C98456-4FEE-45D0-B215-03AC6C13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Variables</a:t>
            </a:r>
            <a:endParaRPr lang="en-US" dirty="0"/>
          </a:p>
        </p:txBody>
      </p:sp>
      <p:pic>
        <p:nvPicPr>
          <p:cNvPr id="6" name="Picture 6" descr="Shape&#10;&#10;Description automatically generated">
            <a:extLst>
              <a:ext uri="{FF2B5EF4-FFF2-40B4-BE49-F238E27FC236}">
                <a16:creationId xmlns:a16="http://schemas.microsoft.com/office/drawing/2014/main" id="{C2927235-2CC5-48A7-84D4-7340ECF1F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815" y="3138317"/>
            <a:ext cx="3692105" cy="16740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7D59D0-9257-4689-9613-5F90CB02E4BB}"/>
              </a:ext>
            </a:extLst>
          </p:cNvPr>
          <p:cNvSpPr txBox="1"/>
          <p:nvPr/>
        </p:nvSpPr>
        <p:spPr>
          <a:xfrm>
            <a:off x="5313871" y="3631721"/>
            <a:ext cx="280070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Variables are </a:t>
            </a:r>
            <a:r>
              <a:rPr lang="en-US" b="1" dirty="0">
                <a:ea typeface="+mn-lt"/>
                <a:cs typeface="+mn-lt"/>
              </a:rPr>
              <a:t>mutable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C4568A6-1497-4149-A6A2-E4D590425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662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E1915D-A0B1-4913-892C-99D743ADE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There are certain rules we have to follow when picking the name for a variable:</a:t>
            </a:r>
          </a:p>
          <a:p>
            <a:pPr marL="383540" lvl="1"/>
            <a:r>
              <a:rPr lang="en-US" dirty="0">
                <a:ea typeface="+mn-lt"/>
                <a:cs typeface="+mn-lt"/>
              </a:rPr>
              <a:t>The name can start with an upper- or lower-case alphabet.</a:t>
            </a:r>
          </a:p>
          <a:p>
            <a:pPr marL="383540" lvl="1"/>
            <a:r>
              <a:rPr lang="en-US" dirty="0">
                <a:ea typeface="+mn-lt"/>
                <a:cs typeface="+mn-lt"/>
              </a:rPr>
              <a:t>A number can appear in the name, but not at the beginning.</a:t>
            </a:r>
          </a:p>
          <a:p>
            <a:pPr marL="383540" lvl="1"/>
            <a:r>
              <a:rPr lang="en-US" dirty="0">
                <a:ea typeface="+mn-lt"/>
                <a:cs typeface="+mn-lt"/>
              </a:rPr>
              <a:t>The _ character can appear anywhere in the name.</a:t>
            </a:r>
          </a:p>
          <a:p>
            <a:pPr marL="383540" lvl="1"/>
            <a:r>
              <a:rPr lang="en-US" dirty="0">
                <a:ea typeface="+mn-lt"/>
                <a:cs typeface="+mn-lt"/>
              </a:rPr>
              <a:t>Spaces are not allowed. Instead, we must use like </a:t>
            </a:r>
            <a:r>
              <a:rPr lang="en-US" b="1" dirty="0" err="1">
                <a:ea typeface="+mn-lt"/>
                <a:cs typeface="+mn-lt"/>
              </a:rPr>
              <a:t>snake_case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</a:rPr>
              <a:t>to make variable names readable.</a:t>
            </a:r>
          </a:p>
          <a:p>
            <a:pPr marL="383540" lvl="1"/>
            <a:r>
              <a:rPr lang="en-US" dirty="0">
                <a:ea typeface="+mn-lt"/>
                <a:cs typeface="+mn-lt"/>
              </a:rPr>
              <a:t>The name of the variable should be something meaningful that describes the value it holds, instead of being random characters.</a:t>
            </a:r>
          </a:p>
          <a:p>
            <a:pPr marL="383540" lvl="1"/>
            <a:endParaRPr lang="en-US" dirty="0">
              <a:ea typeface="+mn-lt"/>
              <a:cs typeface="+mn-l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AFDBEBC-9239-4B69-B014-DAA6C4B88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Naming Convention 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4411A-8F1E-444C-A8FF-FE1D53B26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978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BF70EC3-2C18-4254-9FEB-75EC7A577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11" y="643468"/>
            <a:ext cx="3177847" cy="9453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/>
              <a:t>1. Numbers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B57AA8-F021-480C-A9E2-F89913313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E157B3-FB1F-4A58-B6E8-1386AE147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64" y="2639380"/>
            <a:ext cx="3782516" cy="3229714"/>
          </a:xfrm>
        </p:spPr>
        <p:txBody>
          <a:bodyPr vert="horz" lIns="0" tIns="45720" rIns="0" bIns="45720" rtlCol="0">
            <a:normAutofit/>
          </a:bodyPr>
          <a:lstStyle/>
          <a:p>
            <a:pPr algn="just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 is one of the most powerful languages when it comes to manipulating numerical data</a:t>
            </a:r>
          </a:p>
          <a:p>
            <a:pPr algn="just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There are three main types of numbers in Python: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Picture 6" descr="Diagram&#10;&#10;Description automatically generated">
            <a:extLst>
              <a:ext uri="{FF2B5EF4-FFF2-40B4-BE49-F238E27FC236}">
                <a16:creationId xmlns:a16="http://schemas.microsoft.com/office/drawing/2014/main" id="{CEDB9F62-50CA-49AD-A883-5FE6FBE1E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067" y="1026173"/>
            <a:ext cx="6301382" cy="501436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BF36B24-6632-4516-9692-73146289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5F045-E174-4DFE-B07F-BC99905C2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29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F45CFB-D734-4A0A-941F-5D875CA7A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The integer data type is comprised of all the positive and negative whole numbers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Note</a:t>
            </a:r>
            <a:r>
              <a:rPr lang="en-US" dirty="0">
                <a:ea typeface="+mn-lt"/>
                <a:cs typeface="+mn-lt"/>
              </a:rPr>
              <a:t>: In Python, all negative numbers start with the - symbol.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EAE2B42-F360-4DE8-A61A-686F647FA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Integer Numbers</a:t>
            </a:r>
            <a:endParaRPr lang="en-US" dirty="0">
              <a:ea typeface="+mj-lt"/>
              <a:cs typeface="+mj-lt"/>
            </a:endParaRPr>
          </a:p>
        </p:txBody>
      </p:sp>
      <p:pic>
        <p:nvPicPr>
          <p:cNvPr id="6" name="Picture 6" descr="Text&#10;&#10;Description automatically generated">
            <a:extLst>
              <a:ext uri="{FF2B5EF4-FFF2-40B4-BE49-F238E27FC236}">
                <a16:creationId xmlns:a16="http://schemas.microsoft.com/office/drawing/2014/main" id="{E3DD03FA-0CAF-4D2C-8CDB-CF0F271F0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966" y="2752775"/>
            <a:ext cx="8120331" cy="217196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3570D2-49C4-4A7B-A407-02FD91CE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431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B8EBBD-C7CC-490E-9451-DCEAEE4A2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Floating-point numbers, or floats, refer to positive and negative decimal numbers</a:t>
            </a:r>
          </a:p>
          <a:p>
            <a:r>
              <a:rPr lang="en-US" dirty="0">
                <a:ea typeface="+mn-lt"/>
                <a:cs typeface="+mn-lt"/>
              </a:rPr>
              <a:t>Python allows us to create decimals up to a very high decimal place</a:t>
            </a:r>
          </a:p>
          <a:p>
            <a:r>
              <a:rPr lang="en-US" dirty="0">
                <a:ea typeface="+mn-lt"/>
                <a:cs typeface="+mn-lt"/>
              </a:rPr>
              <a:t>This ensures accurate computations for precise values.</a:t>
            </a: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In Python, </a:t>
            </a:r>
            <a:r>
              <a:rPr lang="en-US" b="1" dirty="0">
                <a:ea typeface="+mn-lt"/>
                <a:cs typeface="+mn-lt"/>
              </a:rPr>
              <a:t>5 </a:t>
            </a:r>
            <a:r>
              <a:rPr lang="en-US" dirty="0">
                <a:ea typeface="+mn-lt"/>
                <a:cs typeface="+mn-lt"/>
              </a:rPr>
              <a:t>is considered to be an integer while </a:t>
            </a:r>
            <a:r>
              <a:rPr lang="en-US" b="1" dirty="0">
                <a:ea typeface="+mn-lt"/>
                <a:cs typeface="+mn-lt"/>
              </a:rPr>
              <a:t>5.0 </a:t>
            </a:r>
            <a:r>
              <a:rPr lang="en-US" dirty="0">
                <a:ea typeface="+mn-lt"/>
                <a:cs typeface="+mn-lt"/>
              </a:rPr>
              <a:t>is a float</a:t>
            </a: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4230386-6433-46E6-B64F-B8A4A998A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Floating Point Numbers</a:t>
            </a:r>
            <a:endParaRPr lang="en-US" dirty="0">
              <a:ea typeface="+mj-lt"/>
              <a:cs typeface="+mj-lt"/>
            </a:endParaRPr>
          </a:p>
        </p:txBody>
      </p:sp>
      <p:pic>
        <p:nvPicPr>
          <p:cNvPr id="6" name="Picture 6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057FC092-A926-4692-BC99-23EBA9735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111" y="3429000"/>
            <a:ext cx="5302369" cy="130593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425F9-E568-47E5-8791-6B7F06AEC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50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AF065F-0C8F-40B7-82A1-D2D8CD7F5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Python also supports complex numbers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Complex numbers are made up of a real and an imaginary part. </a:t>
            </a:r>
          </a:p>
          <a:p>
            <a:r>
              <a:rPr lang="en-US" dirty="0">
                <a:ea typeface="+mn-lt"/>
                <a:cs typeface="+mn-lt"/>
              </a:rPr>
              <a:t>Just like the </a:t>
            </a:r>
            <a:r>
              <a:rPr lang="en-US" b="1" i="1" dirty="0">
                <a:ea typeface="+mn-lt"/>
                <a:cs typeface="+mn-lt"/>
              </a:rPr>
              <a:t>print()</a:t>
            </a:r>
            <a:r>
              <a:rPr lang="en-US" dirty="0">
                <a:ea typeface="+mn-lt"/>
                <a:cs typeface="+mn-lt"/>
              </a:rPr>
              <a:t> statement is used to print values, </a:t>
            </a:r>
            <a:r>
              <a:rPr lang="en-US" b="1" i="1" dirty="0">
                <a:ea typeface="+mn-lt"/>
                <a:cs typeface="+mn-lt"/>
              </a:rPr>
              <a:t>complex()</a:t>
            </a:r>
            <a:r>
              <a:rPr lang="en-US" dirty="0">
                <a:ea typeface="+mn-lt"/>
                <a:cs typeface="+mn-lt"/>
              </a:rPr>
              <a:t> is used to create complex numbers</a:t>
            </a:r>
          </a:p>
          <a:p>
            <a:r>
              <a:rPr lang="en-US" b="1" i="1" dirty="0">
                <a:ea typeface="+mn-lt"/>
                <a:cs typeface="+mn-lt"/>
              </a:rPr>
              <a:t>complex(real, imaginary)</a:t>
            </a:r>
          </a:p>
          <a:p>
            <a:endParaRPr lang="en-US" b="1" i="1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98316E6-74AB-41EE-9E43-CC3866855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231744"/>
            <a:ext cx="10058400" cy="587584"/>
          </a:xfrm>
        </p:spPr>
        <p:txBody>
          <a:bodyPr/>
          <a:lstStyle/>
          <a:p>
            <a:r>
              <a:rPr lang="en-US" dirty="0"/>
              <a:t>COMPLEX NUMBERS</a:t>
            </a:r>
          </a:p>
        </p:txBody>
      </p:sp>
      <p:pic>
        <p:nvPicPr>
          <p:cNvPr id="6" name="Picture 6" descr="Text&#10;&#10;Description automatically generated">
            <a:extLst>
              <a:ext uri="{FF2B5EF4-FFF2-40B4-BE49-F238E27FC236}">
                <a16:creationId xmlns:a16="http://schemas.microsoft.com/office/drawing/2014/main" id="{83DC47DC-41C4-493C-9B4D-2F18774B4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306" y="4280120"/>
            <a:ext cx="8609161" cy="176011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51147-C8C4-4206-B560-D29A81A85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8140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1DC4EF-5D4A-4CA4-8F70-896BF8B2A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05635"/>
            <a:ext cx="10058400" cy="4163457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i="1" dirty="0">
                <a:ea typeface="+mn-lt"/>
                <a:cs typeface="+mn-lt"/>
              </a:rPr>
              <a:t>The Boolean (also known as bool) data type allows us to choose between two values: true and false</a:t>
            </a:r>
          </a:p>
          <a:p>
            <a:r>
              <a:rPr lang="en-US" dirty="0">
                <a:ea typeface="+mn-lt"/>
                <a:cs typeface="+mn-lt"/>
              </a:rPr>
              <a:t>A Boolean is used to determine whether the logic of an expression or a comparison is correct. </a:t>
            </a:r>
            <a:endParaRPr lang="en-US" i="1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It plays a huge role in data comparisons</a:t>
            </a:r>
            <a:endParaRPr lang="en-US" i="1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i="1" dirty="0">
              <a:ea typeface="+mn-lt"/>
              <a:cs typeface="+mn-l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9A30E6-48F0-4398-BFF5-F0EFDB26A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2. Booleans</a:t>
            </a:r>
            <a:endParaRPr lang="en-US" dirty="0">
              <a:ea typeface="+mj-lt"/>
              <a:cs typeface="+mj-lt"/>
            </a:endParaRPr>
          </a:p>
        </p:txBody>
      </p:sp>
      <p:pic>
        <p:nvPicPr>
          <p:cNvPr id="6" name="Picture 6" descr="Diagram&#10;&#10;Description automatically generated">
            <a:extLst>
              <a:ext uri="{FF2B5EF4-FFF2-40B4-BE49-F238E27FC236}">
                <a16:creationId xmlns:a16="http://schemas.microsoft.com/office/drawing/2014/main" id="{D0C51D55-2315-480C-82A4-B564D11B7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269" y="2952031"/>
            <a:ext cx="3601348" cy="3009900"/>
          </a:xfrm>
          <a:prstGeom prst="rect">
            <a:avLst/>
          </a:prstGeom>
        </p:spPr>
      </p:pic>
      <p:pic>
        <p:nvPicPr>
          <p:cNvPr id="7" name="Picture 7" descr="Text&#10;&#10;Description automatically generated">
            <a:extLst>
              <a:ext uri="{FF2B5EF4-FFF2-40B4-BE49-F238E27FC236}">
                <a16:creationId xmlns:a16="http://schemas.microsoft.com/office/drawing/2014/main" id="{F62EB38E-A6A2-4DD6-8D10-52CC06F27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5009" y="3879731"/>
            <a:ext cx="3696418" cy="208220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97C521A-6698-4C2B-8890-6ABEB855F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24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71FD8C1-B48E-4A1B-99AD-0F963B807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11" y="643468"/>
            <a:ext cx="3177847" cy="16741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dirty="0"/>
              <a:t>3. Strings</a:t>
            </a:r>
            <a:endParaRPr lang="en-US" sz="40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B57AA8-F021-480C-A9E2-F89913313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2C970F-5180-4CC1-9A84-A1B244BD1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64" y="2639380"/>
            <a:ext cx="3943641" cy="3229714"/>
          </a:xfrm>
        </p:spPr>
        <p:txBody>
          <a:bodyPr vert="horz" lIns="0" tIns="45720" rIns="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string is a collection of characters closed within single or double quotation marks. </a:t>
            </a:r>
          </a:p>
          <a:p>
            <a:pPr>
              <a:lnSpc>
                <a:spcPct val="90000"/>
              </a:lnSpc>
            </a:pP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group of characters such as </a:t>
            </a:r>
            <a:r>
              <a:rPr lang="en-US" sz="17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"Hello World"</a:t>
            </a: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is an example of the string data type.</a:t>
            </a:r>
          </a:p>
          <a:p>
            <a:pPr>
              <a:lnSpc>
                <a:spcPct val="90000"/>
              </a:lnSpc>
            </a:pP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string can also contain a single character or be empty</a:t>
            </a:r>
          </a:p>
          <a:p>
            <a:pPr>
              <a:lnSpc>
                <a:spcPct val="90000"/>
              </a:lnSpc>
            </a:pPr>
            <a:endParaRPr lang="en-US" sz="1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Picture 6" descr="Text&#10;&#10;Description automatically generated">
            <a:extLst>
              <a:ext uri="{FF2B5EF4-FFF2-40B4-BE49-F238E27FC236}">
                <a16:creationId xmlns:a16="http://schemas.microsoft.com/office/drawing/2014/main" id="{CC856DFE-7C48-4B7F-B5D9-BEE99F6CB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177" y="2629793"/>
            <a:ext cx="7151352" cy="249865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BF36B24-6632-4516-9692-73146289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F4DDC8-8E06-4F45-AE0A-6F7CD572B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007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22FF3A-CE29-499A-94FC-F1C3F6D5D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The length of a string can be found using the </a:t>
            </a:r>
            <a:r>
              <a:rPr lang="en-US" b="1" dirty="0" err="1">
                <a:ea typeface="+mn-lt"/>
                <a:cs typeface="+mn-lt"/>
              </a:rPr>
              <a:t>len</a:t>
            </a:r>
            <a:r>
              <a:rPr lang="en-US" dirty="0">
                <a:ea typeface="+mn-lt"/>
                <a:cs typeface="+mn-lt"/>
              </a:rPr>
              <a:t> statement</a:t>
            </a:r>
          </a:p>
          <a:p>
            <a:r>
              <a:rPr lang="en-US" dirty="0">
                <a:ea typeface="+mn-lt"/>
                <a:cs typeface="+mn-lt"/>
              </a:rPr>
              <a:t>This length indicates the number of characters in the string:</a:t>
            </a:r>
          </a:p>
          <a:p>
            <a:endParaRPr lang="en-US" dirty="0">
              <a:ea typeface="+mn-lt"/>
              <a:cs typeface="+mn-l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7C8562-62EA-4259-927A-4F7EB0B0E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231744"/>
            <a:ext cx="10058400" cy="587584"/>
          </a:xfrm>
        </p:spPr>
        <p:txBody>
          <a:bodyPr/>
          <a:lstStyle/>
          <a:p>
            <a:r>
              <a:rPr lang="en-US" b="1" dirty="0">
                <a:ea typeface="+mj-lt"/>
                <a:cs typeface="+mj-lt"/>
              </a:rPr>
              <a:t>The Length of a String</a:t>
            </a:r>
          </a:p>
        </p:txBody>
      </p:sp>
      <p:pic>
        <p:nvPicPr>
          <p:cNvPr id="6" name="Picture 6" descr="Text&#10;&#10;Description automatically generated">
            <a:extLst>
              <a:ext uri="{FF2B5EF4-FFF2-40B4-BE49-F238E27FC236}">
                <a16:creationId xmlns:a16="http://schemas.microsoft.com/office/drawing/2014/main" id="{0127C03C-7A92-45E4-B88C-8D363F44A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211" y="3372178"/>
            <a:ext cx="9629955" cy="1177567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EDCB5-FB0D-4B27-9610-2E2DA3891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62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040E0C-0B52-4C8B-88A2-A49C47ADF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In a string, every character is given a numerical </a:t>
            </a:r>
            <a:r>
              <a:rPr lang="en-US" b="1" dirty="0">
                <a:ea typeface="+mn-lt"/>
                <a:cs typeface="+mn-lt"/>
              </a:rPr>
              <a:t>index </a:t>
            </a:r>
            <a:r>
              <a:rPr lang="en-US" dirty="0">
                <a:ea typeface="+mn-lt"/>
                <a:cs typeface="+mn-lt"/>
              </a:rPr>
              <a:t>based on its position.</a:t>
            </a:r>
          </a:p>
          <a:p>
            <a:r>
              <a:rPr lang="en-US" dirty="0">
                <a:ea typeface="+mn-lt"/>
                <a:cs typeface="+mn-lt"/>
              </a:rPr>
              <a:t>A string in Python is indexed from 0 to n-1 where n is its length</a:t>
            </a:r>
          </a:p>
          <a:p>
            <a:endParaRPr lang="en-US" b="1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395B44-BE9B-442E-9F54-BC25937F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223737"/>
            <a:ext cx="10058400" cy="587584"/>
          </a:xfrm>
        </p:spPr>
        <p:txBody>
          <a:bodyPr/>
          <a:lstStyle/>
          <a:p>
            <a:r>
              <a:rPr lang="en-US" b="1" dirty="0">
                <a:ea typeface="+mj-lt"/>
                <a:cs typeface="+mj-lt"/>
              </a:rPr>
              <a:t>String Indexing</a:t>
            </a:r>
            <a:endParaRPr lang="en-US" dirty="0">
              <a:ea typeface="+mj-lt"/>
              <a:cs typeface="+mj-lt"/>
            </a:endParaRPr>
          </a:p>
        </p:txBody>
      </p:sp>
      <p:pic>
        <p:nvPicPr>
          <p:cNvPr id="6" name="Picture 6" descr="Chart, waterfall chart&#10;&#10;Description automatically generated">
            <a:extLst>
              <a:ext uri="{FF2B5EF4-FFF2-40B4-BE49-F238E27FC236}">
                <a16:creationId xmlns:a16="http://schemas.microsoft.com/office/drawing/2014/main" id="{A42A9F40-91D1-4153-9FB1-5968D7A5F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268" y="3097335"/>
            <a:ext cx="5963727" cy="2474877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430A8-A5C3-4787-B4A1-597D3748F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1349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DC6BF59-D8AC-4C43-BC06-AE76BD5CA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06918"/>
            <a:ext cx="10058400" cy="3962174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Accessing Characters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 dirty="0"/>
          </a:p>
          <a:p>
            <a:pPr marL="383540" lvl="1"/>
            <a:r>
              <a:rPr lang="en-US" dirty="0">
                <a:ea typeface="+mn-lt"/>
                <a:cs typeface="+mn-lt"/>
              </a:rPr>
              <a:t>Each character in a string can be accessed using its index.</a:t>
            </a:r>
            <a:endParaRPr lang="en-US" dirty="0"/>
          </a:p>
          <a:p>
            <a:pPr marL="383540" lvl="1"/>
            <a:r>
              <a:rPr lang="en-US" dirty="0">
                <a:ea typeface="+mn-lt"/>
                <a:cs typeface="+mn-lt"/>
              </a:rPr>
              <a:t>The index must be closed within square brackets, [], and appended to the string</a:t>
            </a:r>
          </a:p>
          <a:p>
            <a:pPr>
              <a:buClr>
                <a:srgbClr val="ECEEF7"/>
              </a:buClr>
            </a:pPr>
            <a:r>
              <a:rPr lang="en-US" b="1" dirty="0">
                <a:ea typeface="+mn-lt"/>
                <a:cs typeface="+mn-lt"/>
              </a:rPr>
              <a:t>Reverse Indexing:</a:t>
            </a:r>
            <a:endParaRPr lang="en-US" dirty="0">
              <a:ea typeface="+mn-lt"/>
              <a:cs typeface="+mn-lt"/>
            </a:endParaRPr>
          </a:p>
          <a:p>
            <a:pPr marL="383540" lvl="1"/>
            <a:r>
              <a:rPr lang="en-US" dirty="0">
                <a:ea typeface="+mn-lt"/>
                <a:cs typeface="+mn-lt"/>
              </a:rPr>
              <a:t>We can also change our indexing convention by using negative indices</a:t>
            </a:r>
            <a:endParaRPr lang="en-US" b="1" dirty="0">
              <a:ea typeface="+mn-lt"/>
              <a:cs typeface="+mn-lt"/>
            </a:endParaRPr>
          </a:p>
          <a:p>
            <a:pPr marL="383540" lvl="1"/>
            <a:r>
              <a:rPr lang="en-US" dirty="0">
                <a:ea typeface="+mn-lt"/>
                <a:cs typeface="+mn-lt"/>
              </a:rPr>
              <a:t>Negative indices start from the opposite end of the string</a:t>
            </a:r>
          </a:p>
          <a:p>
            <a:pPr>
              <a:buClr>
                <a:srgbClr val="ECEEF7"/>
              </a:buClr>
            </a:pPr>
            <a:r>
              <a:rPr lang="en-US" b="1" dirty="0">
                <a:ea typeface="+mn-lt"/>
                <a:cs typeface="+mn-lt"/>
              </a:rPr>
              <a:t>String Slicing: </a:t>
            </a:r>
            <a:r>
              <a:rPr lang="en-US" dirty="0">
                <a:ea typeface="+mn-lt"/>
                <a:cs typeface="+mn-lt"/>
              </a:rPr>
              <a:t>Slicing is the process of obtaining a portion (substring) of a string by using its indices</a:t>
            </a:r>
          </a:p>
          <a:p>
            <a:pPr marL="383540" lvl="1"/>
            <a:endParaRPr lang="en-US" dirty="0">
              <a:ea typeface="+mn-lt"/>
              <a:cs typeface="+mn-lt"/>
            </a:endParaRPr>
          </a:p>
          <a:p>
            <a:pPr>
              <a:buClr>
                <a:srgbClr val="ECEEF7"/>
              </a:buClr>
            </a:pPr>
            <a:endParaRPr lang="en-US" dirty="0">
              <a:ea typeface="+mn-lt"/>
              <a:cs typeface="+mn-l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B36406C-92EE-4DD9-A36D-5D77F17F4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Manipulating strings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B301AF91-78AE-4C30-A19E-DA33E3D22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057" y="4859438"/>
            <a:ext cx="1647825" cy="36195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AC0B44-B122-4165-B6B6-FA948D4A0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5068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E81946-E952-4E1E-9C26-A8AC58C7F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 fontScale="92500"/>
          </a:bodyPr>
          <a:lstStyle/>
          <a:p>
            <a:r>
              <a:rPr lang="en-US" b="1" dirty="0">
                <a:ea typeface="+mn-lt"/>
                <a:cs typeface="+mn-lt"/>
              </a:rPr>
              <a:t>Slicing with a Step:</a:t>
            </a:r>
          </a:p>
          <a:p>
            <a:pPr marL="383540" lvl="1"/>
            <a:r>
              <a:rPr lang="en-US" dirty="0">
                <a:ea typeface="+mn-lt"/>
                <a:cs typeface="+mn-lt"/>
              </a:rPr>
              <a:t>we can define a </a:t>
            </a:r>
            <a:r>
              <a:rPr lang="en-US" b="1" dirty="0">
                <a:ea typeface="+mn-lt"/>
                <a:cs typeface="+mn-lt"/>
              </a:rPr>
              <a:t>step </a:t>
            </a:r>
            <a:r>
              <a:rPr lang="en-US" dirty="0">
                <a:ea typeface="+mn-lt"/>
                <a:cs typeface="+mn-lt"/>
              </a:rPr>
              <a:t>through which we can skip characters in the string</a:t>
            </a:r>
          </a:p>
          <a:p>
            <a:pPr marL="383540" lvl="1"/>
            <a:r>
              <a:rPr lang="en-US" dirty="0">
                <a:ea typeface="+mn-lt"/>
                <a:cs typeface="+mn-lt"/>
              </a:rPr>
              <a:t>The default step is 1  </a:t>
            </a:r>
          </a:p>
          <a:p>
            <a:pPr>
              <a:buClr>
                <a:srgbClr val="ECEEF7"/>
              </a:buClr>
            </a:pPr>
            <a:r>
              <a:rPr lang="en-US" b="1" dirty="0">
                <a:ea typeface="+mn-lt"/>
                <a:cs typeface="+mn-lt"/>
              </a:rPr>
              <a:t>Reverse Slicing: </a:t>
            </a:r>
            <a:r>
              <a:rPr lang="en-US" dirty="0">
                <a:ea typeface="+mn-lt"/>
                <a:cs typeface="+mn-lt"/>
              </a:rPr>
              <a:t>Strings can also be sliced to return a reversed substring.</a:t>
            </a:r>
          </a:p>
          <a:p>
            <a:pPr marL="383540" lvl="1"/>
            <a:r>
              <a:rPr lang="en-US" dirty="0">
                <a:ea typeface="+mn-lt"/>
                <a:cs typeface="+mn-lt"/>
              </a:rPr>
              <a:t>In this case, we would need to switch the order of the </a:t>
            </a:r>
            <a:r>
              <a:rPr lang="en-US" b="1" dirty="0">
                <a:ea typeface="+mn-lt"/>
                <a:cs typeface="+mn-lt"/>
              </a:rPr>
              <a:t>start</a:t>
            </a:r>
            <a:r>
              <a:rPr lang="en-US" dirty="0">
                <a:ea typeface="+mn-lt"/>
                <a:cs typeface="+mn-lt"/>
              </a:rPr>
              <a:t> and </a:t>
            </a:r>
            <a:r>
              <a:rPr lang="en-US" b="1" dirty="0">
                <a:ea typeface="+mn-lt"/>
                <a:cs typeface="+mn-lt"/>
              </a:rPr>
              <a:t>end </a:t>
            </a:r>
            <a:r>
              <a:rPr lang="en-US" dirty="0">
                <a:ea typeface="+mn-lt"/>
                <a:cs typeface="+mn-lt"/>
              </a:rPr>
              <a:t>indices.</a:t>
            </a:r>
          </a:p>
          <a:p>
            <a:pPr>
              <a:buClr>
                <a:srgbClr val="ECEEF7"/>
              </a:buClr>
            </a:pPr>
            <a:r>
              <a:rPr lang="en-US" b="1" dirty="0">
                <a:ea typeface="+mn-lt"/>
                <a:cs typeface="+mn-lt"/>
              </a:rPr>
              <a:t>Partial Slicing: </a:t>
            </a:r>
            <a:r>
              <a:rPr lang="en-US" dirty="0">
                <a:ea typeface="+mn-lt"/>
                <a:cs typeface="+mn-lt"/>
              </a:rPr>
              <a:t>One thing to note is that specifying the </a:t>
            </a:r>
            <a:r>
              <a:rPr lang="en-US" b="1" dirty="0">
                <a:ea typeface="+mn-lt"/>
                <a:cs typeface="+mn-lt"/>
              </a:rPr>
              <a:t>start</a:t>
            </a:r>
            <a:r>
              <a:rPr lang="en-US" dirty="0">
                <a:ea typeface="+mn-lt"/>
                <a:cs typeface="+mn-lt"/>
              </a:rPr>
              <a:t> and </a:t>
            </a:r>
            <a:r>
              <a:rPr lang="en-US" b="1" dirty="0">
                <a:ea typeface="+mn-lt"/>
                <a:cs typeface="+mn-lt"/>
              </a:rPr>
              <a:t>end</a:t>
            </a:r>
            <a:r>
              <a:rPr lang="en-US" dirty="0">
                <a:ea typeface="+mn-lt"/>
                <a:cs typeface="+mn-lt"/>
              </a:rPr>
              <a:t> indices is optional.</a:t>
            </a:r>
          </a:p>
          <a:p>
            <a:pPr marL="383540"/>
            <a:r>
              <a:rPr lang="en-US" dirty="0">
                <a:ea typeface="+mn-lt"/>
                <a:cs typeface="+mn-lt"/>
              </a:rPr>
              <a:t>If </a:t>
            </a:r>
            <a:r>
              <a:rPr lang="en-US" b="1" dirty="0">
                <a:ea typeface="+mn-lt"/>
                <a:cs typeface="+mn-lt"/>
              </a:rPr>
              <a:t>start</a:t>
            </a:r>
            <a:r>
              <a:rPr lang="en-US" dirty="0">
                <a:ea typeface="+mn-lt"/>
                <a:cs typeface="+mn-lt"/>
              </a:rPr>
              <a:t> is not provided, the substring will have all the characters until the </a:t>
            </a:r>
            <a:r>
              <a:rPr lang="en-US" b="1" dirty="0">
                <a:ea typeface="+mn-lt"/>
                <a:cs typeface="+mn-lt"/>
              </a:rPr>
              <a:t>end</a:t>
            </a:r>
            <a:r>
              <a:rPr lang="en-US" dirty="0">
                <a:ea typeface="+mn-lt"/>
                <a:cs typeface="+mn-lt"/>
              </a:rPr>
              <a:t> index.</a:t>
            </a:r>
          </a:p>
          <a:p>
            <a:pPr marL="383540" lvl="1"/>
            <a:r>
              <a:rPr lang="en-US" dirty="0">
                <a:ea typeface="+mn-lt"/>
                <a:cs typeface="+mn-lt"/>
              </a:rPr>
              <a:t>If </a:t>
            </a:r>
            <a:r>
              <a:rPr lang="en-US" b="1" dirty="0">
                <a:ea typeface="+mn-lt"/>
                <a:cs typeface="+mn-lt"/>
              </a:rPr>
              <a:t>end</a:t>
            </a:r>
            <a:r>
              <a:rPr lang="en-US" dirty="0">
                <a:ea typeface="+mn-lt"/>
                <a:cs typeface="+mn-lt"/>
              </a:rPr>
              <a:t> is not provided, the substring will begin from the </a:t>
            </a:r>
            <a:r>
              <a:rPr lang="en-US" b="1" dirty="0">
                <a:ea typeface="+mn-lt"/>
                <a:cs typeface="+mn-lt"/>
              </a:rPr>
              <a:t>start</a:t>
            </a:r>
            <a:r>
              <a:rPr lang="en-US" dirty="0">
                <a:ea typeface="+mn-lt"/>
                <a:cs typeface="+mn-lt"/>
              </a:rPr>
              <a:t> index and go all the way to the end</a:t>
            </a:r>
            <a:endParaRPr lang="en-US" dirty="0"/>
          </a:p>
          <a:p>
            <a:pPr marL="383540" lvl="1"/>
            <a:endParaRPr lang="en-US" dirty="0">
              <a:ea typeface="+mn-lt"/>
              <a:cs typeface="+mn-l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3B07F56-5570-407A-BA56-97B02FF72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189855"/>
            <a:ext cx="10058400" cy="587584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Manipulating strings …..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7267DBC0-A53A-49CA-BD8D-57CC9F449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8477" y="2769726"/>
            <a:ext cx="2209800" cy="4191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BC458-4AE6-434E-A5E2-45F472383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6703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E1530B0-6F96-46C0-8B3E-3215CB756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4910CF-1B56-45D3-960A-E89F7B3B9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66E959-28E5-4B37-9D15-EF75AF16C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>
                <a:solidFill>
                  <a:schemeClr val="bg1"/>
                </a:solidFill>
              </a:rPr>
              <a:t>Example &amp; Exercises</a:t>
            </a: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2E94AC0E-69BA-4587-9AD0-912BE48FD6F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37490966"/>
              </p:ext>
            </p:extLst>
          </p:nvPr>
        </p:nvGraphicFramePr>
        <p:xfrm>
          <a:off x="4368052" y="280330"/>
          <a:ext cx="7329636" cy="61099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4" name="Slide Number Placeholder 63">
            <a:extLst>
              <a:ext uri="{FF2B5EF4-FFF2-40B4-BE49-F238E27FC236}">
                <a16:creationId xmlns:a16="http://schemas.microsoft.com/office/drawing/2014/main" id="{E8325005-E3D0-4C43-863D-9AAB4D512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32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49B26A-1313-40FD-9D24-9D7D684EF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63786"/>
            <a:ext cx="10058400" cy="4249721"/>
          </a:xfrm>
        </p:spPr>
        <p:txBody>
          <a:bodyPr vert="horz" lIns="0" tIns="45720" rIns="0" bIns="45720" rtlCol="0" anchor="t">
            <a:normAutofit fontScale="925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The Input is nothing but some value from a system or user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dirty="0">
                <a:ea typeface="+mn-lt"/>
                <a:cs typeface="+mn-lt"/>
              </a:rPr>
              <a:t>In Python, we have the following two functions to handle input from a user and system</a:t>
            </a:r>
            <a:endParaRPr lang="en-US" dirty="0"/>
          </a:p>
          <a:p>
            <a:pPr marL="383540" lvl="1"/>
            <a:r>
              <a:rPr lang="en-US" b="1" dirty="0">
                <a:ea typeface="+mn-lt"/>
                <a:cs typeface="+mn-lt"/>
              </a:rPr>
              <a:t>input(prompt) </a:t>
            </a:r>
            <a:r>
              <a:rPr lang="en-US" dirty="0">
                <a:ea typeface="+mn-lt"/>
                <a:cs typeface="+mn-lt"/>
              </a:rPr>
              <a:t>to accept input from a user</a:t>
            </a:r>
          </a:p>
          <a:p>
            <a:pPr marL="383540" lvl="1"/>
            <a:r>
              <a:rPr lang="en-US" b="1" dirty="0">
                <a:ea typeface="+mn-lt"/>
                <a:cs typeface="+mn-lt"/>
              </a:rPr>
              <a:t>print()</a:t>
            </a:r>
            <a:r>
              <a:rPr lang="en-US" dirty="0">
                <a:ea typeface="+mn-lt"/>
                <a:cs typeface="+mn-lt"/>
              </a:rPr>
              <a:t> to display output on the console.</a:t>
            </a:r>
          </a:p>
          <a:p>
            <a:pPr marL="200660" lvl="1" indent="0">
              <a:buNone/>
            </a:pPr>
            <a:r>
              <a:rPr lang="en-US" b="1" dirty="0">
                <a:ea typeface="+mn-lt"/>
                <a:cs typeface="+mn-lt"/>
              </a:rPr>
              <a:t>Example:</a:t>
            </a:r>
            <a:r>
              <a:rPr lang="en-US" dirty="0">
                <a:ea typeface="+mn-lt"/>
                <a:cs typeface="+mn-lt"/>
              </a:rPr>
              <a:t> </a:t>
            </a:r>
          </a:p>
          <a:p>
            <a:pPr marL="383540" lvl="1">
              <a:buNone/>
            </a:pPr>
            <a:r>
              <a:rPr lang="en-US" dirty="0">
                <a:ea typeface="+mn-lt"/>
                <a:cs typeface="+mn-lt"/>
              </a:rPr>
              <a:t>name = input("Enter Employee Name ")</a:t>
            </a:r>
            <a:endParaRPr lang="en-US" dirty="0"/>
          </a:p>
          <a:p>
            <a:pPr marL="383540" lvl="1">
              <a:buNone/>
            </a:pPr>
            <a:r>
              <a:rPr lang="en-US" dirty="0">
                <a:ea typeface="+mn-lt"/>
                <a:cs typeface="+mn-lt"/>
              </a:rPr>
              <a:t>salary = input("Enter salary ")</a:t>
            </a:r>
            <a:endParaRPr lang="en-US" dirty="0"/>
          </a:p>
          <a:p>
            <a:pPr marL="383540" lvl="1">
              <a:buNone/>
            </a:pPr>
            <a:r>
              <a:rPr lang="en-US" dirty="0">
                <a:ea typeface="+mn-lt"/>
                <a:cs typeface="+mn-lt"/>
              </a:rPr>
              <a:t>company = input("Enter Company name ")</a:t>
            </a:r>
            <a:endParaRPr lang="en-US" dirty="0"/>
          </a:p>
          <a:p>
            <a:pPr marL="383540" lvl="1">
              <a:buNone/>
            </a:pPr>
            <a:endParaRPr lang="en-US" dirty="0"/>
          </a:p>
          <a:p>
            <a:pPr marL="383540" lvl="1">
              <a:buNone/>
            </a:pPr>
            <a:r>
              <a:rPr lang="en-US" dirty="0">
                <a:ea typeface="+mn-lt"/>
                <a:cs typeface="+mn-lt"/>
              </a:rPr>
              <a:t>print("\n")</a:t>
            </a:r>
            <a:endParaRPr lang="en-US" dirty="0"/>
          </a:p>
          <a:p>
            <a:pPr marL="383540" lvl="1">
              <a:buNone/>
            </a:pPr>
            <a:r>
              <a:rPr lang="en-US" dirty="0">
                <a:ea typeface="+mn-lt"/>
                <a:cs typeface="+mn-lt"/>
              </a:rPr>
              <a:t>print("Printing Employee Details")</a:t>
            </a:r>
            <a:endParaRPr lang="en-US" dirty="0"/>
          </a:p>
          <a:p>
            <a:pPr marL="383540" lvl="1">
              <a:buNone/>
            </a:pPr>
            <a:r>
              <a:rPr lang="en-US" dirty="0">
                <a:ea typeface="+mn-lt"/>
                <a:cs typeface="+mn-lt"/>
              </a:rPr>
              <a:t>print("Name", "Salary", "Company")</a:t>
            </a:r>
            <a:endParaRPr lang="en-US" dirty="0"/>
          </a:p>
          <a:p>
            <a:pPr marL="383540" lvl="1">
              <a:buNone/>
            </a:pPr>
            <a:r>
              <a:rPr lang="en-US" dirty="0">
                <a:ea typeface="+mn-lt"/>
                <a:cs typeface="+mn-lt"/>
              </a:rPr>
              <a:t>print(name, salary, company)</a:t>
            </a:r>
            <a:endParaRPr lang="en-US" dirty="0"/>
          </a:p>
          <a:p>
            <a:pPr marL="200660" lvl="1" indent="0">
              <a:buNone/>
            </a:pPr>
            <a:endParaRPr lang="en-US" dirty="0">
              <a:ea typeface="+mn-lt"/>
              <a:cs typeface="+mn-lt"/>
            </a:endParaRPr>
          </a:p>
          <a:p>
            <a:pPr marL="383540" lvl="1"/>
            <a:endParaRPr lang="en-US" dirty="0">
              <a:ea typeface="+mn-lt"/>
              <a:cs typeface="+mn-lt"/>
            </a:endParaRPr>
          </a:p>
          <a:p>
            <a:pPr marL="383540" lvl="1"/>
            <a:endParaRPr lang="en-US" dirty="0">
              <a:ea typeface="+mn-lt"/>
              <a:cs typeface="+mn-lt"/>
            </a:endParaRPr>
          </a:p>
          <a:p>
            <a:pPr marL="383540" lvl="1"/>
            <a:endParaRPr lang="en-US" dirty="0">
              <a:ea typeface="+mn-lt"/>
              <a:cs typeface="+mn-l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84457C0-6852-40F8-8446-D2F4F9321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USER input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AEF27-55EB-47C0-AFDB-25641AFDF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547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327045-6FD4-4034-86A3-1F53570BB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When programming, there are times we need to convert values between types in order to manipulate values in a different way</a:t>
            </a:r>
          </a:p>
          <a:p>
            <a:pPr marL="383540" lvl="1"/>
            <a:r>
              <a:rPr lang="en-US" b="1" dirty="0"/>
              <a:t>Converting Integers to Floats : </a:t>
            </a:r>
            <a:r>
              <a:rPr lang="en-US" dirty="0"/>
              <a:t>we use float() method</a:t>
            </a:r>
            <a:endParaRPr lang="en-US" dirty="0">
              <a:ea typeface="+mn-lt"/>
              <a:cs typeface="+mn-lt"/>
            </a:endParaRPr>
          </a:p>
          <a:p>
            <a:pPr marL="383540" lvl="1"/>
            <a:r>
              <a:rPr lang="en-US" b="1" dirty="0"/>
              <a:t>Converting Floats to Integers:  </a:t>
            </a:r>
            <a:r>
              <a:rPr lang="en-US" dirty="0"/>
              <a:t>we use int() method</a:t>
            </a:r>
            <a:endParaRPr lang="en-US" dirty="0">
              <a:ea typeface="+mn-lt"/>
              <a:cs typeface="+mn-lt"/>
            </a:endParaRPr>
          </a:p>
          <a:p>
            <a:pPr marL="383540" lvl="1"/>
            <a:r>
              <a:rPr lang="en-US" b="1" dirty="0"/>
              <a:t>Converting Numbers to Strings: </a:t>
            </a:r>
            <a:r>
              <a:rPr lang="en-US" dirty="0"/>
              <a:t>we use str() method</a:t>
            </a:r>
            <a:endParaRPr lang="en-US" dirty="0">
              <a:ea typeface="+mn-lt"/>
              <a:cs typeface="+mn-lt"/>
            </a:endParaRPr>
          </a:p>
          <a:p>
            <a:pPr marL="383540" lvl="1"/>
            <a:r>
              <a:rPr lang="en-US" b="1" dirty="0"/>
              <a:t>Converting Strings to Numbers: </a:t>
            </a:r>
            <a:r>
              <a:rPr lang="en-US" dirty="0">
                <a:ea typeface="+mn-lt"/>
                <a:cs typeface="+mn-lt"/>
              </a:rPr>
              <a:t>we use the int() and float() methods.</a:t>
            </a:r>
            <a:endParaRPr lang="en-US" b="1" dirty="0">
              <a:ea typeface="+mn-lt"/>
              <a:cs typeface="+mn-lt"/>
            </a:endParaRPr>
          </a:p>
          <a:p>
            <a:pPr marL="383540" lvl="1"/>
            <a:endParaRPr lang="en-US" b="1" dirty="0">
              <a:ea typeface="+mn-lt"/>
              <a:cs typeface="+mn-lt"/>
            </a:endParaRPr>
          </a:p>
          <a:p>
            <a:pPr marL="383540" lvl="1"/>
            <a:endParaRPr lang="en-US" dirty="0">
              <a:ea typeface="+mn-lt"/>
              <a:cs typeface="+mn-l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88C7133-A74D-467D-9A39-B59422F4D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231744"/>
            <a:ext cx="10058400" cy="587584"/>
          </a:xfrm>
        </p:spPr>
        <p:txBody>
          <a:bodyPr/>
          <a:lstStyle/>
          <a:p>
            <a:r>
              <a:rPr lang="en-US" dirty="0"/>
              <a:t>Data Type Conversion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00EE4-7081-4B58-B39F-AF5DF5D47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4014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A6E07-C0B2-4B7E-8DFC-1FC26B80B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&amp; 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B6BAE-2406-4798-B092-6BC62B49733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1800" dirty="0">
                <a:ea typeface="+mn-lt"/>
                <a:cs typeface="+mn-lt"/>
              </a:rPr>
              <a:t>Write a simple program that prints the total number of characters of a string entered by the user.</a:t>
            </a:r>
          </a:p>
          <a:p>
            <a:endParaRPr lang="en-US" sz="1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6F9D9-6719-482F-9EB6-852E8E5BF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4280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E51183-D0D9-A74B-94F0-9EC0104A7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35207"/>
            <a:ext cx="6194236" cy="587584"/>
          </a:xfrm>
        </p:spPr>
        <p:txBody>
          <a:bodyPr/>
          <a:lstStyle/>
          <a:p>
            <a:pPr>
              <a:tabLst>
                <a:tab pos="3308350" algn="l"/>
              </a:tabLst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Python operators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9ED1B1-6FE0-FA43-95C4-366DBD1F1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66343" y="831286"/>
            <a:ext cx="4077908" cy="5195425"/>
          </a:xfrm>
        </p:spPr>
        <p:txBody>
          <a:bodyPr>
            <a:normAutofit/>
          </a:bodyPr>
          <a:lstStyle/>
          <a:p>
            <a:pPr marL="400050" indent="-400050" algn="just">
              <a:buFont typeface="Wingdings" panose="05000000000000000000" pitchFamily="2" charset="2"/>
              <a:buChar char="q"/>
            </a:pPr>
            <a:r>
              <a:rPr lang="en-US" sz="1800" b="1" spc="200" dirty="0">
                <a:ea typeface="+mn-lt"/>
                <a:cs typeface="+mn-lt"/>
              </a:rPr>
              <a:t>Operators</a:t>
            </a:r>
            <a:r>
              <a:rPr lang="en-US" sz="1800" spc="200" dirty="0">
                <a:ea typeface="+mn-lt"/>
                <a:cs typeface="+mn-lt"/>
              </a:rPr>
              <a:t> are used to perform arithmetic and logical operations on data. </a:t>
            </a:r>
          </a:p>
          <a:p>
            <a:pPr marL="400050" indent="-400050" algn="just">
              <a:buFont typeface="Wingdings" panose="05000000000000000000" pitchFamily="2" charset="2"/>
              <a:buChar char="q"/>
            </a:pPr>
            <a:r>
              <a:rPr lang="en-US" sz="1800" spc="200" dirty="0">
                <a:ea typeface="+mn-lt"/>
                <a:cs typeface="+mn-lt"/>
              </a:rPr>
              <a:t>They enable us to manipulate and interpret data to produce useful outputs.</a:t>
            </a:r>
            <a:r>
              <a:rPr lang="en-US" sz="1800" spc="200" dirty="0"/>
              <a:t>"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D422C-DB9D-4FCD-9C25-A2721536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6729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8D6F755-7E05-476D-9517-541766B4F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514350" indent="-514350"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Python Operators</a:t>
            </a:r>
            <a:endParaRPr lang="en-US" dirty="0"/>
          </a:p>
          <a:p>
            <a:pPr marL="514350" indent="-514350"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Conditional Statements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BDCE95F-1572-4CAD-9BC6-8C124A586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2FDE1-E6A5-4B3C-B5A9-BC3FF39A3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859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0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9" name="Straight Connector 12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4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1219198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99B55B-97FA-4619-9237-D69194516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516835"/>
            <a:ext cx="3448259" cy="6888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Operators</a:t>
            </a:r>
          </a:p>
        </p:txBody>
      </p:sp>
      <p:cxnSp>
        <p:nvCxnSpPr>
          <p:cNvPr id="12" name="Straight Connector 16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686" y="2353592"/>
            <a:ext cx="329184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9A4641-DDCF-4D73-9068-BD91C4B4E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727" y="2425717"/>
            <a:ext cx="3837752" cy="3659048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sz="1800" dirty="0">
                <a:ea typeface="+mn-lt"/>
                <a:cs typeface="+mn-lt"/>
              </a:rPr>
              <a:t>Python operators follow the </a:t>
            </a:r>
            <a:r>
              <a:rPr lang="en-US" sz="1800" b="1" dirty="0">
                <a:ea typeface="+mn-lt"/>
                <a:cs typeface="+mn-lt"/>
              </a:rPr>
              <a:t>in-fix </a:t>
            </a:r>
            <a:r>
              <a:rPr lang="en-US" sz="1800" dirty="0">
                <a:ea typeface="+mn-lt"/>
                <a:cs typeface="+mn-lt"/>
              </a:rPr>
              <a:t>or </a:t>
            </a:r>
            <a:r>
              <a:rPr lang="en-US" sz="1800" b="1" dirty="0">
                <a:ea typeface="+mn-lt"/>
                <a:cs typeface="+mn-lt"/>
              </a:rPr>
              <a:t>prefix</a:t>
            </a:r>
            <a:r>
              <a:rPr lang="en-US" sz="1800" dirty="0">
                <a:ea typeface="+mn-lt"/>
                <a:cs typeface="+mn-lt"/>
              </a:rPr>
              <a:t> notations</a:t>
            </a:r>
          </a:p>
          <a:p>
            <a:r>
              <a:rPr lang="en-US" sz="1800" dirty="0">
                <a:ea typeface="+mn-lt"/>
                <a:cs typeface="+mn-lt"/>
              </a:rPr>
              <a:t>The 5 main operator types in Python are:</a:t>
            </a:r>
            <a:endParaRPr lang="en-US" dirty="0"/>
          </a:p>
          <a:p>
            <a:pPr marL="383540" lvl="1"/>
            <a:r>
              <a:rPr lang="en-US" sz="1600" dirty="0">
                <a:ea typeface="+mn-lt"/>
                <a:cs typeface="+mn-lt"/>
              </a:rPr>
              <a:t>arithmetic operators</a:t>
            </a:r>
          </a:p>
          <a:p>
            <a:pPr marL="383540" lvl="1"/>
            <a:r>
              <a:rPr lang="en-US" sz="1600" dirty="0">
                <a:ea typeface="+mn-lt"/>
                <a:cs typeface="+mn-lt"/>
              </a:rPr>
              <a:t>comparison operators</a:t>
            </a:r>
          </a:p>
          <a:p>
            <a:pPr marL="383540" lvl="1"/>
            <a:r>
              <a:rPr lang="en-US" sz="1600" dirty="0">
                <a:ea typeface="+mn-lt"/>
                <a:cs typeface="+mn-lt"/>
              </a:rPr>
              <a:t>assignment operators</a:t>
            </a:r>
          </a:p>
          <a:p>
            <a:pPr marL="383540" lvl="1"/>
            <a:r>
              <a:rPr lang="en-US" sz="1600" dirty="0">
                <a:ea typeface="+mn-lt"/>
                <a:cs typeface="+mn-lt"/>
              </a:rPr>
              <a:t>logical operators</a:t>
            </a:r>
          </a:p>
          <a:p>
            <a:pPr marL="383540" lvl="1"/>
            <a:r>
              <a:rPr lang="en-US" sz="1600" dirty="0">
                <a:ea typeface="+mn-lt"/>
                <a:cs typeface="+mn-lt"/>
              </a:rPr>
              <a:t>bitwise operators</a:t>
            </a:r>
          </a:p>
          <a:p>
            <a:pPr>
              <a:buClr>
                <a:srgbClr val="ECEEF7"/>
              </a:buClr>
              <a:buFont typeface="Calibri" panose="020F0502020204030204" pitchFamily="34" charset="0"/>
              <a:buChar char=" "/>
            </a:pPr>
            <a:endParaRPr lang="en-US" dirty="0">
              <a:solidFill>
                <a:srgbClr val="FFFFFF"/>
              </a:solidFill>
            </a:endParaRPr>
          </a:p>
          <a:p>
            <a:pPr>
              <a:buClr>
                <a:srgbClr val="ECEEF7"/>
              </a:buClr>
              <a:buFont typeface="Calibri" panose="020F0502020204030204" pitchFamily="34" charset="0"/>
              <a:buChar char="•"/>
            </a:pPr>
            <a:endParaRPr lang="en-US" sz="1800" dirty="0">
              <a:solidFill>
                <a:srgbClr val="FFFFFF"/>
              </a:solidFill>
            </a:endParaRPr>
          </a:p>
        </p:txBody>
      </p:sp>
      <p:pic>
        <p:nvPicPr>
          <p:cNvPr id="7" name="Picture 10" descr="A picture containing graphical user interface, diagram&#10;&#10;Description automatically generated">
            <a:extLst>
              <a:ext uri="{FF2B5EF4-FFF2-40B4-BE49-F238E27FC236}">
                <a16:creationId xmlns:a16="http://schemas.microsoft.com/office/drawing/2014/main" id="{5ADBDA63-9599-41A2-B502-62AB12CBE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381" y="2189302"/>
            <a:ext cx="7444596" cy="183241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E85CC-B254-4B3C-B6AE-1600730C4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2072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90BAFCD-EA0A-47F4-8B00-AAB1E67A9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6" descr="Graphical user interface, application, table&#10;&#10;Description automatically generated">
            <a:extLst>
              <a:ext uri="{FF2B5EF4-FFF2-40B4-BE49-F238E27FC236}">
                <a16:creationId xmlns:a16="http://schemas.microsoft.com/office/drawing/2014/main" id="{F7291BEE-FBC2-40B0-82FB-C899A34DB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30" y="413501"/>
            <a:ext cx="11023564" cy="4222434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2F9C61D6-37CC-4AD4-83C3-022D08874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551037"/>
            <a:ext cx="12192000" cy="2306963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99B55B-97FA-4619-9237-D69194516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900" y="4905662"/>
            <a:ext cx="7330353" cy="15411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Arithmetic operators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589F995-5D2D-4EB9-9EFC-7DCB4172B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8040" y="4928681"/>
            <a:ext cx="3271059" cy="149513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800" cap="all" spc="200">
                <a:solidFill>
                  <a:srgbClr val="FFFFFF"/>
                </a:solidFill>
              </a:rPr>
              <a:t>The operator listed higher will be computed first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669285E-35F6-4010-B084-229A80845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7532847" y="5676251"/>
            <a:ext cx="118872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DE228C-6793-4021-9B15-F3C787523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1733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90BAFCD-EA0A-47F4-8B00-AAB1E67A9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F9C61D6-37CC-4AD4-83C3-022D08874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551037"/>
            <a:ext cx="12192000" cy="2306963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99B55B-97FA-4619-9237-D69194516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900" y="4905662"/>
            <a:ext cx="7330353" cy="15411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800" dirty="0">
                <a:solidFill>
                  <a:srgbClr val="FFFFFF"/>
                </a:solidFill>
              </a:rPr>
              <a:t>Comparison operators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589F995-5D2D-4EB9-9EFC-7DCB4172B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5512" y="4914304"/>
            <a:ext cx="3443587" cy="15238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800" cap="all" spc="200" dirty="0">
                <a:solidFill>
                  <a:schemeClr val="bg1"/>
                </a:solidFill>
                <a:ea typeface="+mn-lt"/>
                <a:cs typeface="+mn-lt"/>
              </a:rPr>
              <a:t>can be used to compare values in mathematical terms.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669285E-35F6-4010-B084-229A80845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7532847" y="5676251"/>
            <a:ext cx="118872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6" descr="Graphical user interface, table&#10;&#10;Description automatically generated">
            <a:extLst>
              <a:ext uri="{FF2B5EF4-FFF2-40B4-BE49-F238E27FC236}">
                <a16:creationId xmlns:a16="http://schemas.microsoft.com/office/drawing/2014/main" id="{7056CCDC-E8C8-48F8-9187-D1B86525C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306" y="359"/>
            <a:ext cx="8508521" cy="454252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70735-D0B2-4FCD-94B3-44CCCCF91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6551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8638A98B-4B4B-4607-B11F-7DCA0D7CC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6" descr="A picture containing table&#10;&#10;Description automatically generated">
            <a:extLst>
              <a:ext uri="{FF2B5EF4-FFF2-40B4-BE49-F238E27FC236}">
                <a16:creationId xmlns:a16="http://schemas.microsoft.com/office/drawing/2014/main" id="{9E841A21-A0F0-494D-A269-B91074697B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042" r="7169"/>
          <a:stretch/>
        </p:blipFill>
        <p:spPr>
          <a:xfrm>
            <a:off x="605245" y="640080"/>
            <a:ext cx="6333175" cy="557784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8E3B9B0E-204E-4BFD-B58A-E71D9CDC3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7543665" y="0"/>
            <a:ext cx="465455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99B55B-97FA-4619-9237-D69194516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1867" y="640080"/>
            <a:ext cx="3889282" cy="28861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Assignment</a:t>
            </a:r>
            <a:br>
              <a:rPr lang="en-US" sz="4400">
                <a:solidFill>
                  <a:srgbClr val="FFFFFF"/>
                </a:solidFill>
              </a:rPr>
            </a:br>
            <a:r>
              <a:rPr lang="en-US" sz="4400">
                <a:solidFill>
                  <a:srgbClr val="FFFFFF"/>
                </a:solidFill>
              </a:rPr>
              <a:t>operators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589F995-5D2D-4EB9-9EFC-7DCB4172B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6885" y="3847959"/>
            <a:ext cx="3659246" cy="2369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cap="all" spc="-5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used to assign values to a variable.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3F94007-F0C4-467F-8ED4-3E4844BFD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85922" y="3687092"/>
            <a:ext cx="3383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179E98-326C-4A9D-92D6-871D90E2C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6660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90BAFCD-EA0A-47F4-8B00-AAB1E67A9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F9C61D6-37CC-4AD4-83C3-022D08874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551037"/>
            <a:ext cx="12192000" cy="2306963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99B55B-97FA-4619-9237-D69194516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900" y="4905662"/>
            <a:ext cx="7330353" cy="15411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800" dirty="0">
                <a:solidFill>
                  <a:srgbClr val="FFFFFF"/>
                </a:solidFill>
              </a:rPr>
              <a:t>LOGICAL</a:t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 operators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589F995-5D2D-4EB9-9EFC-7DCB4172B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5512" y="4914304"/>
            <a:ext cx="3443587" cy="15238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800" cap="all" spc="200" dirty="0">
                <a:solidFill>
                  <a:schemeClr val="bg1"/>
                </a:solidFill>
                <a:ea typeface="+mn-lt"/>
                <a:cs typeface="+mn-lt"/>
              </a:rPr>
              <a:t>can be used to compare values in mathematical terms.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669285E-35F6-4010-B084-229A80845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7532847" y="5676251"/>
            <a:ext cx="118872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6" descr="A picture containing table&#10;&#10;Description automatically generated">
            <a:extLst>
              <a:ext uri="{FF2B5EF4-FFF2-40B4-BE49-F238E27FC236}">
                <a16:creationId xmlns:a16="http://schemas.microsoft.com/office/drawing/2014/main" id="{5B6C40A5-1659-4B7D-8D91-F6C906C79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18" y="963745"/>
            <a:ext cx="10866406" cy="291767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EFC7B4-451E-4FF4-9E06-EAE65082E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1243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2224CF-58C7-4132-A034-7888BAF1B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77522"/>
            <a:ext cx="10058400" cy="4091570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Logical operators are used to manipulate the logic of</a:t>
            </a:r>
            <a:r>
              <a:rPr lang="en-US" i="1" dirty="0">
                <a:ea typeface="+mn-lt"/>
                <a:cs typeface="+mn-lt"/>
              </a:rPr>
              <a:t> Boolean expressions</a:t>
            </a:r>
            <a:endParaRPr lang="en-US" dirty="0">
              <a:ea typeface="+mn-lt"/>
              <a:cs typeface="+mn-lt"/>
            </a:endParaRPr>
          </a:p>
          <a:p>
            <a:endParaRPr lang="en-US" dirty="0"/>
          </a:p>
          <a:p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269340-C3A8-45E9-BC9C-B0541CCC1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Logical Expressions</a:t>
            </a:r>
            <a:endParaRPr lang="en-US" dirty="0"/>
          </a:p>
        </p:txBody>
      </p:sp>
      <p:pic>
        <p:nvPicPr>
          <p:cNvPr id="8" name="Picture 8" descr="Text&#10;&#10;Description automatically generated">
            <a:extLst>
              <a:ext uri="{FF2B5EF4-FFF2-40B4-BE49-F238E27FC236}">
                <a16:creationId xmlns:a16="http://schemas.microsoft.com/office/drawing/2014/main" id="{75730484-4BC9-4442-BA94-A49EDD28D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769" y="2380786"/>
            <a:ext cx="3917830" cy="348830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10CCE-BC95-4861-B0DF-108D12E20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9549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2224CF-58C7-4132-A034-7888BAF1B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77522"/>
            <a:ext cx="10058400" cy="4091570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The string data type has numerous utilities that make string computations much easier</a:t>
            </a:r>
          </a:p>
          <a:p>
            <a:r>
              <a:rPr lang="en-US" b="1" dirty="0">
                <a:ea typeface="+mn-lt"/>
                <a:cs typeface="+mn-lt"/>
              </a:rPr>
              <a:t>Comparison Operators : </a:t>
            </a:r>
            <a:r>
              <a:rPr lang="en-US" dirty="0">
                <a:ea typeface="+mn-lt"/>
                <a:cs typeface="+mn-lt"/>
              </a:rPr>
              <a:t>Strings are compatible with the comparison operators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When two strings have different lengths, the string which comes first in the dictionary is said to have the smaller value.</a:t>
            </a:r>
          </a:p>
          <a:p>
            <a:r>
              <a:rPr lang="en-US" b="1" dirty="0">
                <a:ea typeface="+mn-lt"/>
                <a:cs typeface="+mn-lt"/>
              </a:rPr>
              <a:t>Concatenation: </a:t>
            </a:r>
            <a:r>
              <a:rPr lang="en-US" dirty="0">
                <a:ea typeface="+mn-lt"/>
                <a:cs typeface="+mn-lt"/>
              </a:rPr>
              <a:t>The </a:t>
            </a:r>
            <a:r>
              <a:rPr lang="en-US" b="1" dirty="0">
                <a:ea typeface="+mn-lt"/>
                <a:cs typeface="+mn-lt"/>
              </a:rPr>
              <a:t>+</a:t>
            </a:r>
            <a:r>
              <a:rPr lang="en-US" dirty="0">
                <a:ea typeface="+mn-lt"/>
                <a:cs typeface="+mn-lt"/>
              </a:rPr>
              <a:t> operator can be used to merge two strings together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The </a:t>
            </a:r>
            <a:r>
              <a:rPr lang="en-US" b="1" dirty="0">
                <a:ea typeface="+mn-lt"/>
                <a:cs typeface="+mn-lt"/>
              </a:rPr>
              <a:t>* </a:t>
            </a:r>
            <a:r>
              <a:rPr lang="en-US" dirty="0">
                <a:ea typeface="+mn-lt"/>
                <a:cs typeface="+mn-lt"/>
              </a:rPr>
              <a:t>operator allows us to multiply a string, resulting in a repeating pattern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Search: </a:t>
            </a:r>
            <a:r>
              <a:rPr lang="en-US" dirty="0">
                <a:ea typeface="+mn-lt"/>
                <a:cs typeface="+mn-lt"/>
              </a:rPr>
              <a:t>The </a:t>
            </a:r>
            <a:r>
              <a:rPr lang="en-US" b="1" dirty="0">
                <a:ea typeface="+mn-lt"/>
                <a:cs typeface="+mn-lt"/>
              </a:rPr>
              <a:t>in </a:t>
            </a:r>
            <a:r>
              <a:rPr lang="en-US" dirty="0">
                <a:ea typeface="+mn-lt"/>
                <a:cs typeface="+mn-lt"/>
              </a:rPr>
              <a:t>keyword can be used to check if a particular substring exists in another string. If the substring is found, the operation returns </a:t>
            </a:r>
            <a:r>
              <a:rPr lang="en-US" b="1" dirty="0">
                <a:ea typeface="+mn-lt"/>
                <a:cs typeface="+mn-lt"/>
              </a:rPr>
              <a:t>true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269340-C3A8-45E9-BC9C-B0541CCC1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String Operations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BDEA8-CDB5-4008-BBD4-3477A0CA2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7923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6E959-28E5-4B37-9D15-EF75AF16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&amp; Exercises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73CC5E-C641-4665-BA85-25C46967162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b="1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Assuming that variables have the following </a:t>
            </a:r>
            <a:r>
              <a:rPr lang="en-US" dirty="0" err="1">
                <a:ea typeface="+mn-lt"/>
                <a:cs typeface="+mn-lt"/>
              </a:rPr>
              <a:t>boolean</a:t>
            </a:r>
            <a:r>
              <a:rPr lang="en-US" dirty="0">
                <a:ea typeface="+mn-lt"/>
                <a:cs typeface="+mn-lt"/>
              </a:rPr>
              <a:t> values:</a:t>
            </a: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a = True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b = False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c = a and not b</a:t>
            </a:r>
            <a:endParaRPr lang="en-US" b="1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Enter the result of evaluating the expression: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a and (not c or b)</a:t>
            </a: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Exercise</a:t>
            </a:r>
          </a:p>
          <a:p>
            <a:r>
              <a:rPr lang="en-US" dirty="0">
                <a:ea typeface="+mn-lt"/>
                <a:cs typeface="+mn-lt"/>
              </a:rPr>
              <a:t>Please, print() the result of the following expression: raise </a:t>
            </a:r>
            <a:r>
              <a:rPr lang="en-US" b="1" dirty="0">
                <a:ea typeface="+mn-lt"/>
                <a:cs typeface="+mn-lt"/>
              </a:rPr>
              <a:t>31</a:t>
            </a:r>
            <a:r>
              <a:rPr lang="en-US" dirty="0">
                <a:ea typeface="+mn-lt"/>
                <a:cs typeface="+mn-lt"/>
              </a:rPr>
              <a:t> to the power of </a:t>
            </a:r>
            <a:r>
              <a:rPr lang="en-US" b="1" dirty="0">
                <a:ea typeface="+mn-lt"/>
                <a:cs typeface="+mn-lt"/>
              </a:rPr>
              <a:t>331 </a:t>
            </a:r>
            <a:r>
              <a:rPr lang="en-US" dirty="0">
                <a:ea typeface="+mn-lt"/>
                <a:cs typeface="+mn-lt"/>
              </a:rPr>
              <a:t>and then</a:t>
            </a:r>
            <a:r>
              <a:rPr lang="en-US" b="1" dirty="0">
                <a:ea typeface="+mn-lt"/>
                <a:cs typeface="+mn-lt"/>
              </a:rPr>
              <a:t> </a:t>
            </a:r>
            <a:r>
              <a:rPr lang="en-US" dirty="0">
                <a:ea typeface="+mn-lt"/>
                <a:cs typeface="+mn-lt"/>
              </a:rPr>
              <a:t>get the remainder of the result's division by </a:t>
            </a:r>
            <a:r>
              <a:rPr lang="en-US" b="1" dirty="0">
                <a:ea typeface="+mn-lt"/>
                <a:cs typeface="+mn-lt"/>
              </a:rPr>
              <a:t>20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What is the result of the following Python expression? </a:t>
            </a:r>
            <a:r>
              <a:rPr lang="en-US" b="1" dirty="0">
                <a:ea typeface="+mn-lt"/>
                <a:cs typeface="+mn-lt"/>
              </a:rPr>
              <a:t>Print(((3 + 5) // 2 * 2 ** 3) % 7)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Find out if the result of dividing A by B is an odd number.</a:t>
            </a: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         Sample Input 1: </a:t>
            </a:r>
            <a:r>
              <a:rPr lang="en-US" dirty="0">
                <a:ea typeface="+mn-lt"/>
                <a:cs typeface="+mn-lt"/>
              </a:rPr>
              <a:t>99 &amp; 3  </a:t>
            </a:r>
            <a:r>
              <a:rPr lang="en-US" b="1" dirty="0">
                <a:ea typeface="+mn-lt"/>
                <a:cs typeface="+mn-lt"/>
              </a:rPr>
              <a:t>Sample Output 1: </a:t>
            </a:r>
            <a:r>
              <a:rPr lang="en-US" dirty="0">
                <a:ea typeface="+mn-lt"/>
                <a:cs typeface="+mn-lt"/>
              </a:rPr>
              <a:t>True</a:t>
            </a:r>
            <a:endParaRPr lang="en-US" dirty="0"/>
          </a:p>
          <a:p>
            <a:endParaRPr lang="en-US" dirty="0"/>
          </a:p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5F00D-F8FF-4B35-8BF0-12056A165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2779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6E959-28E5-4B37-9D15-EF75AF16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73CC5E-C641-4665-BA85-25C469671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99452" y="633876"/>
            <a:ext cx="6441246" cy="557587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Exercise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The movie theater has cinema halls that can accommodate a certain number of viewers each. Figure out if a movie theater can hold a given number of viewers that plan to visit it on a particular day.</a:t>
            </a:r>
            <a:endParaRPr lang="en-US" dirty="0"/>
          </a:p>
          <a:p>
            <a:pPr>
              <a:buNone/>
            </a:pPr>
            <a:r>
              <a:rPr lang="en-US" b="1" dirty="0">
                <a:ea typeface="+mn-lt"/>
                <a:cs typeface="+mn-lt"/>
              </a:rPr>
              <a:t>The input format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The first line is number of halls, the second line is their capacity, and the third line is the planned number of viewers.</a:t>
            </a:r>
            <a:endParaRPr lang="en-US" dirty="0"/>
          </a:p>
          <a:p>
            <a:pPr>
              <a:buNone/>
            </a:pPr>
            <a:r>
              <a:rPr lang="en-US" b="1" dirty="0">
                <a:ea typeface="+mn-lt"/>
                <a:cs typeface="+mn-lt"/>
              </a:rPr>
              <a:t>The output format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True or False.</a:t>
            </a:r>
            <a:endParaRPr lang="en-US" dirty="0"/>
          </a:p>
          <a:p>
            <a:pPr>
              <a:buNone/>
            </a:pPr>
            <a:r>
              <a:rPr lang="en-US" b="1" dirty="0">
                <a:ea typeface="+mn-lt"/>
                <a:cs typeface="+mn-lt"/>
              </a:rPr>
              <a:t>Sample Input 1: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9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68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589</a:t>
            </a:r>
            <a:endParaRPr lang="en-US" dirty="0"/>
          </a:p>
          <a:p>
            <a:pPr>
              <a:buNone/>
            </a:pPr>
            <a:r>
              <a:rPr lang="en-US" b="1" dirty="0">
                <a:ea typeface="+mn-lt"/>
                <a:cs typeface="+mn-lt"/>
              </a:rPr>
              <a:t>Sample Output 1: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True</a:t>
            </a:r>
            <a:endParaRPr lang="en-US" dirty="0"/>
          </a:p>
          <a:p>
            <a:pPr>
              <a:buFont typeface="Century Gothic" panose="020F0302020204030204"/>
              <a:buAutoNum type="arabicPeriod"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332E9-EAE3-40D1-9A55-BE84715E7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993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D5048-0614-4AC6-AE81-9B8A35A26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Conditional Statements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25B3E-A383-4A23-8293-872674BFC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23852" y="831286"/>
            <a:ext cx="4433148" cy="5195425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ea typeface="+mn-lt"/>
                <a:cs typeface="+mn-lt"/>
              </a:rPr>
              <a:t>"A conditional statement is a Boolean expression that, if </a:t>
            </a:r>
            <a:r>
              <a:rPr lang="en-US" sz="1800" b="1" dirty="0">
                <a:ea typeface="+mn-lt"/>
                <a:cs typeface="+mn-lt"/>
              </a:rPr>
              <a:t>True</a:t>
            </a:r>
            <a:r>
              <a:rPr lang="en-US" sz="1800" dirty="0">
                <a:ea typeface="+mn-lt"/>
                <a:cs typeface="+mn-lt"/>
              </a:rPr>
              <a:t>, executes a piece of code".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FDF01-1BA8-4909-A4D1-1FB606C67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5410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AB6E427-3F73-4C06-A5D5-AE52C388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C9BDAA-0390-4B39-9B5C-BC95E5120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9919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44E229-A059-4780-B1A7-F8F59D6FB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6"/>
            <a:ext cx="3214240" cy="19610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</a:rPr>
              <a:t>conditional statements</a:t>
            </a:r>
            <a:endParaRPr lang="en-US" sz="3400">
              <a:solidFill>
                <a:srgbClr val="FFFFFF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04A321A-A039-4720-87B4-66A4210E0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1752" y="2638787"/>
            <a:ext cx="27432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411F69-2A59-4D76-B44A-029E14B8D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752" y="2799654"/>
            <a:ext cx="3005462" cy="3189665"/>
          </a:xfrm>
        </p:spPr>
        <p:txBody>
          <a:bodyPr vert="horz" lIns="0" tIns="45720" rIns="0" bIns="45720" rtlCol="0" anchor="t">
            <a:normAutofit/>
          </a:bodyPr>
          <a:lstStyle/>
          <a:p>
            <a:pPr algn="just"/>
            <a:r>
              <a:rPr lang="en-US" sz="1800" dirty="0">
                <a:solidFill>
                  <a:srgbClr val="FFFFFF"/>
                </a:solidFill>
              </a:rPr>
              <a:t>It allows programs to branch out into different paths based on Boolean expressions result in </a:t>
            </a:r>
            <a:r>
              <a:rPr lang="en-US" sz="1800" b="1" dirty="0">
                <a:solidFill>
                  <a:srgbClr val="FFFFFF"/>
                </a:solidFill>
              </a:rPr>
              <a:t>True </a:t>
            </a:r>
            <a:r>
              <a:rPr lang="en-US" sz="1800" dirty="0">
                <a:solidFill>
                  <a:srgbClr val="FFFFFF"/>
                </a:solidFill>
              </a:rPr>
              <a:t>or </a:t>
            </a:r>
            <a:r>
              <a:rPr lang="en-US" sz="1800" b="1" dirty="0">
                <a:solidFill>
                  <a:srgbClr val="FFFFFF"/>
                </a:solidFill>
              </a:rPr>
              <a:t>False </a:t>
            </a:r>
            <a:r>
              <a:rPr lang="en-US" sz="1800" dirty="0">
                <a:solidFill>
                  <a:srgbClr val="FFFFFF"/>
                </a:solidFill>
              </a:rPr>
              <a:t>outcomes</a:t>
            </a:r>
          </a:p>
          <a:p>
            <a:pPr algn="just"/>
            <a:r>
              <a:rPr lang="en-US" sz="1800" dirty="0">
                <a:solidFill>
                  <a:srgbClr val="FFFFFF"/>
                </a:solidFill>
              </a:rPr>
              <a:t>conditional statements control the flow of the code and allow the computer to think</a:t>
            </a:r>
          </a:p>
          <a:p>
            <a:endParaRPr lang="en-US" sz="18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FFFFFF"/>
              </a:solidFill>
            </a:endParaRPr>
          </a:p>
        </p:txBody>
      </p:sp>
      <p:pic>
        <p:nvPicPr>
          <p:cNvPr id="6" name="Picture 6" descr="Diagram&#10;&#10;Description automatically generated">
            <a:extLst>
              <a:ext uri="{FF2B5EF4-FFF2-40B4-BE49-F238E27FC236}">
                <a16:creationId xmlns:a16="http://schemas.microsoft.com/office/drawing/2014/main" id="{B3E8615B-C9C8-4D31-962B-12C5FD6C2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3909" y="287876"/>
            <a:ext cx="5460520" cy="5937191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1E618-D4FE-4950-A6E2-38E387126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6203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AB6E427-3F73-4C06-A5D5-AE52C388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C9BDAA-0390-4B39-9B5C-BC95E5120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9919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C98456-4FEE-45D0-B215-03AC6C13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6"/>
            <a:ext cx="3199862" cy="19610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</a:rPr>
              <a:t>Conditional Statements in Python </a:t>
            </a:r>
            <a:endParaRPr lang="en-US" sz="3400">
              <a:solidFill>
                <a:srgbClr val="FFFFFF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04A321A-A039-4720-87B4-66A4210E0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1752" y="2638787"/>
            <a:ext cx="27432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54BBAD-E7BA-4492-A9A4-C10677AF8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752" y="2799654"/>
            <a:ext cx="3005462" cy="3189665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sz="1800">
                <a:solidFill>
                  <a:srgbClr val="FFFFFF"/>
                </a:solidFill>
              </a:rPr>
              <a:t>There are three types of conditional statements in Python:</a:t>
            </a:r>
          </a:p>
          <a:p>
            <a:r>
              <a:rPr lang="en-US" sz="1800" b="1">
                <a:solidFill>
                  <a:srgbClr val="FFFFFF"/>
                </a:solidFill>
              </a:rPr>
              <a:t>if</a:t>
            </a:r>
            <a:endParaRPr lang="en-US" sz="1800">
              <a:solidFill>
                <a:srgbClr val="FFFFFF"/>
              </a:solidFill>
            </a:endParaRPr>
          </a:p>
          <a:p>
            <a:r>
              <a:rPr lang="en-US" sz="1800" b="1">
                <a:solidFill>
                  <a:srgbClr val="FFFFFF"/>
                </a:solidFill>
              </a:rPr>
              <a:t>if-else</a:t>
            </a:r>
            <a:endParaRPr lang="en-US" sz="1800">
              <a:solidFill>
                <a:srgbClr val="FFFFFF"/>
              </a:solidFill>
            </a:endParaRPr>
          </a:p>
          <a:p>
            <a:r>
              <a:rPr lang="en-US" sz="1800" b="1">
                <a:solidFill>
                  <a:srgbClr val="FFFFFF"/>
                </a:solidFill>
              </a:rPr>
              <a:t>if-elif-else</a:t>
            </a:r>
            <a:endParaRPr lang="en-US" sz="1800">
              <a:solidFill>
                <a:srgbClr val="FFFFFF"/>
              </a:solidFill>
            </a:endParaRPr>
          </a:p>
          <a:p>
            <a:endParaRPr lang="en-US" sz="1800">
              <a:solidFill>
                <a:srgbClr val="FFFFFF"/>
              </a:solidFill>
            </a:endParaRPr>
          </a:p>
          <a:p>
            <a:endParaRPr lang="en-US" sz="1800">
              <a:solidFill>
                <a:srgbClr val="FFFFFF"/>
              </a:solidFill>
            </a:endParaRPr>
          </a:p>
          <a:p>
            <a:endParaRPr lang="en-US" sz="1800">
              <a:solidFill>
                <a:srgbClr val="FFFFFF"/>
              </a:solidFill>
            </a:endParaRPr>
          </a:p>
        </p:txBody>
      </p:sp>
      <p:pic>
        <p:nvPicPr>
          <p:cNvPr id="8" name="Picture 9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42093CE6-B119-437E-9EF0-54B89E319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305" y="1496376"/>
            <a:ext cx="6481312" cy="260004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BB6CE-F254-4202-9D2F-6D2F8404B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821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8CB54FC-0B2A-4107-9A70-958B90B76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AFDBEBC-9239-4B69-B014-DAA6C4B88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245555"/>
            <a:ext cx="5127171" cy="70313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dirty="0"/>
              <a:t>The if Statement</a:t>
            </a:r>
            <a:endParaRPr lang="en-US" sz="4000" dirty="0"/>
          </a:p>
        </p:txBody>
      </p:sp>
      <p:pic>
        <p:nvPicPr>
          <p:cNvPr id="6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E8B45DDA-1E6F-4996-9A4E-DC7D882E2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92" y="1109739"/>
            <a:ext cx="5115347" cy="4318481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855A9B5-1710-4B19-B0F1-CDFDD4ED5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14044" y="2246569"/>
            <a:ext cx="457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E1915D-A0B1-4913-892C-99D743ADE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1211580"/>
            <a:ext cx="5127172" cy="3593590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simplest conditional statement that we can write is the if statement. It comprises of two parts: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 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condition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 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code to be executed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A76026-5689-4584-8D93-D71D739E6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0C8B6-BB91-41B8-92A6-49292261C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1745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BF70EC3-2C18-4254-9FEB-75EC7A577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860" y="643467"/>
            <a:ext cx="3496688" cy="167418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000" b="1" dirty="0">
                <a:ea typeface="+mj-lt"/>
                <a:cs typeface="+mj-lt"/>
              </a:rPr>
              <a:t>Conditions with Logical Operators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B57AA8-F021-480C-A9E2-F89913313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E157B3-FB1F-4A58-B6E8-1386AE147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64" y="2639380"/>
            <a:ext cx="3205049" cy="3229714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We can use logical operators to create more complex conditions in the </a:t>
            </a:r>
            <a:r>
              <a:rPr lang="en-US" b="1" dirty="0">
                <a:ea typeface="+mn-lt"/>
                <a:cs typeface="+mn-lt"/>
              </a:rPr>
              <a:t>if </a:t>
            </a:r>
            <a:r>
              <a:rPr lang="en-US" dirty="0">
                <a:ea typeface="+mn-lt"/>
                <a:cs typeface="+mn-lt"/>
              </a:rPr>
              <a:t>statement.</a:t>
            </a:r>
            <a:endParaRPr lang="en-US" dirty="0"/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F36B24-6632-4516-9692-73146289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7" descr="Text&#10;&#10;Description automatically generated">
            <a:extLst>
              <a:ext uri="{FF2B5EF4-FFF2-40B4-BE49-F238E27FC236}">
                <a16:creationId xmlns:a16="http://schemas.microsoft.com/office/drawing/2014/main" id="{540C496D-DD9D-4E6E-9BAD-85F763618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6758" y="2542639"/>
            <a:ext cx="7502104" cy="342319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8196A-7E31-45BB-BBD2-413759D32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170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BF70EC3-2C18-4254-9FEB-75EC7A577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496" y="643468"/>
            <a:ext cx="3422262" cy="16741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dirty="0">
                <a:ea typeface="+mj-lt"/>
                <a:cs typeface="+mj-lt"/>
              </a:rPr>
              <a:t>Nested if  Statements</a:t>
            </a:r>
            <a:endParaRPr lang="en-US" sz="3600" dirty="0">
              <a:ea typeface="+mj-lt"/>
              <a:cs typeface="+mj-lt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B57AA8-F021-480C-A9E2-F89913313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E157B3-FB1F-4A58-B6E8-1386AE147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045" y="2553116"/>
            <a:ext cx="3205049" cy="3229714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 cool feature of conditional statements is that we can nest them. </a:t>
            </a:r>
          </a:p>
          <a:p>
            <a:r>
              <a:rPr lang="en-US">
                <a:ea typeface="+mn-lt"/>
                <a:cs typeface="+mn-lt"/>
              </a:rPr>
              <a:t>This means that there could be an </a:t>
            </a:r>
            <a:r>
              <a:rPr lang="en-US" b="1" dirty="0">
                <a:ea typeface="+mn-lt"/>
                <a:cs typeface="+mn-lt"/>
              </a:rPr>
              <a:t>if </a:t>
            </a:r>
            <a:r>
              <a:rPr lang="en-US" dirty="0">
                <a:ea typeface="+mn-lt"/>
                <a:cs typeface="+mn-lt"/>
              </a:rPr>
              <a:t>statement </a:t>
            </a:r>
            <a:r>
              <a:rPr lang="en-US">
                <a:ea typeface="+mn-lt"/>
                <a:cs typeface="+mn-lt"/>
              </a:rPr>
              <a:t>inside another!</a:t>
            </a:r>
            <a:endParaRPr lang="en-US"/>
          </a:p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F36B24-6632-4516-9692-73146289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" name="Picture 7" descr="Text&#10;&#10;Description automatically generated">
            <a:extLst>
              <a:ext uri="{FF2B5EF4-FFF2-40B4-BE49-F238E27FC236}">
                <a16:creationId xmlns:a16="http://schemas.microsoft.com/office/drawing/2014/main" id="{A6D9B015-F46C-4DA8-A8B5-3744E5C9F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3321" y="2515351"/>
            <a:ext cx="7789653" cy="2244593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613D2-EB21-460B-97AA-92F6A1FA4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803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3BCCAE5-A35B-4B66-A4A7-E23C34A40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EAE2B42-F360-4DE8-A61A-686F647FA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6437363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/>
              <a:t>The if-else Statement</a:t>
            </a:r>
            <a:endParaRPr lang="en-US" sz="48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987BDFB-DE64-4B56-B44F-45FAE19FA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5846"/>
            <a:ext cx="62179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F45CFB-D734-4A0A-941F-5D875CA7A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456" y="2011926"/>
            <a:ext cx="6416996" cy="4163457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if we wanted to execute a different set of operations in case the 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 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condition turns out to be 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False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</a:t>
            </a:r>
          </a:p>
          <a:p>
            <a:r>
              <a:rPr lang="en-US" dirty="0">
                <a:ea typeface="+mn-lt"/>
                <a:cs typeface="+mn-lt"/>
              </a:rPr>
              <a:t>The </a:t>
            </a:r>
            <a:r>
              <a:rPr lang="en-US" b="1" dirty="0">
                <a:ea typeface="+mn-lt"/>
                <a:cs typeface="+mn-lt"/>
              </a:rPr>
              <a:t>else </a:t>
            </a:r>
            <a:r>
              <a:rPr lang="en-US" dirty="0">
                <a:ea typeface="+mn-lt"/>
                <a:cs typeface="+mn-lt"/>
              </a:rPr>
              <a:t>keyword will be on the same indentation level as the </a:t>
            </a:r>
            <a:r>
              <a:rPr lang="en-US" b="1" dirty="0">
                <a:ea typeface="+mn-lt"/>
                <a:cs typeface="+mn-lt"/>
              </a:rPr>
              <a:t>if </a:t>
            </a:r>
            <a:r>
              <a:rPr lang="en-US" dirty="0">
                <a:ea typeface="+mn-lt"/>
                <a:cs typeface="+mn-lt"/>
              </a:rPr>
              <a:t>keyword. Its body will be indented one tab to the right just like the </a:t>
            </a:r>
            <a:r>
              <a:rPr lang="en-US" b="1" dirty="0">
                <a:ea typeface="+mn-lt"/>
                <a:cs typeface="+mn-lt"/>
              </a:rPr>
              <a:t>if </a:t>
            </a:r>
            <a:r>
              <a:rPr lang="en-US" dirty="0">
                <a:ea typeface="+mn-lt"/>
                <a:cs typeface="+mn-lt"/>
              </a:rPr>
              <a:t>statement.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A35DC886-666C-4A9F-ABC3-6A3255F23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1849" y="237515"/>
            <a:ext cx="3499275" cy="5519818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FEC9799F-A0B8-45B9-8164-71F283892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8" name="Picture 8" descr="Text&#10;&#10;Description automatically generated">
            <a:extLst>
              <a:ext uri="{FF2B5EF4-FFF2-40B4-BE49-F238E27FC236}">
                <a16:creationId xmlns:a16="http://schemas.microsoft.com/office/drawing/2014/main" id="{8E434BC7-9812-4288-BCD3-C15D5DB43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24748"/>
            <a:ext cx="5949350" cy="196518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13AF9-A83D-43AB-8517-DE76E48D2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7143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B8EBBD-C7CC-490E-9451-DCEAEE4A2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20012"/>
            <a:ext cx="10058400" cy="3818400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Conditional expressions use the functionality of an </a:t>
            </a:r>
            <a:r>
              <a:rPr lang="en-US" b="1" dirty="0">
                <a:ea typeface="+mn-lt"/>
                <a:cs typeface="+mn-lt"/>
              </a:rPr>
              <a:t>if-else</a:t>
            </a:r>
            <a:r>
              <a:rPr lang="en-US" dirty="0">
                <a:ea typeface="+mn-lt"/>
                <a:cs typeface="+mn-lt"/>
              </a:rPr>
              <a:t> statement in a different way</a:t>
            </a:r>
          </a:p>
          <a:p>
            <a:r>
              <a:rPr lang="en-US" dirty="0">
                <a:ea typeface="+mn-lt"/>
                <a:cs typeface="+mn-lt"/>
              </a:rPr>
              <a:t>A conditional expression can be written in the following way:</a:t>
            </a: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If the </a:t>
            </a:r>
            <a:r>
              <a:rPr lang="en-US" b="1" dirty="0">
                <a:ea typeface="+mn-lt"/>
                <a:cs typeface="+mn-lt"/>
              </a:rPr>
              <a:t>if </a:t>
            </a:r>
            <a:r>
              <a:rPr lang="en-US" dirty="0">
                <a:ea typeface="+mn-lt"/>
                <a:cs typeface="+mn-lt"/>
              </a:rPr>
              <a:t>condition is fulfilled, the output would be </a:t>
            </a:r>
            <a:r>
              <a:rPr lang="en-US" b="1" dirty="0">
                <a:ea typeface="+mn-lt"/>
                <a:cs typeface="+mn-lt"/>
              </a:rPr>
              <a:t>output_value1</a:t>
            </a:r>
            <a:r>
              <a:rPr lang="en-US" dirty="0">
                <a:ea typeface="+mn-lt"/>
                <a:cs typeface="+mn-lt"/>
              </a:rPr>
              <a:t>. Otherwise, it would be </a:t>
            </a:r>
            <a:r>
              <a:rPr lang="en-US" b="1" dirty="0">
                <a:ea typeface="+mn-lt"/>
                <a:cs typeface="+mn-lt"/>
              </a:rPr>
              <a:t>output_value2.</a:t>
            </a:r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4230386-6433-46E6-B64F-B8A4A998A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Conditional Expressions</a:t>
            </a:r>
            <a:endParaRPr lang="en-US" dirty="0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45233405-F0CC-4409-A585-AB9FDAFDC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305" y="3090327"/>
            <a:ext cx="5992483" cy="533574"/>
          </a:xfrm>
          <a:prstGeom prst="rect">
            <a:avLst/>
          </a:prstGeom>
        </p:spPr>
      </p:pic>
      <p:pic>
        <p:nvPicPr>
          <p:cNvPr id="8" name="Picture 8" descr="Text&#10;&#10;Description automatically generated">
            <a:extLst>
              <a:ext uri="{FF2B5EF4-FFF2-40B4-BE49-F238E27FC236}">
                <a16:creationId xmlns:a16="http://schemas.microsoft.com/office/drawing/2014/main" id="{910C0D02-8F57-4FEE-A7C1-7A2E1806B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5" y="4785944"/>
            <a:ext cx="4569123" cy="121112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6A5B6-254B-4631-A008-D1B1117E5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007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AB6E427-3F73-4C06-A5D5-AE52C388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C9BDAA-0390-4B39-9B5C-BC95E5120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9919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98316E6-74AB-41EE-9E43-CC3866855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31213"/>
            <a:ext cx="3300504" cy="194670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The if-elif-else Statement</a:t>
            </a:r>
            <a:endParaRPr lang="en-US" sz="4000">
              <a:solidFill>
                <a:srgbClr val="FFFFFF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04A321A-A039-4720-87B4-66A4210E0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1752" y="2638787"/>
            <a:ext cx="27432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AF065F-0C8F-40B7-82A1-D2D8CD7F5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752" y="2799654"/>
            <a:ext cx="3005462" cy="3189665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sz="1800">
                <a:solidFill>
                  <a:srgbClr val="FFFFFF"/>
                </a:solidFill>
              </a:rPr>
              <a:t>It is the most comprehensive conditional statement because it allows us to create multiple conditions easily.</a:t>
            </a:r>
          </a:p>
          <a:p>
            <a:endParaRPr lang="en-US" sz="1800">
              <a:solidFill>
                <a:srgbClr val="FFFFFF"/>
              </a:solidFill>
            </a:endParaRPr>
          </a:p>
          <a:p>
            <a:endParaRPr lang="en-US" sz="1800" b="1" i="1">
              <a:solidFill>
                <a:srgbClr val="FFFFFF"/>
              </a:solidFill>
            </a:endParaRPr>
          </a:p>
          <a:p>
            <a:endParaRPr lang="en-US" sz="1800" b="1" i="1">
              <a:solidFill>
                <a:srgbClr val="FFFFFF"/>
              </a:solidFill>
            </a:endParaRPr>
          </a:p>
          <a:p>
            <a:endParaRPr lang="en-US" sz="1800">
              <a:solidFill>
                <a:srgbClr val="FFFFFF"/>
              </a:solidFill>
            </a:endParaRPr>
          </a:p>
        </p:txBody>
      </p:sp>
      <p:pic>
        <p:nvPicPr>
          <p:cNvPr id="7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7922EBBF-B3A9-40EB-8348-4CBAF2E9B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436" y="135148"/>
            <a:ext cx="2520601" cy="611325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68CFE-B045-48B8-933A-6605BB394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5571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1219198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9A30E6-48F0-4398-BFF5-F0EFDB26A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516835"/>
            <a:ext cx="3448259" cy="16665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IF-ELIF example</a:t>
            </a:r>
            <a:endParaRPr lang="en-US" sz="4000">
              <a:solidFill>
                <a:srgbClr val="FFFFFF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686" y="2353592"/>
            <a:ext cx="329184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1DC4EF-5D4A-4CA4-8F70-896BF8B2A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2546224"/>
            <a:ext cx="3448259" cy="3342747"/>
          </a:xfrm>
        </p:spPr>
        <p:txBody>
          <a:bodyPr vert="horz" lIns="0" tIns="45720" rIns="0" bIns="45720" rtlCol="0">
            <a:normAutofit/>
          </a:bodyPr>
          <a:lstStyle/>
          <a:p>
            <a:endParaRPr lang="en-US" sz="1800">
              <a:solidFill>
                <a:srgbClr val="FFFFFF"/>
              </a:solidFill>
            </a:endParaRPr>
          </a:p>
          <a:p>
            <a:endParaRPr lang="en-US" sz="1800">
              <a:solidFill>
                <a:srgbClr val="FFFFFF"/>
              </a:solidFill>
            </a:endParaRPr>
          </a:p>
          <a:p>
            <a:endParaRPr lang="en-US" sz="1800" i="1">
              <a:solidFill>
                <a:srgbClr val="FFFFFF"/>
              </a:solidFill>
            </a:endParaRPr>
          </a:p>
        </p:txBody>
      </p:sp>
      <p:pic>
        <p:nvPicPr>
          <p:cNvPr id="8" name="Picture 8" descr="Text&#10;&#10;Description automatically generated">
            <a:extLst>
              <a:ext uri="{FF2B5EF4-FFF2-40B4-BE49-F238E27FC236}">
                <a16:creationId xmlns:a16="http://schemas.microsoft.com/office/drawing/2014/main" id="{F79120A2-9F13-4B2A-A6B9-14A49C507A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1" r="6818" b="-1"/>
          <a:stretch/>
        </p:blipFill>
        <p:spPr>
          <a:xfrm>
            <a:off x="4815397" y="403502"/>
            <a:ext cx="7094220" cy="645449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E5129-7E86-42C6-8E19-F081FBB45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4440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1219198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9A30E6-48F0-4398-BFF5-F0EFDB26A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516835"/>
            <a:ext cx="3994598" cy="16665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dirty="0">
                <a:ea typeface="+mj-lt"/>
                <a:cs typeface="+mj-lt"/>
              </a:rPr>
              <a:t>MULTIPLE ELIF STATEMENTS</a:t>
            </a:r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686" y="2353592"/>
            <a:ext cx="329184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1DC4EF-5D4A-4CA4-8F70-896BF8B2A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2546224"/>
            <a:ext cx="3448259" cy="3342747"/>
          </a:xfrm>
        </p:spPr>
        <p:txBody>
          <a:bodyPr vert="horz" lIns="0" tIns="45720" rIns="0" bIns="45720" rtlCol="0">
            <a:normAutofit/>
          </a:bodyPr>
          <a:lstStyle/>
          <a:p>
            <a:endParaRPr lang="en-US" sz="1800">
              <a:solidFill>
                <a:srgbClr val="FFFFFF"/>
              </a:solidFill>
            </a:endParaRPr>
          </a:p>
          <a:p>
            <a:endParaRPr lang="en-US" sz="1800">
              <a:solidFill>
                <a:srgbClr val="FFFFFF"/>
              </a:solidFill>
            </a:endParaRPr>
          </a:p>
          <a:p>
            <a:endParaRPr lang="en-US" sz="1800" i="1">
              <a:solidFill>
                <a:srgbClr val="FFFFFF"/>
              </a:solidFill>
            </a:endParaRPr>
          </a:p>
        </p:txBody>
      </p:sp>
      <p:pic>
        <p:nvPicPr>
          <p:cNvPr id="6" name="Picture 6" descr="Diagram&#10;&#10;Description automatically generated">
            <a:extLst>
              <a:ext uri="{FF2B5EF4-FFF2-40B4-BE49-F238E27FC236}">
                <a16:creationId xmlns:a16="http://schemas.microsoft.com/office/drawing/2014/main" id="{480C8EBB-92D6-4BF0-9075-FF687C2A6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296" y="77638"/>
            <a:ext cx="2135635" cy="6544572"/>
          </a:xfrm>
          <a:prstGeom prst="rect">
            <a:avLst/>
          </a:prstGeom>
        </p:spPr>
      </p:pic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73CD6476-59E8-4457-9295-F99ECA30BE70}"/>
              </a:ext>
            </a:extLst>
          </p:cNvPr>
          <p:cNvSpPr txBox="1">
            <a:spLocks/>
          </p:cNvSpPr>
          <p:nvPr/>
        </p:nvSpPr>
        <p:spPr>
          <a:xfrm>
            <a:off x="728668" y="2495606"/>
            <a:ext cx="3706172" cy="3229714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dirty="0">
                <a:ea typeface="+mn-lt"/>
                <a:cs typeface="+mn-lt"/>
              </a:rPr>
              <a:t>This is the beauty of the i</a:t>
            </a:r>
            <a:r>
              <a:rPr lang="en-US" b="1" dirty="0">
                <a:ea typeface="+mn-lt"/>
                <a:cs typeface="+mn-lt"/>
              </a:rPr>
              <a:t>f-</a:t>
            </a:r>
            <a:r>
              <a:rPr lang="en-US" b="1" dirty="0" err="1">
                <a:ea typeface="+mn-lt"/>
                <a:cs typeface="+mn-lt"/>
              </a:rPr>
              <a:t>elif</a:t>
            </a:r>
            <a:r>
              <a:rPr lang="en-US" b="1" dirty="0">
                <a:ea typeface="+mn-lt"/>
                <a:cs typeface="+mn-lt"/>
              </a:rPr>
              <a:t>-else</a:t>
            </a:r>
            <a:r>
              <a:rPr lang="en-US" dirty="0">
                <a:ea typeface="+mn-lt"/>
                <a:cs typeface="+mn-lt"/>
              </a:rPr>
              <a:t> statement. </a:t>
            </a:r>
          </a:p>
          <a:p>
            <a:pPr>
              <a:lnSpc>
                <a:spcPct val="90000"/>
              </a:lnSpc>
            </a:pPr>
            <a:r>
              <a:rPr lang="en-US" dirty="0">
                <a:ea typeface="+mn-lt"/>
                <a:cs typeface="+mn-lt"/>
              </a:rPr>
              <a:t>We can have as many </a:t>
            </a:r>
            <a:r>
              <a:rPr lang="en-US" b="1" dirty="0" err="1">
                <a:ea typeface="+mn-lt"/>
                <a:cs typeface="+mn-lt"/>
              </a:rPr>
              <a:t>elifs</a:t>
            </a:r>
            <a:r>
              <a:rPr lang="en-US" b="1" dirty="0">
                <a:ea typeface="+mn-lt"/>
                <a:cs typeface="+mn-lt"/>
              </a:rPr>
              <a:t> </a:t>
            </a:r>
            <a:r>
              <a:rPr lang="en-US" dirty="0">
                <a:ea typeface="+mn-lt"/>
                <a:cs typeface="+mn-lt"/>
              </a:rPr>
              <a:t>as we require, as long as they come between </a:t>
            </a:r>
            <a:r>
              <a:rPr lang="en-US" b="1" dirty="0">
                <a:ea typeface="+mn-lt"/>
                <a:cs typeface="+mn-lt"/>
              </a:rPr>
              <a:t>if </a:t>
            </a:r>
            <a:r>
              <a:rPr lang="en-US" dirty="0">
                <a:ea typeface="+mn-lt"/>
                <a:cs typeface="+mn-lt"/>
              </a:rPr>
              <a:t>and </a:t>
            </a:r>
            <a:r>
              <a:rPr lang="en-US" b="1" dirty="0">
                <a:ea typeface="+mn-lt"/>
                <a:cs typeface="+mn-lt"/>
              </a:rPr>
              <a:t>else</a:t>
            </a:r>
            <a:endParaRPr lang="en-US" dirty="0"/>
          </a:p>
          <a:p>
            <a:pPr>
              <a:lnSpc>
                <a:spcPct val="90000"/>
              </a:lnSpc>
            </a:pPr>
            <a:endParaRPr lang="en-US" sz="1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7B644B5-471F-49BD-B805-91FD74CF3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32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A6E07-C0B2-4B7E-8DFC-1FC26B80B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&amp; 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B6BAE-2406-4798-B092-6BC62B49733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sz="1800" dirty="0">
              <a:ea typeface="+mn-lt"/>
              <a:cs typeface="+mn-lt"/>
            </a:endParaRPr>
          </a:p>
          <a:p>
            <a:endParaRPr 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604CE1-6F47-4B57-83C1-3BD0E92AF009}"/>
              </a:ext>
            </a:extLst>
          </p:cNvPr>
          <p:cNvSpPr txBox="1"/>
          <p:nvPr/>
        </p:nvSpPr>
        <p:spPr>
          <a:xfrm>
            <a:off x="5241985" y="828136"/>
            <a:ext cx="5992482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1. </a:t>
            </a:r>
            <a:r>
              <a:rPr lang="en-US" b="1"/>
              <a:t>Discounted Price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In this Exercise, you must discount a price according to its value.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If the price is 300 or above, there will be a 30% discount.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If the price is between 200 and 300 (200 inclusive), there will be a 20% discount.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If the price is between 100 and 200 (100 inclusive), there will be a 10% discount.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If the price is less than 100, there will be a 5% discount.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If the price is negative, there will be no discount</a:t>
            </a:r>
            <a:endParaRPr lang="en-US"/>
          </a:p>
          <a:p>
            <a:r>
              <a:rPr lang="en-US" b="1"/>
              <a:t>Sample Input: </a:t>
            </a:r>
            <a:r>
              <a:rPr lang="en-US">
                <a:ea typeface="+mn-lt"/>
                <a:cs typeface="+mn-lt"/>
              </a:rPr>
              <a:t>price = 250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Sample Output: </a:t>
            </a:r>
            <a:r>
              <a:rPr lang="en-US">
                <a:ea typeface="+mn-lt"/>
                <a:cs typeface="+mn-lt"/>
              </a:rPr>
              <a:t>price = 200</a:t>
            </a:r>
            <a:endParaRPr lang="en-US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FCB6ED-D4A8-4D42-A205-37CBFA85D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007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E51183-D0D9-A74B-94F0-9EC0104A7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35207"/>
            <a:ext cx="6194236" cy="587584"/>
          </a:xfrm>
        </p:spPr>
        <p:txBody>
          <a:bodyPr/>
          <a:lstStyle/>
          <a:p>
            <a:pPr>
              <a:tabLst>
                <a:tab pos="3308350" algn="l"/>
              </a:tabLst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Python DATA STRUCTURES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9ED1B1-6FE0-FA43-95C4-366DBD1F1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66343" y="831286"/>
            <a:ext cx="4077908" cy="5195425"/>
          </a:xfrm>
        </p:spPr>
        <p:txBody>
          <a:bodyPr>
            <a:normAutofit/>
          </a:bodyPr>
          <a:lstStyle/>
          <a:p>
            <a:pPr marL="400050" indent="-400050" algn="just">
              <a:buFont typeface="Wingdings" panose="05000000000000000000" pitchFamily="2" charset="2"/>
              <a:buChar char="q"/>
            </a:pPr>
            <a:r>
              <a:rPr lang="en-US" sz="1800" b="1" spc="200" dirty="0">
                <a:ea typeface="+mn-lt"/>
                <a:cs typeface="+mn-lt"/>
              </a:rPr>
              <a:t>LIST</a:t>
            </a:r>
          </a:p>
          <a:p>
            <a:pPr marL="400050" indent="-400050" algn="just">
              <a:buFont typeface="Wingdings" panose="05000000000000000000" pitchFamily="2" charset="2"/>
              <a:buChar char="q"/>
            </a:pPr>
            <a:r>
              <a:rPr lang="en-US" sz="1800" b="1" spc="200" dirty="0">
                <a:ea typeface="+mn-lt"/>
                <a:cs typeface="+mn-lt"/>
              </a:rPr>
              <a:t>DICTIONARY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D422C-DB9D-4FCD-9C25-A2721536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2628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E0A8391-2737-4F1C-B27A-C44629DB4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F8A0619-CEDD-41C1-917C-52096FFF2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6" y="642257"/>
            <a:ext cx="3417677" cy="322838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/>
              <a:t>What are lists 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1BDB0B-0426-43D5-8A47-816423D2B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3512" y="642258"/>
            <a:ext cx="6847117" cy="3227785"/>
          </a:xfrm>
        </p:spPr>
        <p:txBody>
          <a:bodyPr vert="horz" lIns="0" tIns="45720" rIns="0" bIns="45720" rtlCol="0" anchor="t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 lists are data structures that group sequences of elements. 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Lists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can have elements of several types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and you can also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mix different types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within the same list (although all elements are usually of the same datatype).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Lists are created using square brackets [], and the elements are separated by commas (,).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elements in a list can be accessed by their positions, starting with 0 as the index of the first element.</a:t>
            </a:r>
          </a:p>
          <a:p>
            <a:pPr>
              <a:lnSpc>
                <a:spcPct val="90000"/>
              </a:lnSpc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Picture 6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6C765BC6-D1D3-4C51-B76B-6DE9B66F1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154" y="4062859"/>
            <a:ext cx="8270475" cy="18000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D5EC01C-B438-4398-919E-A345C83ED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66C9C7-FAF1-4B65-A4CA-A5BD7B198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8659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5C1B33-9169-4F18-98D2-514D891BB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Sometimes you want just a small portion of a list—a </a:t>
            </a:r>
            <a:r>
              <a:rPr lang="en-US" b="1" dirty="0" err="1">
                <a:ea typeface="+mn-lt"/>
                <a:cs typeface="+mn-lt"/>
              </a:rPr>
              <a:t>sublist</a:t>
            </a:r>
            <a:r>
              <a:rPr lang="en-US" b="1" dirty="0">
                <a:ea typeface="+mn-lt"/>
                <a:cs typeface="+mn-lt"/>
              </a:rPr>
              <a:t>.</a:t>
            </a:r>
            <a:r>
              <a:rPr lang="en-US" dirty="0">
                <a:ea typeface="+mn-lt"/>
                <a:cs typeface="+mn-lt"/>
              </a:rPr>
              <a:t> 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 err="1">
                <a:ea typeface="+mn-lt"/>
                <a:cs typeface="+mn-lt"/>
              </a:rPr>
              <a:t>Sublists</a:t>
            </a:r>
            <a:r>
              <a:rPr lang="en-US" dirty="0">
                <a:ea typeface="+mn-lt"/>
                <a:cs typeface="+mn-lt"/>
              </a:rPr>
              <a:t> are simply subsets of a list; they can be retrieved using a technique called </a:t>
            </a:r>
            <a:r>
              <a:rPr lang="en-US" i="1" dirty="0">
                <a:ea typeface="+mn-lt"/>
                <a:cs typeface="+mn-lt"/>
              </a:rPr>
              <a:t>slicing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b="1" dirty="0">
                <a:ea typeface="+mn-lt"/>
                <a:cs typeface="+mn-lt"/>
              </a:rPr>
              <a:t>Note:</a:t>
            </a:r>
            <a:r>
              <a:rPr lang="en-US" dirty="0">
                <a:ea typeface="+mn-lt"/>
                <a:cs typeface="+mn-lt"/>
              </a:rPr>
              <a:t> The start index is inclusive and end index is exclusive in the range.</a:t>
            </a:r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F267EF-443F-4A9B-83E1-C6C272B52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Sublist</a:t>
            </a:r>
            <a:r>
              <a:rPr lang="en-US" dirty="0"/>
              <a:t> 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8F9FD5B2-FB74-4346-B431-619267835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601" y="1095660"/>
            <a:ext cx="5431766" cy="723668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280514-62DD-486E-9081-E4CEAE808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7226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90E1A0-8EA2-4F24-8CBF-A6CFF021E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List Concatenation</a:t>
            </a:r>
          </a:p>
          <a:p>
            <a:pPr marL="383540" lvl="1"/>
            <a:r>
              <a:rPr lang="en-US" dirty="0">
                <a:ea typeface="+mn-lt"/>
                <a:cs typeface="+mn-lt"/>
              </a:rPr>
              <a:t>Lists can be concatenated using the </a:t>
            </a:r>
            <a:r>
              <a:rPr lang="en-US" b="1" dirty="0">
                <a:ea typeface="+mn-lt"/>
                <a:cs typeface="+mn-lt"/>
              </a:rPr>
              <a:t>+</a:t>
            </a:r>
            <a:r>
              <a:rPr lang="en-US" dirty="0">
                <a:ea typeface="+mn-lt"/>
                <a:cs typeface="+mn-lt"/>
              </a:rPr>
              <a:t> operator</a:t>
            </a:r>
          </a:p>
          <a:p>
            <a:pPr>
              <a:buClr>
                <a:srgbClr val="ECEEF7"/>
              </a:buClr>
            </a:pPr>
            <a:r>
              <a:rPr lang="en-US" b="1" dirty="0">
                <a:ea typeface="+mn-lt"/>
                <a:cs typeface="+mn-lt"/>
              </a:rPr>
              <a:t>Traverse a List </a:t>
            </a:r>
          </a:p>
          <a:p>
            <a:pPr marL="383540" lvl="1"/>
            <a:r>
              <a:rPr lang="en-US" dirty="0">
                <a:ea typeface="+mn-lt"/>
                <a:cs typeface="+mn-lt"/>
              </a:rPr>
              <a:t>Lists can be iterated over using for loops in Python</a:t>
            </a:r>
          </a:p>
          <a:p>
            <a:pPr>
              <a:buClr>
                <a:srgbClr val="ECEEF7"/>
              </a:buClr>
            </a:pPr>
            <a:r>
              <a:rPr lang="en-US" b="1" dirty="0"/>
              <a:t>List Methods</a:t>
            </a:r>
          </a:p>
          <a:p>
            <a:pPr marL="383540"/>
            <a:r>
              <a:rPr lang="en-US" dirty="0">
                <a:ea typeface="+mn-lt"/>
                <a:cs typeface="+mn-lt"/>
              </a:rPr>
              <a:t>Python List append()</a:t>
            </a:r>
            <a:endParaRPr lang="en-US" b="1" dirty="0"/>
          </a:p>
          <a:p>
            <a:pPr marL="566420" lvl="2"/>
            <a:r>
              <a:rPr lang="en-US" dirty="0">
                <a:ea typeface="+mn-lt"/>
                <a:cs typeface="+mn-lt"/>
              </a:rPr>
              <a:t>Add a single element to the end of the list [ </a:t>
            </a:r>
            <a:r>
              <a:rPr lang="en-US" b="1" dirty="0" err="1">
                <a:ea typeface="+mn-lt"/>
                <a:cs typeface="+mn-lt"/>
              </a:rPr>
              <a:t>list.append</a:t>
            </a:r>
            <a:r>
              <a:rPr lang="en-US" b="1" dirty="0">
                <a:ea typeface="+mn-lt"/>
                <a:cs typeface="+mn-lt"/>
              </a:rPr>
              <a:t>(item) </a:t>
            </a:r>
            <a:r>
              <a:rPr lang="en-US" dirty="0">
                <a:ea typeface="+mn-lt"/>
                <a:cs typeface="+mn-lt"/>
              </a:rPr>
              <a:t>]</a:t>
            </a:r>
          </a:p>
          <a:p>
            <a:pPr marL="383540"/>
            <a:r>
              <a:rPr lang="en-US" dirty="0">
                <a:ea typeface="+mn-lt"/>
                <a:cs typeface="+mn-lt"/>
              </a:rPr>
              <a:t>Python List clear()</a:t>
            </a:r>
            <a:endParaRPr lang="en-US" dirty="0"/>
          </a:p>
          <a:p>
            <a:pPr marL="566420" lvl="2"/>
            <a:r>
              <a:rPr lang="en-US" dirty="0">
                <a:ea typeface="+mn-lt"/>
                <a:cs typeface="+mn-lt"/>
              </a:rPr>
              <a:t>Removes all Items from the List  [ </a:t>
            </a:r>
            <a:r>
              <a:rPr lang="en-US" b="1" dirty="0" err="1">
                <a:ea typeface="+mn-lt"/>
                <a:cs typeface="+mn-lt"/>
              </a:rPr>
              <a:t>list.clear</a:t>
            </a:r>
            <a:r>
              <a:rPr lang="en-US" b="1" dirty="0">
                <a:ea typeface="+mn-lt"/>
                <a:cs typeface="+mn-lt"/>
              </a:rPr>
              <a:t>() </a:t>
            </a:r>
            <a:r>
              <a:rPr lang="en-US" dirty="0">
                <a:ea typeface="+mn-lt"/>
                <a:cs typeface="+mn-lt"/>
              </a:rPr>
              <a:t>]</a:t>
            </a:r>
          </a:p>
          <a:p>
            <a:pPr marL="566420" lvl="2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3D989F8-E00E-4F02-8220-499A75005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on List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5CDA2-D8B9-497B-A948-531A006B1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1183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D5672E-698A-4FA6-8AF6-112241FE6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648126"/>
            <a:ext cx="10058400" cy="4220966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Python List copy()</a:t>
            </a:r>
            <a:endParaRPr lang="en-US" b="1" dirty="0"/>
          </a:p>
          <a:p>
            <a:pPr marL="383540" lvl="1"/>
            <a:r>
              <a:rPr lang="en-US" dirty="0">
                <a:ea typeface="+mn-lt"/>
                <a:cs typeface="+mn-lt"/>
              </a:rPr>
              <a:t>returns a shallow copy of the list</a:t>
            </a:r>
          </a:p>
          <a:p>
            <a:pPr>
              <a:buClr>
                <a:srgbClr val="ECEEF7"/>
              </a:buClr>
            </a:pPr>
            <a:r>
              <a:rPr lang="en-US" b="1" dirty="0">
                <a:ea typeface="+mn-lt"/>
                <a:cs typeface="+mn-lt"/>
              </a:rPr>
              <a:t>Python List count()</a:t>
            </a:r>
            <a:endParaRPr lang="en-US" b="1" dirty="0"/>
          </a:p>
          <a:p>
            <a:pPr marL="383540" lvl="1"/>
            <a:r>
              <a:rPr lang="en-US" dirty="0">
                <a:ea typeface="+mn-lt"/>
                <a:cs typeface="+mn-lt"/>
              </a:rPr>
              <a:t>returns count of the element in the list [ </a:t>
            </a:r>
            <a:r>
              <a:rPr lang="en-US" b="1" dirty="0" err="1">
                <a:ea typeface="+mn-lt"/>
                <a:cs typeface="+mn-lt"/>
              </a:rPr>
              <a:t>list.count</a:t>
            </a:r>
            <a:r>
              <a:rPr lang="en-US" b="1" dirty="0">
                <a:ea typeface="+mn-lt"/>
                <a:cs typeface="+mn-lt"/>
              </a:rPr>
              <a:t>(element) </a:t>
            </a:r>
            <a:r>
              <a:rPr lang="en-US" dirty="0">
                <a:ea typeface="+mn-lt"/>
                <a:cs typeface="+mn-lt"/>
              </a:rPr>
              <a:t>]</a:t>
            </a:r>
            <a:endParaRPr lang="en-US" dirty="0"/>
          </a:p>
          <a:p>
            <a:pPr>
              <a:buClr>
                <a:srgbClr val="ECEEF7"/>
              </a:buClr>
            </a:pPr>
            <a:r>
              <a:rPr lang="en-US" b="1" dirty="0">
                <a:ea typeface="+mn-lt"/>
                <a:cs typeface="+mn-lt"/>
              </a:rPr>
              <a:t>Python List extend()</a:t>
            </a:r>
            <a:endParaRPr lang="en-US" b="1" dirty="0"/>
          </a:p>
          <a:p>
            <a:pPr marL="383540" lvl="1"/>
            <a:r>
              <a:rPr lang="en-US" dirty="0">
                <a:ea typeface="+mn-lt"/>
                <a:cs typeface="+mn-lt"/>
              </a:rPr>
              <a:t>adds </a:t>
            </a:r>
            <a:r>
              <a:rPr lang="en-US" dirty="0" err="1">
                <a:ea typeface="+mn-lt"/>
                <a:cs typeface="+mn-lt"/>
              </a:rPr>
              <a:t>iterable</a:t>
            </a:r>
            <a:r>
              <a:rPr lang="en-US" dirty="0">
                <a:ea typeface="+mn-lt"/>
                <a:cs typeface="+mn-lt"/>
              </a:rPr>
              <a:t> elements to the end of the list [ </a:t>
            </a:r>
            <a:r>
              <a:rPr lang="en-US" b="1" dirty="0">
                <a:ea typeface="+mn-lt"/>
                <a:cs typeface="+mn-lt"/>
              </a:rPr>
              <a:t>list1.extend(</a:t>
            </a:r>
            <a:r>
              <a:rPr lang="en-US" b="1" dirty="0" err="1">
                <a:ea typeface="+mn-lt"/>
                <a:cs typeface="+mn-lt"/>
              </a:rPr>
              <a:t>iterable</a:t>
            </a:r>
            <a:r>
              <a:rPr lang="en-US" b="1" dirty="0">
                <a:ea typeface="+mn-lt"/>
                <a:cs typeface="+mn-lt"/>
              </a:rPr>
              <a:t>)</a:t>
            </a:r>
            <a:r>
              <a:rPr lang="en-US" dirty="0">
                <a:ea typeface="+mn-lt"/>
                <a:cs typeface="+mn-lt"/>
              </a:rPr>
              <a:t> ]</a:t>
            </a:r>
            <a:endParaRPr lang="en-US" dirty="0"/>
          </a:p>
          <a:p>
            <a:pPr>
              <a:buClr>
                <a:srgbClr val="ECEEF7"/>
              </a:buClr>
            </a:pPr>
            <a:r>
              <a:rPr lang="en-US" b="1" dirty="0">
                <a:ea typeface="+mn-lt"/>
                <a:cs typeface="+mn-lt"/>
              </a:rPr>
              <a:t>Python List index()</a:t>
            </a:r>
            <a:endParaRPr lang="en-US" b="1" dirty="0"/>
          </a:p>
          <a:p>
            <a:pPr marL="383540" lvl="1"/>
            <a:r>
              <a:rPr lang="en-US" dirty="0">
                <a:ea typeface="+mn-lt"/>
                <a:cs typeface="+mn-lt"/>
              </a:rPr>
              <a:t>returns the index of the element in the list [ </a:t>
            </a:r>
            <a:r>
              <a:rPr lang="en-US" b="1" dirty="0" err="1">
                <a:ea typeface="+mn-lt"/>
                <a:cs typeface="+mn-lt"/>
              </a:rPr>
              <a:t>list.index</a:t>
            </a:r>
            <a:r>
              <a:rPr lang="en-US" b="1" dirty="0">
                <a:ea typeface="+mn-lt"/>
                <a:cs typeface="+mn-lt"/>
              </a:rPr>
              <a:t>(element, start, end) </a:t>
            </a:r>
            <a:r>
              <a:rPr lang="en-US" dirty="0">
                <a:ea typeface="+mn-lt"/>
                <a:cs typeface="+mn-lt"/>
              </a:rPr>
              <a:t>]</a:t>
            </a:r>
            <a:endParaRPr lang="en-US" dirty="0"/>
          </a:p>
          <a:p>
            <a:pPr>
              <a:buClr>
                <a:srgbClr val="ECEEF7"/>
              </a:buClr>
            </a:pPr>
            <a:r>
              <a:rPr lang="en-US" b="1" dirty="0">
                <a:ea typeface="+mn-lt"/>
                <a:cs typeface="+mn-lt"/>
              </a:rPr>
              <a:t>Python List insert()</a:t>
            </a:r>
            <a:endParaRPr lang="en-US" b="1" dirty="0"/>
          </a:p>
          <a:p>
            <a:pPr marL="383540" lvl="1"/>
            <a:r>
              <a:rPr lang="en-US" dirty="0">
                <a:ea typeface="+mn-lt"/>
                <a:cs typeface="+mn-lt"/>
              </a:rPr>
              <a:t>insert an element to the list [</a:t>
            </a:r>
            <a:r>
              <a:rPr lang="en-US" b="1" dirty="0">
                <a:ea typeface="+mn-lt"/>
                <a:cs typeface="+mn-lt"/>
              </a:rPr>
              <a:t> </a:t>
            </a:r>
            <a:r>
              <a:rPr lang="en-US" b="1" dirty="0" err="1">
                <a:ea typeface="+mn-lt"/>
                <a:cs typeface="+mn-lt"/>
              </a:rPr>
              <a:t>list.insert</a:t>
            </a:r>
            <a:r>
              <a:rPr lang="en-US" b="1" dirty="0">
                <a:ea typeface="+mn-lt"/>
                <a:cs typeface="+mn-lt"/>
              </a:rPr>
              <a:t>(</a:t>
            </a:r>
            <a:r>
              <a:rPr lang="en-US" b="1" dirty="0" err="1">
                <a:ea typeface="+mn-lt"/>
                <a:cs typeface="+mn-lt"/>
              </a:rPr>
              <a:t>i</a:t>
            </a:r>
            <a:r>
              <a:rPr lang="en-US" b="1" dirty="0">
                <a:ea typeface="+mn-lt"/>
                <a:cs typeface="+mn-lt"/>
              </a:rPr>
              <a:t>, </a:t>
            </a:r>
            <a:r>
              <a:rPr lang="en-US" b="1" dirty="0" err="1">
                <a:ea typeface="+mn-lt"/>
                <a:cs typeface="+mn-lt"/>
              </a:rPr>
              <a:t>elem</a:t>
            </a:r>
            <a:r>
              <a:rPr lang="en-US" b="1" dirty="0">
                <a:ea typeface="+mn-lt"/>
                <a:cs typeface="+mn-lt"/>
              </a:rPr>
              <a:t>) </a:t>
            </a:r>
            <a:r>
              <a:rPr lang="en-US" dirty="0">
                <a:ea typeface="+mn-lt"/>
                <a:cs typeface="+mn-lt"/>
              </a:rPr>
              <a:t>] </a:t>
            </a:r>
            <a:endParaRPr lang="en-US" dirty="0"/>
          </a:p>
          <a:p>
            <a:pPr>
              <a:buClr>
                <a:srgbClr val="ECEEF7"/>
              </a:buClr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1180098-73E3-41F8-8790-D99C72C0A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Methods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83120-2F06-4473-B013-87C5962AA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1362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D5672E-698A-4FA6-8AF6-112241FE6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648126"/>
            <a:ext cx="10058400" cy="4220966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Python List pop()</a:t>
            </a:r>
          </a:p>
          <a:p>
            <a:pPr marL="383540" lvl="1"/>
            <a:r>
              <a:rPr lang="en-US" dirty="0">
                <a:ea typeface="+mn-lt"/>
                <a:cs typeface="+mn-lt"/>
              </a:rPr>
              <a:t>Removes element at the given index [ </a:t>
            </a:r>
            <a:r>
              <a:rPr lang="en-US" b="1" dirty="0" err="1">
                <a:ea typeface="+mn-lt"/>
                <a:cs typeface="+mn-lt"/>
              </a:rPr>
              <a:t>list.pop</a:t>
            </a:r>
            <a:r>
              <a:rPr lang="en-US" b="1" dirty="0">
                <a:ea typeface="+mn-lt"/>
                <a:cs typeface="+mn-lt"/>
              </a:rPr>
              <a:t>(index) </a:t>
            </a:r>
            <a:r>
              <a:rPr lang="en-US" dirty="0">
                <a:ea typeface="+mn-lt"/>
                <a:cs typeface="+mn-lt"/>
              </a:rPr>
              <a:t>]</a:t>
            </a:r>
            <a:endParaRPr lang="en-US" dirty="0"/>
          </a:p>
          <a:p>
            <a:pPr>
              <a:buClr>
                <a:srgbClr val="ECEEF7"/>
              </a:buClr>
            </a:pPr>
            <a:r>
              <a:rPr lang="en-US" b="1" dirty="0">
                <a:ea typeface="+mn-lt"/>
                <a:cs typeface="+mn-lt"/>
              </a:rPr>
              <a:t>Python List remove()</a:t>
            </a:r>
          </a:p>
          <a:p>
            <a:pPr marL="383540" lvl="1"/>
            <a:r>
              <a:rPr lang="en-US" dirty="0">
                <a:ea typeface="+mn-lt"/>
                <a:cs typeface="+mn-lt"/>
              </a:rPr>
              <a:t>Removes item from the list </a:t>
            </a:r>
            <a:r>
              <a:rPr lang="en-US" b="1" dirty="0">
                <a:ea typeface="+mn-lt"/>
                <a:cs typeface="+mn-lt"/>
              </a:rPr>
              <a:t>[ </a:t>
            </a:r>
            <a:r>
              <a:rPr lang="en-US" b="1" dirty="0" err="1">
                <a:ea typeface="+mn-lt"/>
                <a:cs typeface="+mn-lt"/>
              </a:rPr>
              <a:t>list.remove</a:t>
            </a:r>
            <a:r>
              <a:rPr lang="en-US" b="1" dirty="0">
                <a:ea typeface="+mn-lt"/>
                <a:cs typeface="+mn-lt"/>
              </a:rPr>
              <a:t>(element) ]</a:t>
            </a:r>
          </a:p>
          <a:p>
            <a:pPr>
              <a:buClr>
                <a:srgbClr val="ECEEF7"/>
              </a:buClr>
            </a:pPr>
            <a:r>
              <a:rPr lang="en-US" b="1" dirty="0">
                <a:ea typeface="+mn-lt"/>
                <a:cs typeface="+mn-lt"/>
              </a:rPr>
              <a:t>Python List reverse()</a:t>
            </a:r>
          </a:p>
          <a:p>
            <a:pPr marL="383540" lvl="1"/>
            <a:r>
              <a:rPr lang="en-US" dirty="0">
                <a:ea typeface="+mn-lt"/>
                <a:cs typeface="+mn-lt"/>
              </a:rPr>
              <a:t>reverses the list [ </a:t>
            </a:r>
            <a:r>
              <a:rPr lang="en-US" b="1" dirty="0" err="1">
                <a:ea typeface="+mn-lt"/>
                <a:cs typeface="+mn-lt"/>
              </a:rPr>
              <a:t>list.reverse</a:t>
            </a:r>
            <a:r>
              <a:rPr lang="en-US" b="1" dirty="0">
                <a:ea typeface="+mn-lt"/>
                <a:cs typeface="+mn-lt"/>
              </a:rPr>
              <a:t>() </a:t>
            </a:r>
            <a:r>
              <a:rPr lang="en-US" dirty="0">
                <a:ea typeface="+mn-lt"/>
                <a:cs typeface="+mn-lt"/>
              </a:rPr>
              <a:t>]</a:t>
            </a:r>
          </a:p>
          <a:p>
            <a:pPr>
              <a:buClr>
                <a:srgbClr val="ECEEF7"/>
              </a:buClr>
            </a:pPr>
            <a:r>
              <a:rPr lang="en-US" b="1" dirty="0">
                <a:ea typeface="+mn-lt"/>
                <a:cs typeface="+mn-lt"/>
              </a:rPr>
              <a:t>Python List sort()</a:t>
            </a:r>
          </a:p>
          <a:p>
            <a:pPr marL="383540" lvl="1"/>
            <a:r>
              <a:rPr lang="en-US" dirty="0">
                <a:ea typeface="+mn-lt"/>
                <a:cs typeface="+mn-lt"/>
              </a:rPr>
              <a:t>sorts elements of a list [ </a:t>
            </a:r>
            <a:r>
              <a:rPr lang="en-US" b="1" dirty="0" err="1">
                <a:ea typeface="+mn-lt"/>
                <a:cs typeface="+mn-lt"/>
              </a:rPr>
              <a:t>list.sort</a:t>
            </a:r>
            <a:r>
              <a:rPr lang="en-US" b="1" dirty="0">
                <a:ea typeface="+mn-lt"/>
                <a:cs typeface="+mn-lt"/>
              </a:rPr>
              <a:t>(key=..., reverse=...)</a:t>
            </a:r>
            <a:r>
              <a:rPr lang="en-US" dirty="0">
                <a:ea typeface="+mn-lt"/>
                <a:cs typeface="+mn-lt"/>
              </a:rPr>
              <a:t> ]</a:t>
            </a:r>
          </a:p>
          <a:p>
            <a:pPr>
              <a:buClr>
                <a:srgbClr val="ECEEF7"/>
              </a:buClr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1180098-73E3-41F8-8790-D99C72C0A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Methods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18C58-7B0A-4EAB-857E-4B0C48186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47027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C20A9D-9F5E-476F-B943-F11873AAC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9086850" cy="376089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1. </a:t>
            </a:r>
            <a:r>
              <a:rPr lang="en-US" dirty="0"/>
              <a:t>What will be the result of the following syntax:</a:t>
            </a:r>
          </a:p>
          <a:p>
            <a:r>
              <a:rPr lang="en-US" dirty="0" err="1"/>
              <a:t>mylist</a:t>
            </a:r>
            <a:r>
              <a:rPr lang="en-US" dirty="0"/>
              <a:t> = ['apple', 'banana', 'banana', 'cherry']</a:t>
            </a:r>
          </a:p>
          <a:p>
            <a:r>
              <a:rPr lang="en-US" dirty="0"/>
              <a:t>print(</a:t>
            </a:r>
            <a:r>
              <a:rPr lang="en-US" dirty="0" err="1"/>
              <a:t>mylist</a:t>
            </a:r>
            <a:r>
              <a:rPr lang="en-US" dirty="0"/>
              <a:t>[2]).</a:t>
            </a:r>
          </a:p>
          <a:p>
            <a:r>
              <a:rPr lang="en-US" b="1" dirty="0"/>
              <a:t>2. </a:t>
            </a:r>
            <a:r>
              <a:rPr lang="en-US" dirty="0"/>
              <a:t>What will be the result of the following syntax:</a:t>
            </a:r>
          </a:p>
          <a:p>
            <a:r>
              <a:rPr lang="en-US" dirty="0" err="1"/>
              <a:t>mylist</a:t>
            </a:r>
            <a:r>
              <a:rPr lang="en-US" dirty="0"/>
              <a:t> = ['apple', 'banana', 'cherry']</a:t>
            </a:r>
          </a:p>
          <a:p>
            <a:r>
              <a:rPr lang="en-US" dirty="0"/>
              <a:t>print(</a:t>
            </a:r>
            <a:r>
              <a:rPr lang="en-US" dirty="0" err="1"/>
              <a:t>mylist</a:t>
            </a:r>
            <a:r>
              <a:rPr lang="en-US" dirty="0"/>
              <a:t>[-1])</a:t>
            </a:r>
          </a:p>
          <a:p>
            <a:r>
              <a:rPr lang="en-US" b="1" dirty="0"/>
              <a:t>3. </a:t>
            </a:r>
            <a:r>
              <a:rPr lang="en-US" dirty="0"/>
              <a:t>What will be the result of the following syntax:</a:t>
            </a:r>
          </a:p>
          <a:p>
            <a:r>
              <a:rPr lang="en-US" dirty="0" err="1"/>
              <a:t>mylist</a:t>
            </a:r>
            <a:r>
              <a:rPr lang="en-US" dirty="0"/>
              <a:t> = ['apple', 'banana', 'cherry', 'orange', 'kiwi']</a:t>
            </a:r>
          </a:p>
          <a:p>
            <a:r>
              <a:rPr lang="en-US" dirty="0"/>
              <a:t>print(</a:t>
            </a:r>
            <a:r>
              <a:rPr lang="en-US" dirty="0" err="1"/>
              <a:t>mylist</a:t>
            </a:r>
            <a:r>
              <a:rPr lang="en-US" dirty="0"/>
              <a:t>[1:4])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A15FBAE-2804-4CED-9524-70220C68F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94C43-E49B-44EB-B197-08BB5437F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752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E68BE-FC59-43A7-8C76-60EABF7FFE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dictionaries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DC7F45-717D-4F26-B452-EB3FA3E32C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65780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1219198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BE98600-5EE7-4906-9A8D-660F40EC7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516835"/>
            <a:ext cx="3448259" cy="16665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What  are dictionaries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686" y="2353592"/>
            <a:ext cx="329184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139B5E-4850-467B-8C93-B8F263235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2546224"/>
            <a:ext cx="3448259" cy="3342747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sz="1800" dirty="0">
                <a:solidFill>
                  <a:srgbClr val="FFFFFF"/>
                </a:solidFill>
              </a:rPr>
              <a:t>Dictionaries are data structures that index values by a given key </a:t>
            </a:r>
            <a:r>
              <a:rPr lang="en-US" sz="1800" b="1" dirty="0">
                <a:solidFill>
                  <a:srgbClr val="FFFFFF"/>
                </a:solidFill>
              </a:rPr>
              <a:t>(key-value pairs)</a:t>
            </a:r>
            <a:r>
              <a:rPr lang="en-US" sz="1800" dirty="0">
                <a:solidFill>
                  <a:srgbClr val="FFFFFF"/>
                </a:solidFill>
              </a:rPr>
              <a:t>.</a:t>
            </a:r>
          </a:p>
          <a:p>
            <a:r>
              <a:rPr lang="en-US" sz="1800" dirty="0">
                <a:solidFill>
                  <a:srgbClr val="FFFFFF"/>
                </a:solidFill>
              </a:rPr>
              <a:t>Dictionaries are written with curly brackets </a:t>
            </a:r>
            <a:r>
              <a:rPr lang="en-US" sz="1800" b="1" dirty="0">
                <a:solidFill>
                  <a:srgbClr val="FFFFFF"/>
                </a:solidFill>
              </a:rPr>
              <a:t>{}</a:t>
            </a:r>
            <a:r>
              <a:rPr lang="en-US" sz="1800" dirty="0">
                <a:solidFill>
                  <a:srgbClr val="FFFFFF"/>
                </a:solidFill>
              </a:rPr>
              <a:t>, and they have keys and values.</a:t>
            </a:r>
          </a:p>
          <a:p>
            <a:r>
              <a:rPr lang="en-US" sz="1800" dirty="0">
                <a:solidFill>
                  <a:srgbClr val="FFFFFF"/>
                </a:solidFill>
              </a:rPr>
              <a:t>The general syntax for creating a dictionary is:</a:t>
            </a:r>
          </a:p>
          <a:p>
            <a:endParaRPr lang="en-US" sz="1800" dirty="0">
              <a:solidFill>
                <a:srgbClr val="FFFFFF"/>
              </a:solidFill>
            </a:endParaRPr>
          </a:p>
          <a:p>
            <a:endParaRPr lang="en-US" sz="1800" dirty="0">
              <a:solidFill>
                <a:srgbClr val="FFFFFF"/>
              </a:solidFill>
            </a:endParaRPr>
          </a:p>
        </p:txBody>
      </p:sp>
      <p:pic>
        <p:nvPicPr>
          <p:cNvPr id="6" name="Picture 6" descr="Text&#10;&#10;Description automatically generated">
            <a:extLst>
              <a:ext uri="{FF2B5EF4-FFF2-40B4-BE49-F238E27FC236}">
                <a16:creationId xmlns:a16="http://schemas.microsoft.com/office/drawing/2014/main" id="{D910BD45-8D60-4C01-99B2-E8C02BA58B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" b="6296"/>
          <a:stretch/>
        </p:blipFill>
        <p:spPr>
          <a:xfrm>
            <a:off x="5742234" y="1737360"/>
            <a:ext cx="4472375" cy="4069079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042EC-D577-4A11-95DE-C4A4A40AF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8964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1219198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A701CA1-1C8E-4E66-B999-1467A64A8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516835"/>
            <a:ext cx="2994815" cy="16665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>
                <a:solidFill>
                  <a:schemeClr val="tx1"/>
                </a:solidFill>
              </a:rPr>
              <a:t>Creating a dictionary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686" y="2353592"/>
            <a:ext cx="283464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72CE5A-FD0D-436A-8C25-0706721CF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2546224"/>
            <a:ext cx="2994815" cy="3342747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sz="1800"/>
              <a:t>Creating an empty dictionary:</a:t>
            </a:r>
          </a:p>
          <a:p>
            <a:pPr marL="383540" lvl="1"/>
            <a:r>
              <a:rPr lang="en-US"/>
              <a:t>new_dict = dict()</a:t>
            </a:r>
          </a:p>
          <a:p>
            <a:pPr marL="383540" lvl="1"/>
            <a:r>
              <a:rPr lang="en-US"/>
              <a:t>new_dict = {}</a:t>
            </a:r>
          </a:p>
          <a:p>
            <a:pPr marL="383540" lvl="1"/>
            <a:endParaRPr lang="en-US"/>
          </a:p>
          <a:p>
            <a:pPr marL="383540" lvl="1"/>
            <a:endParaRPr lang="en-US"/>
          </a:p>
        </p:txBody>
      </p:sp>
      <p:pic>
        <p:nvPicPr>
          <p:cNvPr id="6" name="Picture 6" descr="Diagram&#10;&#10;Description automatically generated">
            <a:extLst>
              <a:ext uri="{FF2B5EF4-FFF2-40B4-BE49-F238E27FC236}">
                <a16:creationId xmlns:a16="http://schemas.microsoft.com/office/drawing/2014/main" id="{09416FF5-C7C6-4FAE-BB50-BF5FDCE8C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922" y="1875887"/>
            <a:ext cx="3583439" cy="3106225"/>
          </a:xfrm>
          <a:prstGeom prst="rect">
            <a:avLst/>
          </a:prstGeom>
        </p:spPr>
      </p:pic>
      <p:pic>
        <p:nvPicPr>
          <p:cNvPr id="7" name="Picture 7" descr="Text&#10;&#10;Description automatically generated">
            <a:extLst>
              <a:ext uri="{FF2B5EF4-FFF2-40B4-BE49-F238E27FC236}">
                <a16:creationId xmlns:a16="http://schemas.microsoft.com/office/drawing/2014/main" id="{C074B993-F25E-42DC-810C-6B1E129D5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094" y="1345484"/>
            <a:ext cx="3583439" cy="4173118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E37792-E434-43D4-803D-08A5BA6C5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8255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1219198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4DDCBE2-02E6-4472-AFD5-EC0C8A282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16835"/>
            <a:ext cx="5977937" cy="16665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>
                <a:solidFill>
                  <a:schemeClr val="tx1"/>
                </a:solidFill>
              </a:rPr>
              <a:t>Nested Dictionary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5896" y="2353592"/>
            <a:ext cx="530352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994CEF-3B4D-4E64-BFFE-7B420F197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546224"/>
            <a:ext cx="5977938" cy="3342747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sz="1800"/>
              <a:t>A dictionary can be made within a dictionary, and you can also use other dictionaries as values.</a:t>
            </a:r>
          </a:p>
          <a:p>
            <a:endParaRPr lang="en-US" sz="1800"/>
          </a:p>
        </p:txBody>
      </p:sp>
      <p:pic>
        <p:nvPicPr>
          <p:cNvPr id="6" name="Picture 6" descr="Diagram&#10;&#10;Description automatically generated">
            <a:extLst>
              <a:ext uri="{FF2B5EF4-FFF2-40B4-BE49-F238E27FC236}">
                <a16:creationId xmlns:a16="http://schemas.microsoft.com/office/drawing/2014/main" id="{AA5360B5-BB17-4F8E-A438-709F58A4E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297" y="2267580"/>
            <a:ext cx="3546845" cy="2624666"/>
          </a:xfrm>
          <a:prstGeom prst="rect">
            <a:avLst/>
          </a:prstGeom>
        </p:spPr>
      </p:pic>
      <p:pic>
        <p:nvPicPr>
          <p:cNvPr id="7" name="Picture 7" descr="Text&#10;&#10;Description automatically generated">
            <a:extLst>
              <a:ext uri="{FF2B5EF4-FFF2-40B4-BE49-F238E27FC236}">
                <a16:creationId xmlns:a16="http://schemas.microsoft.com/office/drawing/2014/main" id="{F0C173EB-5FD5-4F58-BBF2-5127C496F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5301" y="5030048"/>
            <a:ext cx="3936614" cy="1497624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35A598E-DC7D-406F-A21A-7AEFEB0F1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522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C20A9D-9F5E-476F-B943-F11873AAC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3288030" cy="3760891"/>
          </a:xfrm>
        </p:spPr>
        <p:txBody>
          <a:bodyPr>
            <a:normAutofit/>
          </a:bodyPr>
          <a:lstStyle/>
          <a:p>
            <a:r>
              <a:rPr lang="en-US" b="1" dirty="0"/>
              <a:t>1. Create and print a dictionary:</a:t>
            </a:r>
          </a:p>
          <a:p>
            <a:r>
              <a:rPr lang="en-US" dirty="0" err="1"/>
              <a:t>thisdict</a:t>
            </a:r>
            <a:r>
              <a:rPr lang="en-US" dirty="0"/>
              <a:t> = {</a:t>
            </a:r>
          </a:p>
          <a:p>
            <a:r>
              <a:rPr lang="en-US" dirty="0"/>
              <a:t>  "brand": "Ford",</a:t>
            </a:r>
          </a:p>
          <a:p>
            <a:r>
              <a:rPr lang="en-US" dirty="0"/>
              <a:t>  "model": "Mustang",</a:t>
            </a:r>
          </a:p>
          <a:p>
            <a:r>
              <a:rPr lang="en-US" dirty="0"/>
              <a:t>  "year": 1964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print(</a:t>
            </a:r>
            <a:r>
              <a:rPr lang="en-US" dirty="0" err="1"/>
              <a:t>thisdict</a:t>
            </a:r>
            <a:r>
              <a:rPr lang="en-US" dirty="0"/>
              <a:t>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A15FBAE-2804-4CED-9524-70220C68F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94C43-E49B-44EB-B197-08BB5437F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62</a:t>
            </a:fld>
            <a:endParaRPr lang="en-US"/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0194B561-4A0B-4733-9F54-3A957BDC6520}"/>
              </a:ext>
            </a:extLst>
          </p:cNvPr>
          <p:cNvSpPr txBox="1">
            <a:spLocks/>
          </p:cNvSpPr>
          <p:nvPr/>
        </p:nvSpPr>
        <p:spPr>
          <a:xfrm>
            <a:off x="4267200" y="2154238"/>
            <a:ext cx="3288030" cy="3760891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2. Print the data type of a dictionary:</a:t>
            </a:r>
          </a:p>
          <a:p>
            <a:endParaRPr lang="en-US" b="1" dirty="0"/>
          </a:p>
          <a:p>
            <a:r>
              <a:rPr lang="en-US" dirty="0" err="1"/>
              <a:t>thisdict</a:t>
            </a:r>
            <a:r>
              <a:rPr lang="en-US" dirty="0"/>
              <a:t> = {</a:t>
            </a:r>
          </a:p>
          <a:p>
            <a:r>
              <a:rPr lang="en-US" dirty="0"/>
              <a:t>  "brand": "Ford",</a:t>
            </a:r>
          </a:p>
          <a:p>
            <a:r>
              <a:rPr lang="en-US" dirty="0"/>
              <a:t>  "model": "Mustang",</a:t>
            </a:r>
          </a:p>
          <a:p>
            <a:r>
              <a:rPr lang="en-US" dirty="0"/>
              <a:t>  "year": 1964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print(type(</a:t>
            </a:r>
            <a:r>
              <a:rPr lang="en-US" dirty="0" err="1"/>
              <a:t>thisdict</a:t>
            </a:r>
            <a:r>
              <a:rPr lang="en-US" dirty="0"/>
              <a:t>))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F4010598-8A4D-B44E-DB98-70616DBF424B}"/>
              </a:ext>
            </a:extLst>
          </p:cNvPr>
          <p:cNvSpPr txBox="1">
            <a:spLocks/>
          </p:cNvSpPr>
          <p:nvPr/>
        </p:nvSpPr>
        <p:spPr>
          <a:xfrm>
            <a:off x="7806690" y="2108200"/>
            <a:ext cx="328803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3. Using the </a:t>
            </a:r>
            <a:r>
              <a:rPr lang="en-US" b="1" dirty="0" err="1"/>
              <a:t>dict</a:t>
            </a:r>
            <a:r>
              <a:rPr lang="en-US" b="1" dirty="0"/>
              <a:t>() method to make a dictionary:</a:t>
            </a:r>
          </a:p>
          <a:p>
            <a:endParaRPr lang="en-US" b="1" dirty="0"/>
          </a:p>
          <a:p>
            <a:r>
              <a:rPr lang="en-US" dirty="0" err="1"/>
              <a:t>thisdict</a:t>
            </a:r>
            <a:r>
              <a:rPr lang="en-US" dirty="0"/>
              <a:t> = </a:t>
            </a:r>
            <a:r>
              <a:rPr lang="en-US" dirty="0" err="1"/>
              <a:t>dict</a:t>
            </a:r>
            <a:r>
              <a:rPr lang="en-US" dirty="0"/>
              <a:t>(name = "John", age = 36, country = "Norway")</a:t>
            </a: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thisdict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4255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E51183-D0D9-A74B-94F0-9EC0104A7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35207"/>
            <a:ext cx="6194236" cy="587584"/>
          </a:xfrm>
        </p:spPr>
        <p:txBody>
          <a:bodyPr/>
          <a:lstStyle/>
          <a:p>
            <a:pPr>
              <a:tabLst>
                <a:tab pos="3308350" algn="l"/>
              </a:tabLst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Python CONTROLS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9ED1B1-6FE0-FA43-95C4-366DBD1F1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66343" y="831286"/>
            <a:ext cx="4077908" cy="5195425"/>
          </a:xfrm>
        </p:spPr>
        <p:txBody>
          <a:bodyPr>
            <a:normAutofit/>
          </a:bodyPr>
          <a:lstStyle/>
          <a:p>
            <a:pPr marL="400050" indent="-400050" algn="just">
              <a:buFont typeface="Wingdings" panose="05000000000000000000" pitchFamily="2" charset="2"/>
              <a:buChar char="q"/>
            </a:pPr>
            <a:r>
              <a:rPr lang="en-US" sz="1800" b="1" spc="200" dirty="0">
                <a:ea typeface="+mn-lt"/>
                <a:cs typeface="+mn-lt"/>
              </a:rPr>
              <a:t>LOOPS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D422C-DB9D-4FCD-9C25-A2721536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3969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DCE95F-1572-4CAD-9BC6-8C124A586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LOOPS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33D98-D22F-4CF4-A66F-7DD4B1847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23055" y="6459785"/>
            <a:ext cx="108942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noProof="0">
                <a:solidFill>
                  <a:schemeClr val="tx2"/>
                </a:solidFill>
              </a:rPr>
              <a:pPr>
                <a:spcAft>
                  <a:spcPts val="600"/>
                </a:spcAft>
              </a:pPr>
              <a:t>64</a:t>
            </a:fld>
            <a:endParaRPr lang="en-US">
              <a:solidFill>
                <a:schemeClr val="tx2"/>
              </a:solidFill>
            </a:endParaRPr>
          </a:p>
        </p:txBody>
      </p:sp>
      <p:graphicFrame>
        <p:nvGraphicFramePr>
          <p:cNvPr id="8" name="Content Placeholder 1">
            <a:extLst>
              <a:ext uri="{FF2B5EF4-FFF2-40B4-BE49-F238E27FC236}">
                <a16:creationId xmlns:a16="http://schemas.microsoft.com/office/drawing/2014/main" id="{EDBB1E70-B87E-FC15-D087-14877571356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15648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E51183-D0D9-A74B-94F0-9EC0104A7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35207"/>
            <a:ext cx="6194236" cy="587584"/>
          </a:xfrm>
        </p:spPr>
        <p:txBody>
          <a:bodyPr/>
          <a:lstStyle/>
          <a:p>
            <a:pPr>
              <a:tabLst>
                <a:tab pos="3308350" algn="l"/>
              </a:tabLst>
            </a:pPr>
            <a:r>
              <a:rPr lang="en-US">
                <a:ea typeface="+mj-lt"/>
                <a:cs typeface="+mj-lt"/>
              </a:rPr>
              <a:t>What are Loops?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9ED1B1-6FE0-FA43-95C4-366DBD1F1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66342" y="831286"/>
            <a:ext cx="4375639" cy="51954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spc="200" dirty="0">
                <a:ea typeface="+mn-lt"/>
                <a:cs typeface="+mn-lt"/>
              </a:rPr>
              <a:t>A </a:t>
            </a:r>
            <a:r>
              <a:rPr lang="en-US" sz="1800" b="1" spc="200" dirty="0">
                <a:ea typeface="+mn-lt"/>
                <a:cs typeface="+mn-lt"/>
              </a:rPr>
              <a:t>loop </a:t>
            </a:r>
            <a:r>
              <a:rPr lang="en-US" sz="1800" spc="200" dirty="0">
                <a:ea typeface="+mn-lt"/>
                <a:cs typeface="+mn-lt"/>
              </a:rPr>
              <a:t>is a control structure that is used to perform a set of instructions for a specific number of times.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D60FA-296A-494B-9F40-9BB6F0973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89455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81D28F-19E5-4E5F-9B02-BF798692F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Loops solve the problem of having to write the same set of instructions repeatedly.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Just like conditional statements, a loop is classified as a control structure because it directs the flow of a program by making varying decisions in its </a:t>
            </a:r>
            <a:r>
              <a:rPr lang="en-US" b="1" dirty="0">
                <a:ea typeface="+mn-lt"/>
                <a:cs typeface="+mn-lt"/>
              </a:rPr>
              <a:t>iterations</a:t>
            </a:r>
            <a:endParaRPr lang="en-US" dirty="0">
              <a:ea typeface="+mn-lt"/>
              <a:cs typeface="+mn-lt"/>
            </a:endParaRP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>
                <a:ea typeface="+mn-lt"/>
                <a:cs typeface="+mn-lt"/>
              </a:rPr>
              <a:t>Loops are a crucial part of many popular programming languages such as C++, Java, and JavaScript.</a:t>
            </a:r>
            <a:endParaRPr lang="en-US" b="1" dirty="0">
              <a:ea typeface="+mn-lt"/>
              <a:cs typeface="+mn-l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2EF9A8-A01E-4F4A-BAF6-8CD6376EB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Definition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658D9-5491-4AF7-A1AF-B5FE9A24D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11917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FED46D-870B-47F8-976C-2F9BE4CBA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11" y="643468"/>
            <a:ext cx="3177847" cy="16741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Loops in Python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B57AA8-F021-480C-A9E2-F89913313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9F434F-E6A9-4AFF-A946-62D87AC85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64" y="2639380"/>
            <a:ext cx="3205049" cy="3229714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There are two types of loops that we can use in Python:</a:t>
            </a:r>
            <a:endParaRPr lang="en-US"/>
          </a:p>
          <a:p>
            <a:pPr marL="342900" indent="-342900">
              <a:buFont typeface="Calibri" panose="020F0502020204030204" pitchFamily="34" charset="0"/>
              <a:buAutoNum type="arabicPeriod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The for loop</a:t>
            </a:r>
          </a:p>
          <a:p>
            <a:pPr marL="342900" indent="-342900">
              <a:buFont typeface="Calibri" panose="020F0502020204030204" pitchFamily="34" charset="0"/>
              <a:buAutoNum type="arabicPeriod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The while loop</a:t>
            </a:r>
          </a:p>
          <a:p>
            <a:pPr marL="342900" indent="-342900">
              <a:buFont typeface="Calibri" panose="020F0502020204030204" pitchFamily="34" charset="0"/>
              <a:buAutoNum type="arabicPeriod"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83540" lvl="1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Picture 6" descr="Diagram&#10;&#10;Description automatically generated">
            <a:extLst>
              <a:ext uri="{FF2B5EF4-FFF2-40B4-BE49-F238E27FC236}">
                <a16:creationId xmlns:a16="http://schemas.microsoft.com/office/drawing/2014/main" id="{FFEBE9A6-1C5C-44D8-95A8-C0D80FAC8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447" y="738195"/>
            <a:ext cx="6892560" cy="503616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BF36B24-6632-4516-9692-73146289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88EB71-72C0-4DF5-82C4-B34D1F247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09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D4A54B-F48B-483F-B967-6768CFB8E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 for loop uses an </a:t>
            </a:r>
            <a:r>
              <a:rPr lang="en-US" b="1" dirty="0">
                <a:ea typeface="+mn-lt"/>
                <a:cs typeface="+mn-lt"/>
              </a:rPr>
              <a:t>iterator</a:t>
            </a:r>
            <a:r>
              <a:rPr lang="en-US" dirty="0">
                <a:ea typeface="+mn-lt"/>
                <a:cs typeface="+mn-lt"/>
              </a:rPr>
              <a:t> to traverse a sequence</a:t>
            </a:r>
          </a:p>
          <a:p>
            <a:r>
              <a:rPr lang="en-US" dirty="0">
                <a:ea typeface="+mn-lt"/>
                <a:cs typeface="+mn-lt"/>
              </a:rPr>
              <a:t>The iterator starts from the beginning of the sequence. </a:t>
            </a:r>
          </a:p>
          <a:p>
            <a:r>
              <a:rPr lang="en-US" dirty="0">
                <a:ea typeface="+mn-lt"/>
                <a:cs typeface="+mn-lt"/>
              </a:rPr>
              <a:t>In each iteration, the iterator updates to the next value in the sequence.</a:t>
            </a:r>
          </a:p>
          <a:p>
            <a:r>
              <a:rPr lang="en-US" dirty="0">
                <a:ea typeface="+mn-lt"/>
                <a:cs typeface="+mn-lt"/>
              </a:rPr>
              <a:t>The loop ends when the iterator reaches the end.</a:t>
            </a:r>
          </a:p>
          <a:p>
            <a:r>
              <a:rPr lang="en-US" b="1" dirty="0">
                <a:ea typeface="+mn-lt"/>
                <a:cs typeface="+mn-lt"/>
              </a:rPr>
              <a:t>Structure: </a:t>
            </a:r>
            <a:endParaRPr lang="en-US" dirty="0">
              <a:ea typeface="+mn-lt"/>
              <a:cs typeface="+mn-lt"/>
            </a:endParaRPr>
          </a:p>
          <a:p>
            <a:pPr marL="383540" lvl="1"/>
            <a:r>
              <a:rPr lang="en-US" sz="1600" dirty="0">
                <a:ea typeface="+mn-lt"/>
                <a:cs typeface="+mn-lt"/>
              </a:rPr>
              <a:t>The name of the iterator</a:t>
            </a:r>
            <a:endParaRPr lang="en-US" b="1" dirty="0">
              <a:ea typeface="+mn-lt"/>
              <a:cs typeface="+mn-lt"/>
            </a:endParaRPr>
          </a:p>
          <a:p>
            <a:pPr marL="383540" lvl="1"/>
            <a:r>
              <a:rPr lang="en-US" sz="1600" dirty="0">
                <a:ea typeface="+mn-lt"/>
                <a:cs typeface="+mn-lt"/>
              </a:rPr>
              <a:t>The sequence to be traversed</a:t>
            </a:r>
          </a:p>
          <a:p>
            <a:pPr marL="383540" lvl="1"/>
            <a:r>
              <a:rPr lang="en-US" sz="1600" dirty="0">
                <a:ea typeface="+mn-lt"/>
                <a:cs typeface="+mn-lt"/>
              </a:rPr>
              <a:t>The set of operations to perform</a:t>
            </a:r>
          </a:p>
          <a:p>
            <a:pPr marL="383540" lvl="1"/>
            <a:endParaRPr lang="en-US" sz="1600" dirty="0">
              <a:ea typeface="+mn-lt"/>
              <a:cs typeface="+mn-lt"/>
            </a:endParaRPr>
          </a:p>
          <a:p>
            <a:pPr marL="383540" lvl="1"/>
            <a:endParaRPr lang="en-US" b="1" dirty="0">
              <a:ea typeface="+mn-lt"/>
              <a:cs typeface="+mn-lt"/>
            </a:endParaRPr>
          </a:p>
          <a:p>
            <a:endParaRPr lang="en-US" b="1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D31CEB3-887D-4D13-B839-DF7BD8CF3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The for Loop</a:t>
            </a:r>
          </a:p>
        </p:txBody>
      </p:sp>
      <p:pic>
        <p:nvPicPr>
          <p:cNvPr id="6" name="Picture 6" descr="Text, whiteboard&#10;&#10;Description automatically generated">
            <a:extLst>
              <a:ext uri="{FF2B5EF4-FFF2-40B4-BE49-F238E27FC236}">
                <a16:creationId xmlns:a16="http://schemas.microsoft.com/office/drawing/2014/main" id="{2825975C-28E3-4859-A96B-DF1FA11C4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547" y="3988646"/>
            <a:ext cx="3200040" cy="2141327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80673-D6C4-4070-A44A-F5FB88872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601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777880-55F3-4411-AC30-4EA9A05D0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</a:rPr>
              <a:t>In Python, the built-in </a:t>
            </a:r>
            <a:r>
              <a:rPr lang="en-US" b="1" dirty="0">
                <a:ea typeface="+mn-lt"/>
                <a:cs typeface="+mn-lt"/>
              </a:rPr>
              <a:t>range() </a:t>
            </a:r>
            <a:r>
              <a:rPr lang="en-US" dirty="0">
                <a:ea typeface="+mn-lt"/>
                <a:cs typeface="+mn-lt"/>
              </a:rPr>
              <a:t>function can be used to create a sequence of integers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ea typeface="+mn-lt"/>
                <a:cs typeface="+mn-lt"/>
              </a:rPr>
              <a:t>The </a:t>
            </a:r>
            <a:r>
              <a:rPr lang="en-US" b="1" dirty="0">
                <a:ea typeface="+mn-lt"/>
                <a:cs typeface="+mn-lt"/>
              </a:rPr>
              <a:t>end </a:t>
            </a:r>
            <a:r>
              <a:rPr lang="en-US" dirty="0">
                <a:ea typeface="+mn-lt"/>
                <a:cs typeface="+mn-lt"/>
              </a:rPr>
              <a:t>value is not included in the list.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If the </a:t>
            </a:r>
            <a:r>
              <a:rPr lang="en-US" b="1" dirty="0">
                <a:ea typeface="+mn-lt"/>
                <a:cs typeface="+mn-lt"/>
              </a:rPr>
              <a:t>start </a:t>
            </a:r>
            <a:r>
              <a:rPr lang="en-US" dirty="0">
                <a:ea typeface="+mn-lt"/>
                <a:cs typeface="+mn-lt"/>
              </a:rPr>
              <a:t>index is not specified, its default value is </a:t>
            </a:r>
            <a:r>
              <a:rPr lang="en-US" b="1" dirty="0">
                <a:ea typeface="+mn-lt"/>
                <a:cs typeface="+mn-lt"/>
              </a:rPr>
              <a:t>0</a:t>
            </a:r>
            <a:endParaRPr lang="en-US" b="1" dirty="0"/>
          </a:p>
          <a:p>
            <a:r>
              <a:rPr lang="en-US" dirty="0">
                <a:ea typeface="+mn-lt"/>
                <a:cs typeface="+mn-lt"/>
              </a:rPr>
              <a:t>The optional </a:t>
            </a:r>
            <a:r>
              <a:rPr lang="en-US" b="1" dirty="0">
                <a:ea typeface="+mn-lt"/>
                <a:cs typeface="+mn-lt"/>
              </a:rPr>
              <a:t>step </a:t>
            </a:r>
            <a:r>
              <a:rPr lang="en-US" dirty="0">
                <a:ea typeface="+mn-lt"/>
                <a:cs typeface="+mn-lt"/>
              </a:rPr>
              <a:t>decides the number of steps the iterator jumps ahead after each iteration.</a:t>
            </a:r>
            <a:endParaRPr lang="en-US" b="1" dirty="0"/>
          </a:p>
          <a:p>
            <a:r>
              <a:rPr lang="en-US" dirty="0">
                <a:ea typeface="+mn-lt"/>
                <a:cs typeface="+mn-lt"/>
              </a:rPr>
              <a:t>if we don’t specify it, the default step is 1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87AFFD-36BF-4969-997B-C7FC011CF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Looping Through a Range</a:t>
            </a:r>
            <a:endParaRPr lang="en-US" dirty="0"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D376749A-3963-45BF-85E0-B0CFB334D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388" y="2841865"/>
            <a:ext cx="3317755" cy="587135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D7A11F-3815-4540-A4B0-EFD62E542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54006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88B421-79D3-4B0E-A420-A7A5FB084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604994"/>
            <a:ext cx="10058400" cy="4264098"/>
          </a:xfrm>
        </p:spPr>
        <p:txBody>
          <a:bodyPr vert="horz" lIns="0" tIns="45720" rIns="0" bIns="45720" rtlCol="0" anchor="t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Sequence of numbers from  1 to 10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 sequence of even numbers between 0 and 20 (inclusive)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ea typeface="+mn-lt"/>
                <a:cs typeface="+mn-lt"/>
              </a:rPr>
              <a:t>A sequence of numbers from 1 to 10 with a step of 3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Print individual letters of a string "PYTHON"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Given the list numbers = [2, 7,10, 16, 23, 54] print a list of square of each number in the list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Given the </a:t>
            </a:r>
            <a:r>
              <a:rPr lang="en-US" dirty="0" err="1">
                <a:ea typeface="+mn-lt"/>
                <a:cs typeface="+mn-lt"/>
              </a:rPr>
              <a:t>float_list</a:t>
            </a:r>
            <a:r>
              <a:rPr lang="en-US" dirty="0">
                <a:ea typeface="+mn-lt"/>
                <a:cs typeface="+mn-lt"/>
              </a:rPr>
              <a:t> = [2.5, 16.42, 10.77, 8.3, 34.21] print how many numbers are  less than 10.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AFEDBFD-CD15-4932-9EEC-005E93A91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D9C27-1BFA-41EE-8D96-9D5ECA3ED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49081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E51183-D0D9-A74B-94F0-9EC0104A7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35207"/>
            <a:ext cx="6194236" cy="587584"/>
          </a:xfrm>
        </p:spPr>
        <p:txBody>
          <a:bodyPr/>
          <a:lstStyle/>
          <a:p>
            <a:pPr>
              <a:tabLst>
                <a:tab pos="3308350" algn="l"/>
              </a:tabLst>
            </a:pPr>
            <a:r>
              <a:rPr lang="en-US" dirty="0">
                <a:ea typeface="+mj-lt"/>
                <a:cs typeface="+mj-lt"/>
              </a:rPr>
              <a:t>Nested for Loops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9ED1B1-6FE0-FA43-95C4-366DBD1F1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66342" y="831286"/>
            <a:ext cx="4375639" cy="51954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spc="200" dirty="0"/>
              <a:t>"</a:t>
            </a:r>
            <a:r>
              <a:rPr lang="en-US" sz="1800" spc="200" dirty="0">
                <a:ea typeface="+mn-lt"/>
                <a:cs typeface="+mn-lt"/>
              </a:rPr>
              <a:t>Python lets us easily create loops within loops</a:t>
            </a:r>
            <a:r>
              <a:rPr lang="en-US" sz="1800" spc="200" dirty="0"/>
              <a:t>"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C02AB-1CDD-4C2F-8A9E-2C4077C39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75356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2B885C-71AE-44D4-8A8C-546DB3526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The inner loop will always complete before the outer loop.</a:t>
            </a:r>
          </a:p>
          <a:p>
            <a:r>
              <a:rPr lang="en-US" b="1" dirty="0">
                <a:ea typeface="+mn-lt"/>
                <a:cs typeface="+mn-lt"/>
              </a:rPr>
              <a:t>Example</a:t>
            </a:r>
            <a:r>
              <a:rPr lang="en-US" dirty="0">
                <a:ea typeface="+mn-lt"/>
                <a:cs typeface="+mn-lt"/>
              </a:rPr>
              <a:t>: Suppose we want to print two elements whose sum is equal to a certain number </a:t>
            </a:r>
            <a:r>
              <a:rPr lang="en-US" b="1" dirty="0">
                <a:ea typeface="+mn-lt"/>
                <a:cs typeface="+mn-lt"/>
              </a:rPr>
              <a:t>n</a:t>
            </a:r>
          </a:p>
          <a:p>
            <a:r>
              <a:rPr lang="en-US" dirty="0">
                <a:ea typeface="+mn-lt"/>
                <a:cs typeface="+mn-lt"/>
              </a:rPr>
              <a:t> Any Suggestion of the algorithm to use ??</a:t>
            </a:r>
            <a:endParaRPr lang="en-US" b="1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E6B69E-999C-4515-ACC3-507EC44B2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231744"/>
            <a:ext cx="10058400" cy="587584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Execution of Nested Loops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451E8-8326-4008-8692-72FCBB24E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1007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Text&#10;&#10;Description automatically generated">
            <a:extLst>
              <a:ext uri="{FF2B5EF4-FFF2-40B4-BE49-F238E27FC236}">
                <a16:creationId xmlns:a16="http://schemas.microsoft.com/office/drawing/2014/main" id="{592CB05E-52C9-440D-8009-7B7F96D511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2447" y="1923626"/>
            <a:ext cx="7928034" cy="2478656"/>
          </a:xfr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5180C29-4CD1-46D9-B240-5B8B6EDCB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1CFFDE-1366-4A13-85EA-CBB67C029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1062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7CE236-9B28-4A94-A86F-A655EEEA2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616" y="1696721"/>
            <a:ext cx="10058400" cy="3760891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Sometimes, we need to exit the loop before it reaches the end. </a:t>
            </a:r>
          </a:p>
          <a:p>
            <a:r>
              <a:rPr lang="en-US" dirty="0">
                <a:ea typeface="+mn-lt"/>
                <a:cs typeface="+mn-lt"/>
              </a:rPr>
              <a:t>This can happen if we have found what we were looking for and don’t need to make any more computations in the loop.</a:t>
            </a:r>
          </a:p>
          <a:p>
            <a:r>
              <a:rPr lang="en-US" dirty="0">
                <a:ea typeface="+mn-lt"/>
                <a:cs typeface="+mn-lt"/>
              </a:rPr>
              <a:t>That’s what the </a:t>
            </a:r>
            <a:r>
              <a:rPr lang="en-US" b="1" dirty="0">
                <a:ea typeface="+mn-lt"/>
                <a:cs typeface="+mn-lt"/>
              </a:rPr>
              <a:t>break </a:t>
            </a:r>
            <a:r>
              <a:rPr lang="en-US" dirty="0">
                <a:ea typeface="+mn-lt"/>
                <a:cs typeface="+mn-lt"/>
              </a:rPr>
              <a:t>keyword is for. It can </a:t>
            </a:r>
            <a:r>
              <a:rPr lang="en-US" i="1" dirty="0">
                <a:ea typeface="+mn-lt"/>
                <a:cs typeface="+mn-lt"/>
              </a:rPr>
              <a:t>break</a:t>
            </a:r>
            <a:r>
              <a:rPr lang="en-US" dirty="0">
                <a:ea typeface="+mn-lt"/>
                <a:cs typeface="+mn-lt"/>
              </a:rPr>
              <a:t> the loop whenever we want.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81B9E4F-02BE-45D3-91C3-47460DFD8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The break Keyword</a:t>
            </a:r>
            <a:endParaRPr lang="en-US" dirty="0"/>
          </a:p>
        </p:txBody>
      </p:sp>
      <p:pic>
        <p:nvPicPr>
          <p:cNvPr id="6" name="Picture 6" descr="A screen shot of a clock&#10;&#10;Description automatically generated">
            <a:extLst>
              <a:ext uri="{FF2B5EF4-FFF2-40B4-BE49-F238E27FC236}">
                <a16:creationId xmlns:a16="http://schemas.microsoft.com/office/drawing/2014/main" id="{15493411-36A2-4F04-B37F-EE6EB1332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096" y="3549782"/>
            <a:ext cx="6280030" cy="1940577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03F69-D2EB-49F1-B621-F2F1A7A06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1833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0C9622-1DE0-424B-A145-5DF9CFDD9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When the </a:t>
            </a:r>
            <a:r>
              <a:rPr lang="en-US" b="1" dirty="0">
                <a:ea typeface="+mn-lt"/>
                <a:cs typeface="+mn-lt"/>
              </a:rPr>
              <a:t>continue </a:t>
            </a:r>
            <a:r>
              <a:rPr lang="en-US" dirty="0">
                <a:ea typeface="+mn-lt"/>
                <a:cs typeface="+mn-lt"/>
              </a:rPr>
              <a:t>keyword is used, the rest of that particular iteration is skipped.</a:t>
            </a:r>
          </a:p>
          <a:p>
            <a:r>
              <a:rPr lang="en-US" dirty="0">
                <a:ea typeface="+mn-lt"/>
                <a:cs typeface="+mn-lt"/>
              </a:rPr>
              <a:t>The loop </a:t>
            </a:r>
            <a:r>
              <a:rPr lang="en-US" i="1" dirty="0">
                <a:ea typeface="+mn-lt"/>
                <a:cs typeface="+mn-lt"/>
              </a:rPr>
              <a:t>continues</a:t>
            </a:r>
            <a:r>
              <a:rPr lang="en-US" dirty="0">
                <a:ea typeface="+mn-lt"/>
                <a:cs typeface="+mn-lt"/>
              </a:rPr>
              <a:t> on to the next iteration.</a:t>
            </a:r>
          </a:p>
          <a:p>
            <a:endParaRPr lang="en-US" dirty="0">
              <a:ea typeface="+mn-lt"/>
              <a:cs typeface="+mn-l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8CE5DC7-D4EF-40CF-9CC3-302E2FEDD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The continue Keyword</a:t>
            </a:r>
            <a:endParaRPr lang="en-US" dirty="0"/>
          </a:p>
        </p:txBody>
      </p:sp>
      <p:pic>
        <p:nvPicPr>
          <p:cNvPr id="6" name="Picture 6" descr="Text&#10;&#10;Description automatically generated">
            <a:extLst>
              <a:ext uri="{FF2B5EF4-FFF2-40B4-BE49-F238E27FC236}">
                <a16:creationId xmlns:a16="http://schemas.microsoft.com/office/drawing/2014/main" id="{4CC6EE11-7F1F-4F85-BF74-3C268030E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246" y="3117313"/>
            <a:ext cx="5834332" cy="2108985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BF0C1-2C99-4C8F-9899-64B8A2FB8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00778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D3B870-80FC-4E3C-8291-C093E57C2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In all practical meaning, the </a:t>
            </a:r>
            <a:r>
              <a:rPr lang="en-US" b="1" dirty="0">
                <a:ea typeface="+mn-lt"/>
                <a:cs typeface="+mn-lt"/>
              </a:rPr>
              <a:t>pass </a:t>
            </a:r>
            <a:r>
              <a:rPr lang="en-US" dirty="0">
                <a:ea typeface="+mn-lt"/>
                <a:cs typeface="+mn-lt"/>
              </a:rPr>
              <a:t>statement does nothing to the code execution.</a:t>
            </a:r>
          </a:p>
          <a:p>
            <a:r>
              <a:rPr lang="en-US" dirty="0">
                <a:ea typeface="+mn-lt"/>
                <a:cs typeface="+mn-lt"/>
              </a:rPr>
              <a:t>It can be used to represent an area of code that needs to be written.</a:t>
            </a:r>
          </a:p>
          <a:p>
            <a:r>
              <a:rPr lang="en-US" dirty="0">
                <a:ea typeface="+mn-lt"/>
                <a:cs typeface="+mn-lt"/>
              </a:rPr>
              <a:t>it is used to assist you when you haven’t written a piece of code but still need your entire program to execute</a:t>
            </a:r>
          </a:p>
          <a:p>
            <a:endParaRPr lang="en-US" dirty="0">
              <a:ea typeface="+mn-lt"/>
              <a:cs typeface="+mn-l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E04C534-11F7-4514-BC07-309B5969E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The pass Keyword</a:t>
            </a:r>
            <a:endParaRPr lang="en-US" dirty="0"/>
          </a:p>
        </p:txBody>
      </p:sp>
      <p:pic>
        <p:nvPicPr>
          <p:cNvPr id="6" name="Picture 6" descr="Text&#10;&#10;Description automatically generated">
            <a:extLst>
              <a:ext uri="{FF2B5EF4-FFF2-40B4-BE49-F238E27FC236}">
                <a16:creationId xmlns:a16="http://schemas.microsoft.com/office/drawing/2014/main" id="{3E6F2079-FEC7-4D2E-B699-FAD6FBD53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853" y="3841641"/>
            <a:ext cx="5604294" cy="1892037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116EA3-936E-4D27-A1C8-E761DF8DB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6051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E51183-D0D9-A74B-94F0-9EC0104A7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35207"/>
            <a:ext cx="6194236" cy="587584"/>
          </a:xfrm>
        </p:spPr>
        <p:txBody>
          <a:bodyPr/>
          <a:lstStyle/>
          <a:p>
            <a:pPr>
              <a:tabLst>
                <a:tab pos="3308350" algn="l"/>
              </a:tabLst>
            </a:pPr>
            <a:r>
              <a:rPr lang="en-US" dirty="0">
                <a:ea typeface="+mj-lt"/>
                <a:cs typeface="+mj-lt"/>
              </a:rPr>
              <a:t>The while Loop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9ED1B1-6FE0-FA43-95C4-366DBD1F1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66342" y="831286"/>
            <a:ext cx="4375639" cy="51954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spc="200" dirty="0"/>
              <a:t>"</a:t>
            </a:r>
            <a:r>
              <a:rPr lang="en-US" sz="1800" spc="200" dirty="0">
                <a:ea typeface="+mn-lt"/>
                <a:cs typeface="+mn-lt"/>
              </a:rPr>
              <a:t>The while loop keeps iterating over a certain set of operations as long as a certain </a:t>
            </a:r>
            <a:r>
              <a:rPr lang="en-US" sz="1800" b="1" spc="200" dirty="0">
                <a:ea typeface="+mn-lt"/>
                <a:cs typeface="+mn-lt"/>
              </a:rPr>
              <a:t>condition</a:t>
            </a:r>
            <a:r>
              <a:rPr lang="en-US" sz="1800" spc="200" dirty="0">
                <a:ea typeface="+mn-lt"/>
                <a:cs typeface="+mn-lt"/>
              </a:rPr>
              <a:t> holds </a:t>
            </a:r>
            <a:r>
              <a:rPr lang="en-US" sz="1800" b="1" spc="200" dirty="0">
                <a:ea typeface="+mn-lt"/>
                <a:cs typeface="+mn-lt"/>
              </a:rPr>
              <a:t>True</a:t>
            </a:r>
            <a:endParaRPr lang="en-US" dirty="0"/>
          </a:p>
          <a:p>
            <a:pPr marL="0" indent="0">
              <a:buNone/>
            </a:pPr>
            <a:endParaRPr lang="en-US" sz="1800" spc="200" dirty="0"/>
          </a:p>
          <a:p>
            <a:pPr marL="0" indent="0">
              <a:buNone/>
            </a:pPr>
            <a:r>
              <a:rPr lang="en-US" sz="1800" i="1" spc="200" dirty="0">
                <a:ea typeface="+mn-lt"/>
                <a:cs typeface="+mn-lt"/>
              </a:rPr>
              <a:t>While this condition is true, keep the loop running</a:t>
            </a:r>
            <a:r>
              <a:rPr lang="en-US" sz="1800" spc="200" dirty="0"/>
              <a:t>"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DB314-8682-4758-8EA0-E7C3920E2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84486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00E2163-DD34-49E9-A55B-23F538577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11" y="643468"/>
            <a:ext cx="3177847" cy="16741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While loop structure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EB57AA8-F021-480C-A9E2-F89913313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657EB2-8010-4E91-AA34-5665D8726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64" y="2639380"/>
            <a:ext cx="3205049" cy="3229714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while loop is not always restricted to a fixed range</a:t>
            </a:r>
          </a:p>
          <a:p>
            <a:r>
              <a:rPr lang="en-US" dirty="0">
                <a:ea typeface="+mn-lt"/>
                <a:cs typeface="+mn-lt"/>
              </a:rPr>
              <a:t>Its execution is based solely on the condition associated with it.</a:t>
            </a:r>
          </a:p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Picture 7" descr="Diagram, text&#10;&#10;Description automatically generated">
            <a:extLst>
              <a:ext uri="{FF2B5EF4-FFF2-40B4-BE49-F238E27FC236}">
                <a16:creationId xmlns:a16="http://schemas.microsoft.com/office/drawing/2014/main" id="{C3FDC9A9-1261-404E-B9CD-E6209F8C4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629" y="643466"/>
            <a:ext cx="5388195" cy="522562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6BF36B24-6632-4516-9692-73146289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67915-5EB6-41BE-9CC0-0CC35A93B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5267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5C78C9-B329-4A81-9131-12BD773E4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Here’s a while loop that finds out the maximum power of n before the value exceeds 1000</a:t>
            </a:r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41F549E-C0C6-452D-A4A6-502A970CC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The while Loop in Action</a:t>
            </a:r>
            <a:endParaRPr lang="en-US" dirty="0"/>
          </a:p>
        </p:txBody>
      </p:sp>
      <p:pic>
        <p:nvPicPr>
          <p:cNvPr id="6" name="Picture 6" descr="Text&#10;&#10;Description automatically generated">
            <a:extLst>
              <a:ext uri="{FF2B5EF4-FFF2-40B4-BE49-F238E27FC236}">
                <a16:creationId xmlns:a16="http://schemas.microsoft.com/office/drawing/2014/main" id="{543E8B64-C3C3-4830-BF43-64D608984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314" y="2861256"/>
            <a:ext cx="5327350" cy="265172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8F0B1-1694-48CC-BA6E-28914900F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95216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D632E6-E785-4634-9134-627156919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algn="just"/>
            <a:r>
              <a:rPr lang="en-US" dirty="0">
                <a:ea typeface="+mn-lt"/>
                <a:cs typeface="+mn-lt"/>
              </a:rPr>
              <a:t>Compared to for loops, we should be more careful when creating while loops.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This is because a while loop has the potential to never end. This could crash a program!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B01A1C7-CC69-436F-9927-3AD7771B2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1411501"/>
            <a:ext cx="10058400" cy="58758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ea typeface="+mj-lt"/>
                <a:cs typeface="+mj-lt"/>
              </a:rPr>
              <a:t>Cautionary</a:t>
            </a:r>
            <a:r>
              <a:rPr lang="en-US" dirty="0">
                <a:ea typeface="+mj-lt"/>
                <a:cs typeface="+mj-lt"/>
              </a:rPr>
              <a:t> Measures</a:t>
            </a:r>
            <a:endParaRPr lang="en-US" dirty="0"/>
          </a:p>
        </p:txBody>
      </p:sp>
      <p:pic>
        <p:nvPicPr>
          <p:cNvPr id="6" name="Picture 6" descr="Text&#10;&#10;Description automatically generated">
            <a:extLst>
              <a:ext uri="{FF2B5EF4-FFF2-40B4-BE49-F238E27FC236}">
                <a16:creationId xmlns:a16="http://schemas.microsoft.com/office/drawing/2014/main" id="{E368E8E8-E6CE-4552-B241-B75A6CDEE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786" y="3170118"/>
            <a:ext cx="4136546" cy="2417013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F0E3C6-D2AF-4C90-9D30-ED096115F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320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2DE191-DFF6-4267-AAB4-9CE8D99BA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1. Create a loop that counts from 0 to 100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2. Make a multiplication table using a loop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3. Output the numbers 1 to 10 backward using a loop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4. Create a loop that counts all even numbers to 10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5. Create a loop that sums the numbers from 100 to 200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80242BF-149B-4D5E-93BD-68A553FD3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297F9-0E81-4B8C-92E1-4DAFD3761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16856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E51183-D0D9-A74B-94F0-9EC0104A7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35207"/>
            <a:ext cx="5800090" cy="587584"/>
          </a:xfrm>
        </p:spPr>
        <p:txBody>
          <a:bodyPr/>
          <a:lstStyle/>
          <a:p>
            <a:pPr>
              <a:tabLst>
                <a:tab pos="3308350" algn="l"/>
              </a:tabLst>
            </a:pPr>
            <a:r>
              <a:rPr lang="en-US" dirty="0">
                <a:ea typeface="+mj-lt"/>
                <a:cs typeface="+mj-lt"/>
              </a:rPr>
              <a:t>Functions in Python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9ED1B1-6FE0-FA43-95C4-366DBD1F1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66342" y="831286"/>
            <a:ext cx="4375639" cy="51954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i="1" spc="200" dirty="0">
                <a:ea typeface="+mn-lt"/>
                <a:cs typeface="+mn-lt"/>
              </a:rPr>
              <a:t>A function is a reusable set of operations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BAEE9-6E52-4BEC-940E-51C65AFCA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63785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F4BBBF-8D87-4B1D-9DFA-2BAC6A2F5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525" y="1849409"/>
            <a:ext cx="10058400" cy="3760891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Functions are useful because they make the code concise and simple.</a:t>
            </a:r>
          </a:p>
          <a:p>
            <a:r>
              <a:rPr lang="en-US" dirty="0">
                <a:ea typeface="+mn-lt"/>
                <a:cs typeface="+mn-lt"/>
              </a:rPr>
              <a:t>The primary benefits of using functions are:</a:t>
            </a:r>
          </a:p>
          <a:p>
            <a:pPr marL="383540" lvl="1"/>
            <a:r>
              <a:rPr lang="en-US" b="1" dirty="0">
                <a:ea typeface="+mn-lt"/>
                <a:cs typeface="+mn-lt"/>
              </a:rPr>
              <a:t>Reusability</a:t>
            </a:r>
            <a:r>
              <a:rPr lang="en-US" dirty="0">
                <a:ea typeface="+mn-lt"/>
                <a:cs typeface="+mn-lt"/>
              </a:rPr>
              <a:t>: A function can be used over and over again. You do not have to write redundant code. </a:t>
            </a:r>
          </a:p>
          <a:p>
            <a:pPr marL="383540" lvl="1"/>
            <a:r>
              <a:rPr lang="en-US" b="1" dirty="0">
                <a:ea typeface="+mn-lt"/>
                <a:cs typeface="+mn-lt"/>
              </a:rPr>
              <a:t>Simplicity</a:t>
            </a:r>
            <a:r>
              <a:rPr lang="en-US" dirty="0">
                <a:ea typeface="+mn-lt"/>
                <a:cs typeface="+mn-lt"/>
              </a:rPr>
              <a:t>: Functions are easy to use and make the code readable. We only need to know the inputs and the purpose of the function without focusing on the inner workings. </a:t>
            </a:r>
          </a:p>
          <a:p>
            <a:pPr marL="383540" lvl="1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5378127-69EC-4D7F-9003-D18F2A7D8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Functions?</a:t>
            </a:r>
          </a:p>
        </p:txBody>
      </p:sp>
      <p:pic>
        <p:nvPicPr>
          <p:cNvPr id="6" name="Picture 6" descr="Diagram&#10;&#10;Description automatically generated">
            <a:extLst>
              <a:ext uri="{FF2B5EF4-FFF2-40B4-BE49-F238E27FC236}">
                <a16:creationId xmlns:a16="http://schemas.microsoft.com/office/drawing/2014/main" id="{50265C79-0259-4E1B-A560-6C817A38C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664" y="3981480"/>
            <a:ext cx="4597878" cy="1713001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58F91-747E-470B-927B-72B247F93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25303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40791F6-715D-481A-9C4A-3645AECFD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D697839-36EF-4B39-9D3F-4EA569D33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" y="1095021"/>
            <a:ext cx="6432434" cy="10194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Example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40F83A4-FAC4-4867-95A5-BBFD280C7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76240" y="2267421"/>
            <a:ext cx="603504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22A030-78C2-4AF7-81E3-9FE860DEF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7" y="2407436"/>
            <a:ext cx="6432434" cy="3461658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Suppose we want to find the smaller value between two integers.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dirty="0">
                <a:ea typeface="+mn-lt"/>
                <a:cs typeface="+mn-lt"/>
              </a:rPr>
              <a:t>The good news is that Python already has the min() function: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Picture 7" descr="Text&#10;&#10;Description automatically generated">
            <a:extLst>
              <a:ext uri="{FF2B5EF4-FFF2-40B4-BE49-F238E27FC236}">
                <a16:creationId xmlns:a16="http://schemas.microsoft.com/office/drawing/2014/main" id="{2FA71524-BA64-45BA-BFC2-B0434A527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932" y="4210703"/>
            <a:ext cx="7121201" cy="1924244"/>
          </a:xfrm>
          <a:prstGeom prst="rect">
            <a:avLst/>
          </a:prstGeom>
        </p:spPr>
      </p:pic>
      <p:pic>
        <p:nvPicPr>
          <p:cNvPr id="6" name="Picture 6" descr="Text&#10;&#10;Description automatically generated">
            <a:extLst>
              <a:ext uri="{FF2B5EF4-FFF2-40B4-BE49-F238E27FC236}">
                <a16:creationId xmlns:a16="http://schemas.microsoft.com/office/drawing/2014/main" id="{D2C7602C-F164-4033-B6E2-8BD63AFCB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065" y="639791"/>
            <a:ext cx="2941386" cy="5458468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11CBAFA-D7E0-40A7-BB94-2C05304B4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A29EAFD-52A1-4769-A58E-187A1F821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589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DEE460-6FBD-4303-A30C-B57B49BF0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There are two basic types of functions in Python:</a:t>
            </a:r>
          </a:p>
          <a:p>
            <a:pPr marL="383540" lvl="1"/>
            <a:r>
              <a:rPr lang="en-US" dirty="0">
                <a:ea typeface="+mn-lt"/>
                <a:cs typeface="+mn-lt"/>
              </a:rPr>
              <a:t>Built-in functions:  </a:t>
            </a:r>
            <a:r>
              <a:rPr lang="en-US" dirty="0" err="1">
                <a:ea typeface="+mn-lt"/>
                <a:cs typeface="+mn-lt"/>
              </a:rPr>
              <a:t>len</a:t>
            </a:r>
            <a:r>
              <a:rPr lang="en-US" dirty="0">
                <a:ea typeface="+mn-lt"/>
                <a:cs typeface="+mn-lt"/>
              </a:rPr>
              <a:t>(), min(), print(),….</a:t>
            </a:r>
            <a:endParaRPr lang="en-US" dirty="0"/>
          </a:p>
          <a:p>
            <a:pPr marL="383540" lvl="1"/>
            <a:r>
              <a:rPr lang="en-US" dirty="0">
                <a:ea typeface="+mn-lt"/>
                <a:cs typeface="+mn-lt"/>
              </a:rPr>
              <a:t>User-defined functions</a:t>
            </a:r>
            <a:endParaRPr lang="en-US" dirty="0"/>
          </a:p>
          <a:p>
            <a:pPr marL="383540" lvl="1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7DE4E2-517A-48F5-920C-C0997EC79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231744"/>
            <a:ext cx="10058400" cy="587584"/>
          </a:xfrm>
        </p:spPr>
        <p:txBody>
          <a:bodyPr/>
          <a:lstStyle/>
          <a:p>
            <a:r>
              <a:rPr lang="en-US" b="1" dirty="0"/>
              <a:t>Types of Functions in Python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9FD13-9000-42E6-A9AF-4435965E7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94869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73ECEC8-0F24-45B8-950F-35FC94BCE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C84DAA6-688C-4372-B175-E917D36AF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" y="634946"/>
            <a:ext cx="3690257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b="1"/>
              <a:t>Components of a Function </a:t>
            </a:r>
            <a:endParaRPr lang="en-US" sz="3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9EB8C68-FF1B-4849-867B-32D29B19F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0797" y="2250460"/>
            <a:ext cx="34747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858AEB-D671-4E92-941F-0979A7692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7" y="2407436"/>
            <a:ext cx="3690257" cy="3461658"/>
          </a:xfrm>
        </p:spPr>
        <p:txBody>
          <a:bodyPr vert="horz" lIns="0" tIns="45720" rIns="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 Python, a function can be 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defined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using the </a:t>
            </a:r>
            <a:r>
              <a:rPr lang="en-US" b="1" dirty="0">
                <a:solidFill>
                  <a:srgbClr val="FF0000"/>
                </a:solidFill>
              </a:rPr>
              <a:t>def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keyword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 </a:t>
            </a:r>
            <a:r>
              <a:rPr lang="en-US" dirty="0"/>
              <a:t>function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name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is simply the name we’ll use to identify the function.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 </a:t>
            </a:r>
            <a:r>
              <a:rPr lang="en-US" b="1" dirty="0">
                <a:solidFill>
                  <a:srgbClr val="FF0000"/>
                </a:solidFill>
              </a:rPr>
              <a:t>parameters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of a function are the inputs for that function. We can use these inputs within the function.</a:t>
            </a:r>
          </a:p>
          <a:p>
            <a:pPr>
              <a:lnSpc>
                <a:spcPct val="90000"/>
              </a:lnSpc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Picture 6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53D76FFE-BCA8-45BC-830D-7546628356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7" r="1" b="1"/>
          <a:stretch/>
        </p:blipFill>
        <p:spPr>
          <a:xfrm>
            <a:off x="4974772" y="1040357"/>
            <a:ext cx="6909801" cy="531440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B53612E-ADB2-4457-9688-89506397A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1AE6-5808-42C7-ABD6-53D3EC790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834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9ED01D-0C0B-4E50-BBAF-158C4F5D5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11" y="643468"/>
            <a:ext cx="3177847" cy="16741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Implementation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B57AA8-F021-480C-A9E2-F89913313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283824-575B-49B8-B581-B481F39F9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64" y="2639380"/>
            <a:ext cx="3205049" cy="3229714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Let’s start by making a plain function that prints four lines of text.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We can call the function in our code using its name along with empty parentheses.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Picture 6" descr="Text&#10;&#10;Description automatically generated">
            <a:extLst>
              <a:ext uri="{FF2B5EF4-FFF2-40B4-BE49-F238E27FC236}">
                <a16:creationId xmlns:a16="http://schemas.microsoft.com/office/drawing/2014/main" id="{B8D9CDF1-6CD9-4305-8BEA-3B006319D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032" y="2639380"/>
            <a:ext cx="6892560" cy="326135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BF36B24-6632-4516-9692-73146289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17F6CC-6BC3-4E0C-9FC0-B2A6FA9EE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766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4FAA6B4-BAFB-4474-9B14-DC83A90965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24DF39C-1AC5-4603-8155-3637769C6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/>
              <a:t>Function Parameters</a:t>
            </a:r>
            <a:endParaRPr lang="en-US" sz="48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364CDC3-ADB0-4691-9286-5925F160C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CE39C4-0623-47ED-8A6C-6107F5918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5575367" cy="3760891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Parameters 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are a crucial part of the function structure</a:t>
            </a:r>
          </a:p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They are the means of passing data to the function. This data can be used by the function to perform a meaningful task</a:t>
            </a:r>
          </a:p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The actual values/variables passed into the parameters are known as </a:t>
            </a:r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arguments</a:t>
            </a:r>
          </a:p>
          <a:p>
            <a:endParaRPr 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148495-5F82-48E2-A76C-C8E1C8949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7" descr="Text&#10;&#10;Description automatically generated">
            <a:extLst>
              <a:ext uri="{FF2B5EF4-FFF2-40B4-BE49-F238E27FC236}">
                <a16:creationId xmlns:a16="http://schemas.microsoft.com/office/drawing/2014/main" id="{D63C6A27-EDE4-4490-AA9B-80472C3FF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0862" y="2050032"/>
            <a:ext cx="4573258" cy="419567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F3171-23CD-418A-B16A-98AFF942E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09928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0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9" name="Straight Connector 12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14">
            <a:extLst>
              <a:ext uri="{FF2B5EF4-FFF2-40B4-BE49-F238E27FC236}">
                <a16:creationId xmlns:a16="http://schemas.microsoft.com/office/drawing/2014/main" id="{F4FAA6B4-BAFB-4474-9B14-DC83A90965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FD9802-1501-4CDB-95C4-FCB26C0C7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dirty="0"/>
              <a:t>The return Statement </a:t>
            </a:r>
            <a:endParaRPr lang="en-US" sz="4800" dirty="0"/>
          </a:p>
        </p:txBody>
      </p:sp>
      <p:cxnSp>
        <p:nvCxnSpPr>
          <p:cNvPr id="12" name="Straight Connector 16">
            <a:extLst>
              <a:ext uri="{FF2B5EF4-FFF2-40B4-BE49-F238E27FC236}">
                <a16:creationId xmlns:a16="http://schemas.microsoft.com/office/drawing/2014/main" id="{4364CDC3-ADB0-4691-9286-5925F160C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A8767F-FB19-4071-ACFF-BD9178F2D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5575367" cy="3760891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return something from a function, we must use the return keyword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Keep in mind that once the return statement is executed, the compiler ends the function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Any remaining lines of code after the return statement will not be executed.</a:t>
            </a:r>
          </a:p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Rectangle 18">
            <a:extLst>
              <a:ext uri="{FF2B5EF4-FFF2-40B4-BE49-F238E27FC236}">
                <a16:creationId xmlns:a16="http://schemas.microsoft.com/office/drawing/2014/main" id="{DB148495-5F82-48E2-A76C-C8E1C8949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15" descr="Text&#10;&#10;Description automatically generated">
            <a:extLst>
              <a:ext uri="{FF2B5EF4-FFF2-40B4-BE49-F238E27FC236}">
                <a16:creationId xmlns:a16="http://schemas.microsoft.com/office/drawing/2014/main" id="{9A1C29C7-F438-41A5-A790-224C12D0E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424" y="2344660"/>
            <a:ext cx="5805576" cy="216867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1C960-DB10-4850-920E-8BD89BF3F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26244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49019C-42C3-4D52-BDEA-CCD96A939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 fontScale="9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1. Write a Python function that accepts a string and calculate the number of upper-case letters and lower-case letters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              Sample string: PythOn</a:t>
            </a:r>
          </a:p>
          <a:p>
            <a:r>
              <a:rPr lang="en-US" dirty="0">
                <a:ea typeface="+mn-lt"/>
                <a:cs typeface="+mn-lt"/>
              </a:rPr>
              <a:t>              Number of Uppercase letters: 2</a:t>
            </a:r>
          </a:p>
          <a:p>
            <a:r>
              <a:rPr lang="en-US" dirty="0">
                <a:ea typeface="+mn-lt"/>
                <a:cs typeface="+mn-lt"/>
              </a:rPr>
              <a:t>              Number of Lowercase letters: 4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2. Write a function that returns the sum of multiples of 3 and 5 between 0 and </a:t>
            </a:r>
            <a:r>
              <a:rPr lang="en-US" b="1" dirty="0">
                <a:ea typeface="+mn-lt"/>
                <a:cs typeface="+mn-lt"/>
              </a:rPr>
              <a:t>limit</a:t>
            </a:r>
            <a:r>
              <a:rPr lang="en-US" dirty="0">
                <a:ea typeface="+mn-lt"/>
                <a:cs typeface="+mn-lt"/>
              </a:rPr>
              <a:t> (parameter). For example, if limit is 20, it should return the sum of 3, 5, 6, 9, 10, 12, 15, 18, 20.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3. Write a Python function to sum all the numbers in a list.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              Sample List</a:t>
            </a:r>
            <a:r>
              <a:rPr lang="en-US" i="1" dirty="0">
                <a:ea typeface="+mn-lt"/>
                <a:cs typeface="+mn-lt"/>
              </a:rPr>
              <a:t> </a:t>
            </a:r>
            <a:r>
              <a:rPr lang="en-US" dirty="0">
                <a:ea typeface="+mn-lt"/>
                <a:cs typeface="+mn-lt"/>
              </a:rPr>
              <a:t>: (8, 2, 3, 0, 7)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              Expected Output: 20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C9D0F46-D4C1-4543-BC38-76208DBAB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&amp; Exercises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573B5-40E6-418B-882A-2C7DC809E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52931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E51183-D0D9-A74B-94F0-9EC0104A7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35207"/>
            <a:ext cx="6194236" cy="587584"/>
          </a:xfrm>
        </p:spPr>
        <p:txBody>
          <a:bodyPr/>
          <a:lstStyle/>
          <a:p>
            <a:pPr>
              <a:tabLst>
                <a:tab pos="3308350" algn="l"/>
              </a:tabLst>
            </a:pPr>
            <a:r>
              <a:rPr lang="en-US" dirty="0" err="1"/>
              <a:t>OOp</a:t>
            </a:r>
            <a:r>
              <a:rPr lang="en-US" dirty="0"/>
              <a:t> in python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9ED1B1-6FE0-FA43-95C4-366DBD1F1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66342" y="831286"/>
            <a:ext cx="4375639" cy="51954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ea typeface="+mn-lt"/>
                <a:cs typeface="+mn-lt"/>
              </a:rPr>
              <a:t>Object-oriented programming, It is a programming paradigm that includes, or relies, on the concept of classes and objects.</a:t>
            </a:r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BAEE9-6E52-4BEC-940E-51C65AFCA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20913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AB6E427-3F73-4C06-A5D5-AE52C388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C9BDAA-0390-4B39-9B5C-BC95E5120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9919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225F5D9-03F0-49F3-AFBF-08BDC319B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6"/>
            <a:ext cx="3084844" cy="19610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Anatomy of objects and classes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04A321A-A039-4720-87B4-66A4210E0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1752" y="2638787"/>
            <a:ext cx="27432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0E3712-518F-42DB-ADA6-FC112E5A8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752" y="2799654"/>
            <a:ext cx="3005462" cy="3189665"/>
          </a:xfrm>
        </p:spPr>
        <p:txBody>
          <a:bodyPr vert="horz" lIns="0" tIns="45720" rIns="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 dirty="0">
                <a:solidFill>
                  <a:srgbClr val="FFFFFF"/>
                </a:solidFill>
              </a:rPr>
              <a:t>The basic idea of OOP is to divide a sophisticated program into a number of </a:t>
            </a:r>
            <a:r>
              <a:rPr lang="en-US" sz="1800" b="1" dirty="0">
                <a:solidFill>
                  <a:srgbClr val="FFFFFF"/>
                </a:solidFill>
              </a:rPr>
              <a:t>objects</a:t>
            </a:r>
            <a:r>
              <a:rPr lang="en-US" sz="1800" dirty="0">
                <a:solidFill>
                  <a:srgbClr val="FFFFFF"/>
                </a:solidFill>
              </a:rPr>
              <a:t> that talk to each other.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rgbClr val="FFFFFF"/>
                </a:solidFill>
              </a:rPr>
              <a:t>Objects are a collection of </a:t>
            </a:r>
            <a:r>
              <a:rPr lang="en-US" sz="1800" b="1" dirty="0">
                <a:solidFill>
                  <a:srgbClr val="FFFFFF"/>
                </a:solidFill>
              </a:rPr>
              <a:t>data</a:t>
            </a:r>
            <a:r>
              <a:rPr lang="en-US" sz="1800" dirty="0">
                <a:solidFill>
                  <a:srgbClr val="FFFFFF"/>
                </a:solidFill>
              </a:rPr>
              <a:t> and their </a:t>
            </a:r>
            <a:r>
              <a:rPr lang="en-US" sz="1800" b="1" dirty="0">
                <a:solidFill>
                  <a:srgbClr val="FFFFFF"/>
                </a:solidFill>
              </a:rPr>
              <a:t>behaviors</a:t>
            </a:r>
            <a:r>
              <a:rPr lang="en-US" sz="1800" dirty="0">
                <a:solidFill>
                  <a:srgbClr val="FFFFFF"/>
                </a:solidFill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rgbClr val="FFFFFF"/>
                </a:solidFill>
              </a:rPr>
              <a:t>A </a:t>
            </a:r>
            <a:r>
              <a:rPr lang="en-US" sz="1800" b="1" dirty="0">
                <a:solidFill>
                  <a:srgbClr val="FFFFFF"/>
                </a:solidFill>
              </a:rPr>
              <a:t>class</a:t>
            </a:r>
            <a:r>
              <a:rPr lang="en-US" sz="1800" dirty="0">
                <a:solidFill>
                  <a:srgbClr val="FFFFFF"/>
                </a:solidFill>
              </a:rPr>
              <a:t> can be thought of as a </a:t>
            </a:r>
            <a:r>
              <a:rPr lang="en-US" sz="1800" i="1" dirty="0">
                <a:solidFill>
                  <a:srgbClr val="FFFFFF"/>
                </a:solidFill>
              </a:rPr>
              <a:t>blueprint</a:t>
            </a:r>
            <a:r>
              <a:rPr lang="en-US" sz="1800" dirty="0">
                <a:solidFill>
                  <a:srgbClr val="FFFFFF"/>
                </a:solidFill>
              </a:rPr>
              <a:t> for creating objects.</a:t>
            </a:r>
          </a:p>
          <a:p>
            <a:pPr>
              <a:lnSpc>
                <a:spcPct val="90000"/>
              </a:lnSpc>
            </a:pPr>
            <a:endParaRPr lang="en-US" sz="1800" dirty="0">
              <a:solidFill>
                <a:srgbClr val="FFFFFF"/>
              </a:solidFill>
            </a:endParaRPr>
          </a:p>
        </p:txBody>
      </p:sp>
      <p:pic>
        <p:nvPicPr>
          <p:cNvPr id="6" name="Picture 6" descr="Diagram&#10;&#10;Description automatically generated">
            <a:extLst>
              <a:ext uri="{FF2B5EF4-FFF2-40B4-BE49-F238E27FC236}">
                <a16:creationId xmlns:a16="http://schemas.microsoft.com/office/drawing/2014/main" id="{04A5A6C3-EFD2-4CBA-B653-5319C50A6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17" y="1848446"/>
            <a:ext cx="6798082" cy="3161107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00B1E-FE41-46F8-AF87-B4E0B828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779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1219198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43870EF-9378-4A08-B8A9-7064FF433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516835"/>
            <a:ext cx="2994815" cy="16665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Introduction to Objects and Classes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686" y="2353592"/>
            <a:ext cx="283464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80E2387-146A-4C47-BDAB-2664B5F4A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2546224"/>
            <a:ext cx="2994815" cy="3342747"/>
          </a:xfrm>
        </p:spPr>
        <p:txBody>
          <a:bodyPr vert="horz" lIns="0" tIns="45720" rIns="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 b="1"/>
              <a:t>Attributes</a:t>
            </a:r>
            <a:r>
              <a:rPr lang="en-US" sz="1800"/>
              <a:t> are also referred to as properties or members. For consistency, we will be using properties throughout the course.</a:t>
            </a:r>
          </a:p>
          <a:p>
            <a:pPr>
              <a:lnSpc>
                <a:spcPct val="90000"/>
              </a:lnSpc>
            </a:pPr>
            <a:r>
              <a:rPr lang="en-US" sz="1800" b="1"/>
              <a:t>Behaviors</a:t>
            </a:r>
            <a:r>
              <a:rPr lang="en-US" sz="1800"/>
              <a:t> are also referred to as member functions or methods. For consistency, we will be using methods throughout the course.</a:t>
            </a:r>
          </a:p>
          <a:p>
            <a:pPr>
              <a:lnSpc>
                <a:spcPct val="90000"/>
              </a:lnSpc>
            </a:pPr>
            <a:endParaRPr lang="en-US" sz="1800"/>
          </a:p>
        </p:txBody>
      </p:sp>
      <p:pic>
        <p:nvPicPr>
          <p:cNvPr id="6" name="Picture 6" descr="Icon&#10;&#10;Description automatically generated">
            <a:extLst>
              <a:ext uri="{FF2B5EF4-FFF2-40B4-BE49-F238E27FC236}">
                <a16:creationId xmlns:a16="http://schemas.microsoft.com/office/drawing/2014/main" id="{C52CFFFE-5D75-4D93-B6F4-03F3086C6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715" y="2866269"/>
            <a:ext cx="4187287" cy="1211725"/>
          </a:xfrm>
          <a:prstGeom prst="rect">
            <a:avLst/>
          </a:prstGeom>
        </p:spPr>
      </p:pic>
      <p:pic>
        <p:nvPicPr>
          <p:cNvPr id="7" name="Picture 7" descr="Diagram&#10;&#10;Description automatically generated">
            <a:extLst>
              <a:ext uri="{FF2B5EF4-FFF2-40B4-BE49-F238E27FC236}">
                <a16:creationId xmlns:a16="http://schemas.microsoft.com/office/drawing/2014/main" id="{34A84D6E-AA05-41DD-A664-1394FECC6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076" y="1074517"/>
            <a:ext cx="3698457" cy="487320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1F0C9EA-6B97-49AE-98A9-857119FAF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4709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7FF280-3F4E-4BF0-A0E2-778EFF725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11" y="643468"/>
            <a:ext cx="3177847" cy="16741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/>
              <a:t>Declaring a Class in Python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B57AA8-F021-480C-A9E2-F89913313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E765CA-47AA-4ABA-B2E9-AC9BF6E85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64" y="2639380"/>
            <a:ext cx="3205049" cy="3229714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Must start with a </a:t>
            </a:r>
            <a:r>
              <a:rPr lang="en-US" i="1">
                <a:solidFill>
                  <a:schemeClr val="tx1">
                    <a:lumMod val="75000"/>
                    <a:lumOff val="25000"/>
                  </a:schemeClr>
                </a:solidFill>
              </a:rPr>
              <a:t>letter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or </a:t>
            </a:r>
            <a:r>
              <a:rPr lang="en-US" i="1">
                <a:solidFill>
                  <a:schemeClr val="tx1">
                    <a:lumMod val="75000"/>
                    <a:lumOff val="25000"/>
                  </a:schemeClr>
                </a:solidFill>
              </a:rPr>
              <a:t>underscore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Should only be comprised of </a:t>
            </a:r>
            <a:r>
              <a:rPr lang="en-US" i="1">
                <a:solidFill>
                  <a:schemeClr val="tx1">
                    <a:lumMod val="75000"/>
                    <a:lumOff val="25000"/>
                  </a:schemeClr>
                </a:solidFill>
              </a:rPr>
              <a:t>numbers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i="1">
                <a:solidFill>
                  <a:schemeClr val="tx1">
                    <a:lumMod val="75000"/>
                    <a:lumOff val="25000"/>
                  </a:schemeClr>
                </a:solidFill>
              </a:rPr>
              <a:t>letters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, or </a:t>
            </a:r>
            <a:r>
              <a:rPr lang="en-US" i="1">
                <a:solidFill>
                  <a:schemeClr val="tx1">
                    <a:lumMod val="75000"/>
                    <a:lumOff val="25000"/>
                  </a:schemeClr>
                </a:solidFill>
              </a:rPr>
              <a:t>underscores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6C757EE7-6975-4200-814D-FBA9AD54E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711" y="2405132"/>
            <a:ext cx="6892560" cy="277925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BF36B24-6632-4516-9692-73146289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24AE7C-4CCF-4DAD-8A1E-2B01FAC99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63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0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6" name="Straight Connector 12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4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6F1C812-8FD0-436B-AE0A-F3C82EF2F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534" y="643468"/>
            <a:ext cx="4457431" cy="16741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Implementation of the Employee class </a:t>
            </a:r>
          </a:p>
          <a:p>
            <a:endParaRPr lang="en-US" sz="4000" dirty="0"/>
          </a:p>
        </p:txBody>
      </p:sp>
      <p:cxnSp>
        <p:nvCxnSpPr>
          <p:cNvPr id="20" name="Straight Connector 16">
            <a:extLst>
              <a:ext uri="{FF2B5EF4-FFF2-40B4-BE49-F238E27FC236}">
                <a16:creationId xmlns:a16="http://schemas.microsoft.com/office/drawing/2014/main" id="{EEB57AA8-F021-480C-A9E2-F89913313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F41B27-C482-4FBA-9D2C-F1B319509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64" y="2639380"/>
            <a:ext cx="3205049" cy="3229714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To access properties of an object, the </a:t>
            </a:r>
            <a:r>
              <a:rPr lang="en-US" b="1">
                <a:ea typeface="+mn-lt"/>
                <a:cs typeface="+mn-lt"/>
              </a:rPr>
              <a:t>dot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notation is used.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Picture 6" descr="Text&#10;&#10;Description automatically generated">
            <a:extLst>
              <a:ext uri="{FF2B5EF4-FFF2-40B4-BE49-F238E27FC236}">
                <a16:creationId xmlns:a16="http://schemas.microsoft.com/office/drawing/2014/main" id="{0144317F-6A3E-4911-AEE0-0983978AD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80" y="909326"/>
            <a:ext cx="4746206" cy="5225621"/>
          </a:xfrm>
          <a:prstGeom prst="rect">
            <a:avLst/>
          </a:prstGeom>
        </p:spPr>
      </p:pic>
      <p:sp>
        <p:nvSpPr>
          <p:cNvPr id="21" name="Rectangle 18">
            <a:extLst>
              <a:ext uri="{FF2B5EF4-FFF2-40B4-BE49-F238E27FC236}">
                <a16:creationId xmlns:a16="http://schemas.microsoft.com/office/drawing/2014/main" id="{6BF36B24-6632-4516-9692-73146289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6792E-01A9-4A74-8E97-D737FBEF7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596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80D557B-A25C-4F0D-93A7-8DC2A0355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11" y="643468"/>
            <a:ext cx="3637922" cy="16741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Initializing Objects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B57AA8-F021-480C-A9E2-F89913313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7A1832-0D21-4266-8033-D8140A9E5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441" y="2639380"/>
            <a:ext cx="3636370" cy="3229714"/>
          </a:xfrm>
        </p:spPr>
        <p:txBody>
          <a:bodyPr vert="horz" lIns="0" tIns="45720" rIns="0" bIns="45720" rtlCol="0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initializer (__</a:t>
            </a:r>
            <a:r>
              <a:rPr lang="en-US" sz="1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init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__)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is used to </a:t>
            </a:r>
            <a:r>
              <a:rPr lang="en-US" sz="1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initialize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an object of a class. 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It’s a special method that outlines the steps performed when a class object is created in the program. 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It’s used to define and assign values to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instance variables.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initializer is a special method because it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does not have a return type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endParaRPr lang="en-US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first parameter of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</a:t>
            </a:r>
            <a:r>
              <a:rPr lang="en-US" sz="1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init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is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self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</a:p>
          <a:p>
            <a:pPr>
              <a:lnSpc>
                <a:spcPct val="90000"/>
              </a:lnSpc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Picture 6" descr="Text&#10;&#10;Description automatically generated">
            <a:extLst>
              <a:ext uri="{FF2B5EF4-FFF2-40B4-BE49-F238E27FC236}">
                <a16:creationId xmlns:a16="http://schemas.microsoft.com/office/drawing/2014/main" id="{0EC2D0A9-3392-49DA-91E0-B5A06CDEF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647" y="2621905"/>
            <a:ext cx="6892560" cy="280871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BF36B24-6632-4516-9692-73146289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588074-6652-4406-A7EE-CE0F24613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768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2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1" name="Straight Connector 14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1219198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E2BAE8D-F9FF-47E1-8E5E-6DD3649B6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16835"/>
            <a:ext cx="5977937" cy="16665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use of class variables </a:t>
            </a:r>
          </a:p>
          <a:p>
            <a:endParaRPr lang="en-US" sz="4000" dirty="0">
              <a:solidFill>
                <a:srgbClr val="FFFFFF"/>
              </a:solidFill>
            </a:endParaRPr>
          </a:p>
        </p:txBody>
      </p:sp>
      <p:cxnSp>
        <p:nvCxnSpPr>
          <p:cNvPr id="14" name="Straight Connector 18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5896" y="2353592"/>
            <a:ext cx="530352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B946A9-D2EE-4D22-8847-64843FD8F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546224"/>
            <a:ext cx="5977938" cy="3342747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sz="1800">
                <a:solidFill>
                  <a:srgbClr val="FFFFFF"/>
                </a:solidFill>
              </a:rPr>
              <a:t>The </a:t>
            </a:r>
            <a:r>
              <a:rPr lang="en-US" sz="1800" b="1">
                <a:solidFill>
                  <a:srgbClr val="FFFFFF"/>
                </a:solidFill>
              </a:rPr>
              <a:t>class variables</a:t>
            </a:r>
            <a:r>
              <a:rPr lang="en-US" sz="1800">
                <a:solidFill>
                  <a:srgbClr val="FFFFFF"/>
                </a:solidFill>
              </a:rPr>
              <a:t> are shared by all instances or objects of the classes. </a:t>
            </a:r>
          </a:p>
          <a:p>
            <a:r>
              <a:rPr lang="en-US" sz="1800">
                <a:solidFill>
                  <a:srgbClr val="FFFFFF"/>
                </a:solidFill>
              </a:rPr>
              <a:t>The </a:t>
            </a:r>
            <a:r>
              <a:rPr lang="en-US" sz="1800" b="1">
                <a:solidFill>
                  <a:srgbClr val="FFFFFF"/>
                </a:solidFill>
              </a:rPr>
              <a:t>instance variables</a:t>
            </a:r>
            <a:r>
              <a:rPr lang="en-US" sz="1800">
                <a:solidFill>
                  <a:srgbClr val="FFFFFF"/>
                </a:solidFill>
              </a:rPr>
              <a:t> are unique to each instance or object of the class. </a:t>
            </a:r>
          </a:p>
          <a:p>
            <a:r>
              <a:rPr lang="en-US" sz="1800">
                <a:solidFill>
                  <a:srgbClr val="FFFFFF"/>
                </a:solidFill>
              </a:rPr>
              <a:t>Class variables are defined </a:t>
            </a:r>
            <a:r>
              <a:rPr lang="en-US" sz="1800" b="1">
                <a:solidFill>
                  <a:srgbClr val="FFFFFF"/>
                </a:solidFill>
              </a:rPr>
              <a:t>outside</a:t>
            </a:r>
            <a:r>
              <a:rPr lang="en-US" sz="1800">
                <a:solidFill>
                  <a:srgbClr val="FFFFFF"/>
                </a:solidFill>
              </a:rPr>
              <a:t> the initializer and instance variables are defined inside the initializer.</a:t>
            </a:r>
          </a:p>
          <a:p>
            <a:endParaRPr lang="en-US" sz="1800">
              <a:solidFill>
                <a:srgbClr val="FFFFFF"/>
              </a:solidFill>
            </a:endParaRPr>
          </a:p>
          <a:p>
            <a:endParaRPr lang="en-US" sz="1800">
              <a:solidFill>
                <a:srgbClr val="FFFFFF"/>
              </a:solidFill>
            </a:endParaRPr>
          </a:p>
        </p:txBody>
      </p:sp>
      <p:pic>
        <p:nvPicPr>
          <p:cNvPr id="7" name="Picture 7" descr="Text&#10;&#10;Description automatically generated">
            <a:extLst>
              <a:ext uri="{FF2B5EF4-FFF2-40B4-BE49-F238E27FC236}">
                <a16:creationId xmlns:a16="http://schemas.microsoft.com/office/drawing/2014/main" id="{E945E916-A181-4278-9E87-4563738890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54" r="2319" b="-4"/>
          <a:stretch/>
        </p:blipFill>
        <p:spPr>
          <a:xfrm>
            <a:off x="7611900" y="-10230"/>
            <a:ext cx="4580098" cy="3383279"/>
          </a:xfrm>
          <a:prstGeom prst="rect">
            <a:avLst/>
          </a:prstGeom>
        </p:spPr>
      </p:pic>
      <p:pic>
        <p:nvPicPr>
          <p:cNvPr id="8" name="Picture 8" descr="Text&#10;&#10;Description automatically generated">
            <a:extLst>
              <a:ext uri="{FF2B5EF4-FFF2-40B4-BE49-F238E27FC236}">
                <a16:creationId xmlns:a16="http://schemas.microsoft.com/office/drawing/2014/main" id="{3A37F966-48C7-491C-9A8E-22676F4A59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13" r="-2" b="-2"/>
          <a:stretch/>
        </p:blipFill>
        <p:spPr>
          <a:xfrm>
            <a:off x="7429024" y="3484952"/>
            <a:ext cx="4580097" cy="338328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F57AC-13EC-44E0-BAE0-0E404C6D8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2868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261236C-D0AD-49D4-AAE2-75B630B1D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11" y="643468"/>
            <a:ext cx="4414299" cy="16741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100"/>
              <a:t>Implementing Methods in a Class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B57AA8-F021-480C-A9E2-F89913313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E4E468-887E-45E3-AD9D-D734BBBF7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441" y="2639380"/>
            <a:ext cx="4412747" cy="3229714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</a:rPr>
              <a:t>A </a:t>
            </a:r>
            <a:r>
              <a:rPr 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method</a:t>
            </a: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</a:rPr>
              <a:t> is a group of statements that performs some operations and may or may not return a result.</a:t>
            </a:r>
          </a:p>
          <a:p>
            <a:pPr>
              <a:lnSpc>
                <a:spcPct val="90000"/>
              </a:lnSpc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</a:rPr>
              <a:t>There are three types of methods in Python:</a:t>
            </a:r>
          </a:p>
          <a:p>
            <a:pPr>
              <a:lnSpc>
                <a:spcPct val="90000"/>
              </a:lnSpc>
            </a:pPr>
            <a:r>
              <a:rPr 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instance methods </a:t>
            </a: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</a:rPr>
              <a:t>(mostly used in Python OOP)</a:t>
            </a:r>
          </a:p>
          <a:p>
            <a:pPr>
              <a:lnSpc>
                <a:spcPct val="90000"/>
              </a:lnSpc>
            </a:pPr>
            <a:r>
              <a:rPr 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class methods</a:t>
            </a:r>
            <a:endParaRPr 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</a:pPr>
            <a:r>
              <a:rPr 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static methods</a:t>
            </a:r>
            <a:endParaRPr 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</a:rPr>
              <a:t>These methods can either alter the content of the properties or use their values to perform a particular computation.</a:t>
            </a:r>
            <a:endParaRPr lang="en-US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</a:pPr>
            <a:endParaRPr lang="en-US" sz="11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Picture 6" descr="Text&#10;&#10;Description automatically generated">
            <a:extLst>
              <a:ext uri="{FF2B5EF4-FFF2-40B4-BE49-F238E27FC236}">
                <a16:creationId xmlns:a16="http://schemas.microsoft.com/office/drawing/2014/main" id="{077A9082-60CF-42CA-AB16-85F00EFE0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467" y="2639380"/>
            <a:ext cx="6489993" cy="353497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BF36B24-6632-4516-9692-73146289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6186F-3165-40B9-876A-CE2411D00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770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54884C-61E6-4FC1-AF99-3CBB29EF7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Class methods </a:t>
            </a:r>
            <a:r>
              <a:rPr lang="en-US" dirty="0">
                <a:ea typeface="+mn-lt"/>
                <a:cs typeface="+mn-lt"/>
              </a:rPr>
              <a:t>are accessed using the class name and can be accessed without creating a class object.</a:t>
            </a:r>
          </a:p>
          <a:p>
            <a:r>
              <a:rPr lang="en-US" dirty="0">
                <a:ea typeface="+mn-lt"/>
                <a:cs typeface="+mn-lt"/>
              </a:rPr>
              <a:t>we use the </a:t>
            </a:r>
            <a:r>
              <a:rPr lang="en-US" b="1" dirty="0">
                <a:ea typeface="+mn-lt"/>
                <a:cs typeface="+mn-lt"/>
              </a:rPr>
              <a:t>@classmethod</a:t>
            </a:r>
            <a:r>
              <a:rPr lang="en-US" dirty="0">
                <a:ea typeface="+mn-lt"/>
                <a:cs typeface="+mn-lt"/>
              </a:rPr>
              <a:t> decorator to declare a class method.</a:t>
            </a:r>
          </a:p>
          <a:p>
            <a:r>
              <a:rPr lang="en-US" dirty="0">
                <a:ea typeface="+mn-lt"/>
                <a:cs typeface="+mn-lt"/>
              </a:rPr>
              <a:t>Just like instance methods, all class methods have </a:t>
            </a:r>
            <a:r>
              <a:rPr lang="en-US" b="1" dirty="0">
                <a:ea typeface="+mn-lt"/>
                <a:cs typeface="+mn-lt"/>
              </a:rPr>
              <a:t>at least one</a:t>
            </a:r>
            <a:r>
              <a:rPr lang="en-US" dirty="0">
                <a:ea typeface="+mn-lt"/>
                <a:cs typeface="+mn-lt"/>
              </a:rPr>
              <a:t> argument.</a:t>
            </a:r>
          </a:p>
          <a:p>
            <a:r>
              <a:rPr lang="en-US" b="1" dirty="0">
                <a:ea typeface="+mn-lt"/>
                <a:cs typeface="+mn-lt"/>
              </a:rPr>
              <a:t>Static methods</a:t>
            </a:r>
            <a:r>
              <a:rPr lang="en-US" dirty="0">
                <a:ea typeface="+mn-lt"/>
                <a:cs typeface="+mn-lt"/>
              </a:rPr>
              <a:t> can be accessed using the class name or the object name.</a:t>
            </a:r>
          </a:p>
          <a:p>
            <a:r>
              <a:rPr lang="en-US" dirty="0">
                <a:ea typeface="+mn-lt"/>
                <a:cs typeface="+mn-lt"/>
              </a:rPr>
              <a:t>we use the</a:t>
            </a:r>
            <a:r>
              <a:rPr lang="en-US" b="1" dirty="0">
                <a:ea typeface="+mn-lt"/>
                <a:cs typeface="+mn-lt"/>
              </a:rPr>
              <a:t> @staticmethod </a:t>
            </a:r>
            <a:r>
              <a:rPr lang="en-US" dirty="0">
                <a:ea typeface="+mn-lt"/>
                <a:cs typeface="+mn-lt"/>
              </a:rPr>
              <a:t>decorator to declare a </a:t>
            </a:r>
            <a:r>
              <a:rPr lang="en-US" dirty="0" err="1">
                <a:ea typeface="+mn-lt"/>
                <a:cs typeface="+mn-lt"/>
              </a:rPr>
              <a:t>startic</a:t>
            </a:r>
            <a:r>
              <a:rPr lang="en-US" dirty="0">
                <a:ea typeface="+mn-lt"/>
                <a:cs typeface="+mn-lt"/>
              </a:rPr>
              <a:t> method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13C74AA-2D5F-48D3-B8D0-E22EBE15E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125751"/>
            <a:ext cx="10058400" cy="587584"/>
          </a:xfrm>
        </p:spPr>
        <p:txBody>
          <a:bodyPr/>
          <a:lstStyle/>
          <a:p>
            <a:r>
              <a:rPr lang="en-US" dirty="0"/>
              <a:t>Class Methods and Static Methods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4D8A2-5433-4384-A9BB-3FF201D08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31820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48DEEC8-1520-482B-9221-5422E917A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550" y="643467"/>
            <a:ext cx="4458900" cy="16741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/>
              <a:t>Access Modifiers in Python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B57AA8-F021-480C-A9E2-F89913313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8CA1F6-5ECC-4490-8E88-72E9AA73F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441" y="2639380"/>
            <a:ext cx="3636370" cy="3229714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Public attributes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are those that can be accessed inside the class and outside the class.</a:t>
            </a:r>
          </a:p>
          <a:p>
            <a:pPr>
              <a:lnSpc>
                <a:spcPct val="90000"/>
              </a:lnSpc>
            </a:pP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Private attributes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cannot be accessed directly from outside the class but can be accessed from inside the class.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By default, methods and attributes are public</a:t>
            </a:r>
          </a:p>
          <a:p>
            <a:pPr>
              <a:lnSpc>
                <a:spcPct val="90000"/>
              </a:lnSpc>
            </a:pPr>
            <a:endParaRPr lang="en-US" sz="1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Picture 6" descr="Text&#10;&#10;Description automatically generated">
            <a:extLst>
              <a:ext uri="{FF2B5EF4-FFF2-40B4-BE49-F238E27FC236}">
                <a16:creationId xmlns:a16="http://schemas.microsoft.com/office/drawing/2014/main" id="{F4ED8094-B685-410C-A33F-6626B04BD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032" y="2429087"/>
            <a:ext cx="6892560" cy="375644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BF36B24-6632-4516-9692-73146289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6431C-18E9-4943-AC46-D95AB79C5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36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E51183-D0D9-A74B-94F0-9EC0104A7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35207"/>
            <a:ext cx="6194236" cy="587584"/>
          </a:xfrm>
        </p:spPr>
        <p:txBody>
          <a:bodyPr/>
          <a:lstStyle/>
          <a:p>
            <a:pPr>
              <a:tabLst>
                <a:tab pos="3308350" algn="l"/>
              </a:tabLst>
            </a:pPr>
            <a:r>
              <a:rPr lang="en-US" dirty="0"/>
              <a:t>Python Modules &amp; Packages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9ED1B1-6FE0-FA43-95C4-366DBD1F1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66342" y="831286"/>
            <a:ext cx="4375639" cy="51954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ea typeface="+mn-lt"/>
                <a:cs typeface="+mn-lt"/>
              </a:rPr>
              <a:t> </a:t>
            </a:r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BAEE9-6E52-4BEC-940E-51C65AFCA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59967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CA1D49-BBE3-F9EE-9FD4-19DEE3D34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 </a:t>
            </a:r>
            <a:r>
              <a:rPr lang="en-US" b="1" dirty="0">
                <a:ea typeface="+mn-lt"/>
                <a:cs typeface="+mn-lt"/>
              </a:rPr>
              <a:t>Python module</a:t>
            </a:r>
            <a:r>
              <a:rPr lang="en-US" dirty="0">
                <a:ea typeface="+mn-lt"/>
                <a:cs typeface="+mn-lt"/>
              </a:rPr>
              <a:t> is a Python file containing a set of functions and variables to be used in an application.</a:t>
            </a:r>
          </a:p>
          <a:p>
            <a:r>
              <a:rPr lang="en-US" dirty="0">
                <a:ea typeface="+mn-lt"/>
                <a:cs typeface="+mn-lt"/>
              </a:rPr>
              <a:t>The variables can be of any type (arrays, dictionaries, objects, etc.)</a:t>
            </a:r>
          </a:p>
          <a:p>
            <a:r>
              <a:rPr lang="en-US" dirty="0"/>
              <a:t>Types of modules:</a:t>
            </a:r>
          </a:p>
          <a:p>
            <a:pPr marL="383540" lvl="1"/>
            <a:r>
              <a:rPr lang="en-US" dirty="0"/>
              <a:t>Built-in</a:t>
            </a:r>
          </a:p>
          <a:p>
            <a:pPr marL="383540" lvl="1"/>
            <a:r>
              <a:rPr lang="en-US" dirty="0"/>
              <a:t>User defined 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2FA23B-EF61-7ECD-AA34-261B0C6C5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102</a:t>
            </a:fld>
            <a:endParaRPr lang="en-US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CCB3AE-2406-9157-ED55-4267EE8E8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python Modules</a:t>
            </a:r>
          </a:p>
        </p:txBody>
      </p:sp>
      <p:pic>
        <p:nvPicPr>
          <p:cNvPr id="5" name="Picture 5" descr="Diagram&#10;&#10;Description automatically generated">
            <a:extLst>
              <a:ext uri="{FF2B5EF4-FFF2-40B4-BE49-F238E27FC236}">
                <a16:creationId xmlns:a16="http://schemas.microsoft.com/office/drawing/2014/main" id="{0E9DD75D-7392-F020-EFAE-8DC14CFE1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5773" y="3429000"/>
            <a:ext cx="2743200" cy="217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359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12B141-7210-379F-A783-765CED37E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To create a module, create a Python file with a .</a:t>
            </a:r>
            <a:r>
              <a:rPr lang="en-US" dirty="0" err="1">
                <a:ea typeface="+mn-lt"/>
                <a:cs typeface="+mn-lt"/>
              </a:rPr>
              <a:t>py</a:t>
            </a:r>
            <a:r>
              <a:rPr lang="en-US" dirty="0">
                <a:ea typeface="+mn-lt"/>
                <a:cs typeface="+mn-lt"/>
              </a:rPr>
              <a:t> extension.</a:t>
            </a:r>
          </a:p>
          <a:p>
            <a:r>
              <a:rPr lang="en-US" dirty="0">
                <a:ea typeface="+mn-lt"/>
                <a:cs typeface="+mn-lt"/>
              </a:rPr>
              <a:t>Modules created with a .</a:t>
            </a:r>
            <a:r>
              <a:rPr lang="en-US" dirty="0" err="1">
                <a:ea typeface="+mn-lt"/>
                <a:cs typeface="+mn-lt"/>
              </a:rPr>
              <a:t>py</a:t>
            </a:r>
            <a:r>
              <a:rPr lang="en-US" dirty="0">
                <a:ea typeface="+mn-lt"/>
                <a:cs typeface="+mn-lt"/>
              </a:rPr>
              <a:t> extension can be used in another Python source file, using the import statement. </a:t>
            </a:r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77A12D-2FBD-82A1-F561-5E163EA50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103</a:t>
            </a:fld>
            <a:endParaRPr lang="en-US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402001C-39E5-A22D-52B8-DE60EAE64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231744"/>
            <a:ext cx="10058400" cy="587584"/>
          </a:xfrm>
        </p:spPr>
        <p:txBody>
          <a:bodyPr/>
          <a:lstStyle/>
          <a:p>
            <a:r>
              <a:rPr lang="en-US" b="1" dirty="0"/>
              <a:t>User-defined Modules</a:t>
            </a:r>
            <a:endParaRPr lang="en-US" dirty="0"/>
          </a:p>
        </p:txBody>
      </p:sp>
      <p:pic>
        <p:nvPicPr>
          <p:cNvPr id="5" name="Picture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1B4ADF82-3311-D546-C2DA-AA265CA18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872" y="3433765"/>
            <a:ext cx="9184256" cy="217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885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EF5BCF-8E6B-4621-B294-6C801E86E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20013"/>
            <a:ext cx="10058400" cy="4149079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There are several built-in modules in Python, which you can import whenever you like.</a:t>
            </a:r>
          </a:p>
          <a:p>
            <a:r>
              <a:rPr lang="en-US" dirty="0"/>
              <a:t>Benefits of Modules in Python</a:t>
            </a:r>
          </a:p>
          <a:p>
            <a:pPr marL="383540" lvl="1"/>
            <a:r>
              <a:rPr lang="en-US" dirty="0"/>
              <a:t>Structure Code</a:t>
            </a:r>
          </a:p>
          <a:p>
            <a:pPr marL="566420" lvl="2"/>
            <a:r>
              <a:rPr lang="en-US" dirty="0">
                <a:ea typeface="+mn-lt"/>
                <a:cs typeface="+mn-lt"/>
              </a:rPr>
              <a:t>Code is logically organized by being grouped into one Python file which makes development easier and less error-prone.</a:t>
            </a:r>
            <a:endParaRPr lang="en-US"/>
          </a:p>
          <a:p>
            <a:pPr marL="566420" lvl="2"/>
            <a:r>
              <a:rPr lang="en-US" dirty="0">
                <a:ea typeface="+mn-lt"/>
                <a:cs typeface="+mn-lt"/>
              </a:rPr>
              <a:t>Code is easier to understand and use.</a:t>
            </a:r>
            <a:endParaRPr lang="en-US" dirty="0"/>
          </a:p>
          <a:p>
            <a:pPr marL="383540" lvl="1"/>
            <a:r>
              <a:rPr lang="en-US" dirty="0"/>
              <a:t>Reusability</a:t>
            </a:r>
          </a:p>
          <a:p>
            <a:pPr marL="566420" lvl="2"/>
            <a:r>
              <a:rPr lang="en-US" dirty="0">
                <a:ea typeface="+mn-lt"/>
                <a:cs typeface="+mn-lt"/>
              </a:rPr>
              <a:t>Functionality defined in a single module can be easily reused by other parts of the application.</a:t>
            </a:r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B83683-1AD6-76A9-3FBC-A8814FF79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104</a:t>
            </a:fld>
            <a:endParaRPr lang="en-US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A05A3D-8DEA-4B62-FB2E-088C34EEF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Built-in Modules</a:t>
            </a:r>
            <a:endParaRPr lang="en-US" dirty="0"/>
          </a:p>
        </p:txBody>
      </p:sp>
      <p:pic>
        <p:nvPicPr>
          <p:cNvPr id="5" name="Picture 5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0680723A-35E7-BD96-D3D1-EB5495A44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023" y="4766388"/>
            <a:ext cx="7300821" cy="99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53796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F41347-2E7D-BDBB-86E4-26DC77EA2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619371"/>
            <a:ext cx="10058400" cy="4249721"/>
          </a:xfrm>
        </p:spPr>
        <p:txBody>
          <a:bodyPr vert="horz" lIns="0" tIns="45720" rIns="0" bIns="45720" rtlCol="0" anchor="t">
            <a:normAutofit fontScale="92500" lnSpcReduction="10000"/>
          </a:bodyPr>
          <a:lstStyle/>
          <a:p>
            <a:r>
              <a:rPr lang="en-US" dirty="0">
                <a:ea typeface="+mn-lt"/>
                <a:cs typeface="+mn-lt"/>
              </a:rPr>
              <a:t>A package, is like a directory holding sub-packages and modules.</a:t>
            </a:r>
          </a:p>
          <a:p>
            <a:r>
              <a:rPr lang="en-US" dirty="0"/>
              <a:t>For a directory to become a Python Package it needs to have an </a:t>
            </a:r>
            <a:r>
              <a:rPr lang="en-US" b="1" dirty="0"/>
              <a:t>__init__.py</a:t>
            </a:r>
            <a:r>
              <a:rPr lang="en-US" dirty="0"/>
              <a:t> inside it so that Python can differentiate it from a normal directory.</a:t>
            </a:r>
          </a:p>
          <a:p>
            <a:r>
              <a:rPr lang="en-US" dirty="0"/>
              <a:t>We Can create our packages or use publicly available packages</a:t>
            </a:r>
          </a:p>
          <a:p>
            <a:r>
              <a:rPr lang="en-US" dirty="0"/>
              <a:t>        Python Package Index(</a:t>
            </a:r>
            <a:r>
              <a:rPr lang="en-US" dirty="0" err="1"/>
              <a:t>PyPI</a:t>
            </a:r>
            <a:r>
              <a:rPr lang="en-US" dirty="0"/>
              <a:t>): is a public repository for Python packages</a:t>
            </a:r>
          </a:p>
          <a:p>
            <a:r>
              <a:rPr lang="en-US" dirty="0"/>
              <a:t>        Python has a package manager called </a:t>
            </a:r>
            <a:r>
              <a:rPr lang="en-US" b="1" dirty="0"/>
              <a:t>pip </a:t>
            </a:r>
            <a:r>
              <a:rPr lang="en-US" dirty="0"/>
              <a:t>which is used to install packages</a:t>
            </a:r>
          </a:p>
          <a:p>
            <a:r>
              <a:rPr lang="en-US" dirty="0"/>
              <a:t>Packages can be installed system-wide(entire system) or within a specific environment known as a </a:t>
            </a:r>
            <a:r>
              <a:rPr lang="en-US" b="1" dirty="0"/>
              <a:t>virtual Environment. </a:t>
            </a:r>
            <a:r>
              <a:rPr lang="en-US" dirty="0"/>
              <a:t> </a:t>
            </a:r>
            <a:endParaRPr lang="en-US" b="1" dirty="0"/>
          </a:p>
          <a:p>
            <a:r>
              <a:rPr lang="en-US" dirty="0">
                <a:ea typeface="+mn-lt"/>
                <a:cs typeface="+mn-lt"/>
              </a:rPr>
              <a:t>Here's the command used to install a package</a:t>
            </a:r>
          </a:p>
          <a:p>
            <a:r>
              <a:rPr lang="en-US" b="1" dirty="0">
                <a:ea typeface="+mn-lt"/>
                <a:cs typeface="+mn-lt"/>
              </a:rPr>
              <a:t>        pip install module-name</a:t>
            </a:r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1B6973-F3D0-69B0-C38E-0B8C8C751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105</a:t>
            </a:fld>
            <a:endParaRPr lang="en-US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FFD36C-3FFB-82FE-9F32-7BF0374CA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Packages</a:t>
            </a:r>
          </a:p>
        </p:txBody>
      </p:sp>
    </p:spTree>
    <p:extLst>
      <p:ext uri="{BB962C8B-B14F-4D97-AF65-F5344CB8AC3E}">
        <p14:creationId xmlns:p14="http://schemas.microsoft.com/office/powerpoint/2010/main" val="67860045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F3C47D-F68A-1B25-1E16-A9D3C07D0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To import modules, we use the import statement</a:t>
            </a:r>
            <a:endParaRPr lang="en-US" b="1" dirty="0">
              <a:ea typeface="+mn-lt"/>
              <a:cs typeface="+mn-lt"/>
            </a:endParaRPr>
          </a:p>
          <a:p>
            <a:pPr marL="685800" indent="-342900">
              <a:buFont typeface="Wingdings" panose="05000000000000000000" pitchFamily="2" charset="2"/>
              <a:buChar char="q"/>
            </a:pPr>
            <a:r>
              <a:rPr lang="en-US" b="1" dirty="0">
                <a:ea typeface="+mn-lt"/>
                <a:cs typeface="+mn-lt"/>
              </a:rPr>
              <a:t>import </a:t>
            </a:r>
            <a:r>
              <a:rPr lang="en-US" b="1" dirty="0" err="1">
                <a:ea typeface="+mn-lt"/>
                <a:cs typeface="+mn-lt"/>
              </a:rPr>
              <a:t>module_name</a:t>
            </a:r>
            <a:r>
              <a:rPr lang="en-US" dirty="0">
                <a:ea typeface="+mn-lt"/>
                <a:cs typeface="+mn-lt"/>
              </a:rPr>
              <a:t> </a:t>
            </a:r>
            <a:endParaRPr lang="en-US" dirty="0"/>
          </a:p>
          <a:p>
            <a:pPr marL="685800" indent="-342900">
              <a:buFont typeface="Wingdings" panose="05000000000000000000" pitchFamily="2" charset="2"/>
              <a:buChar char="q"/>
            </a:pPr>
            <a:r>
              <a:rPr lang="en-US" b="1" dirty="0"/>
              <a:t>Import </a:t>
            </a:r>
            <a:r>
              <a:rPr lang="en-US" b="1" dirty="0" err="1"/>
              <a:t>module_name.member_name</a:t>
            </a:r>
            <a:r>
              <a:rPr lang="en-US" b="1" dirty="0"/>
              <a:t> </a:t>
            </a:r>
            <a:r>
              <a:rPr lang="en-US" dirty="0"/>
              <a:t>can be used to import some members(functions) within the module</a:t>
            </a:r>
          </a:p>
          <a:p>
            <a:pPr marL="685800" indent="-342900">
              <a:buFont typeface="Wingdings" panose="05000000000000000000" pitchFamily="2" charset="2"/>
              <a:buChar char="q"/>
            </a:pPr>
            <a:r>
              <a:rPr lang="en-US" b="1" dirty="0"/>
              <a:t>From </a:t>
            </a:r>
            <a:r>
              <a:rPr lang="en-US" b="1" dirty="0" err="1"/>
              <a:t>module_name</a:t>
            </a:r>
            <a:r>
              <a:rPr lang="en-US" b="1" dirty="0"/>
              <a:t> import * </a:t>
            </a:r>
            <a:r>
              <a:rPr lang="en-US" dirty="0"/>
              <a:t>with this statement we can import all the module members.</a:t>
            </a:r>
          </a:p>
          <a:p>
            <a:pPr marL="685800" indent="-342900">
              <a:buFont typeface="Wingdings" panose="05000000000000000000" pitchFamily="2" charset="2"/>
              <a:buChar char="q"/>
            </a:pPr>
            <a:r>
              <a:rPr lang="en-US" b="1" dirty="0"/>
              <a:t>From </a:t>
            </a:r>
            <a:r>
              <a:rPr lang="en-US" b="1" dirty="0" err="1"/>
              <a:t>module_name</a:t>
            </a:r>
            <a:r>
              <a:rPr lang="en-US" b="1" dirty="0"/>
              <a:t> import member_name1, member_name2,.. </a:t>
            </a:r>
            <a:r>
              <a:rPr lang="en-US" dirty="0"/>
              <a:t>Using the same approach, you can select the members you want to import by separating each with a comma.</a:t>
            </a:r>
            <a:endParaRPr lang="en-US" b="1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B4D56A-72DA-4176-CE14-E7B28C1AC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106</a:t>
            </a:fld>
            <a:endParaRPr lang="en-US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10FE3F-BCA7-2BAF-0C75-5A0F2EF7A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 Modules in Python</a:t>
            </a:r>
          </a:p>
        </p:txBody>
      </p:sp>
    </p:spTree>
    <p:extLst>
      <p:ext uri="{BB962C8B-B14F-4D97-AF65-F5344CB8AC3E}">
        <p14:creationId xmlns:p14="http://schemas.microsoft.com/office/powerpoint/2010/main" val="46279964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EF5BCF-8E6B-4621-B294-6C801E86E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20013"/>
            <a:ext cx="3749040" cy="4149079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dirty="0"/>
              <a:t>Create a module, type the following, and save it as </a:t>
            </a:r>
            <a:r>
              <a:rPr lang="en-US" b="1" dirty="0"/>
              <a:t>example.py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# Python Module addition</a:t>
            </a:r>
          </a:p>
          <a:p>
            <a:endParaRPr lang="en-US" dirty="0"/>
          </a:p>
          <a:p>
            <a:r>
              <a:rPr lang="en-US" b="1" dirty="0"/>
              <a:t>def add(a, b):</a:t>
            </a:r>
          </a:p>
          <a:p>
            <a:r>
              <a:rPr lang="en-US" b="1" dirty="0"/>
              <a:t>   result = a + b</a:t>
            </a:r>
          </a:p>
          <a:p>
            <a:r>
              <a:rPr lang="en-US" b="1" dirty="0"/>
              <a:t>   return result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B83683-1AD6-76A9-3FBC-A8814FF79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107</a:t>
            </a:fld>
            <a:endParaRPr lang="en-US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A05A3D-8DEA-4B62-FB2E-088C34EEF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</a:t>
            </a:r>
            <a:endParaRPr lang="en-US" dirty="0"/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5681186D-31CC-7803-4E01-61B7944DB93F}"/>
              </a:ext>
            </a:extLst>
          </p:cNvPr>
          <p:cNvSpPr txBox="1">
            <a:spLocks/>
          </p:cNvSpPr>
          <p:nvPr/>
        </p:nvSpPr>
        <p:spPr>
          <a:xfrm>
            <a:off x="6126480" y="1371601"/>
            <a:ext cx="4867102" cy="4440342"/>
          </a:xfrm>
          <a:prstGeom prst="rect">
            <a:avLst/>
          </a:prstGeom>
        </p:spPr>
        <p:txBody>
          <a:bodyPr vert="horz" lIns="0" tIns="45720" rIns="0" bIns="45720" rtlCol="0" anchor="t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Import modules in Python</a:t>
            </a:r>
          </a:p>
          <a:p>
            <a:r>
              <a:rPr lang="en-US" dirty="0"/>
              <a:t>We use the import keyword to do this. To import our previously defined module example, we type the following in the Python prompt.</a:t>
            </a:r>
          </a:p>
          <a:p>
            <a:endParaRPr lang="en-US" dirty="0"/>
          </a:p>
          <a:p>
            <a:r>
              <a:rPr lang="en-US" b="1" dirty="0"/>
              <a:t>import example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 Using the module name we can access the function using the dot . operator.  </a:t>
            </a:r>
          </a:p>
          <a:p>
            <a:endParaRPr lang="en-US" dirty="0"/>
          </a:p>
          <a:p>
            <a:r>
              <a:rPr lang="en-US" b="1" dirty="0" err="1"/>
              <a:t>example.add</a:t>
            </a:r>
            <a:r>
              <a:rPr lang="en-US" b="1" dirty="0"/>
              <a:t>(4,5) # returns 9</a:t>
            </a:r>
          </a:p>
        </p:txBody>
      </p:sp>
    </p:spTree>
    <p:extLst>
      <p:ext uri="{BB962C8B-B14F-4D97-AF65-F5344CB8AC3E}">
        <p14:creationId xmlns:p14="http://schemas.microsoft.com/office/powerpoint/2010/main" val="33471099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EF5BCF-8E6B-4621-B294-6C801E86E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20013"/>
            <a:ext cx="4594860" cy="4149079"/>
          </a:xfrm>
        </p:spPr>
        <p:txBody>
          <a:bodyPr vert="horz" lIns="0" tIns="45720" rIns="0" bIns="45720" rtlCol="0" anchor="t">
            <a:normAutofit fontScale="85000" lnSpcReduction="10000"/>
          </a:bodyPr>
          <a:lstStyle/>
          <a:p>
            <a:r>
              <a:rPr lang="en-US" b="1" dirty="0"/>
              <a:t>Import Python Standard Library Modules</a:t>
            </a:r>
          </a:p>
          <a:p>
            <a:r>
              <a:rPr lang="en-US" dirty="0"/>
              <a:t>The Python standard library contains well </a:t>
            </a:r>
            <a:r>
              <a:rPr lang="en-US" b="1" dirty="0"/>
              <a:t>over 200 modules</a:t>
            </a:r>
            <a:r>
              <a:rPr lang="en-US" dirty="0"/>
              <a:t>. We can import a module according to our needs.</a:t>
            </a:r>
          </a:p>
          <a:p>
            <a:r>
              <a:rPr lang="en-US" dirty="0"/>
              <a:t>Suppose we want to get the value of pi, first we import the math module and use </a:t>
            </a:r>
            <a:r>
              <a:rPr lang="en-US" dirty="0" err="1"/>
              <a:t>math.pi</a:t>
            </a:r>
            <a:r>
              <a:rPr lang="en-US" dirty="0"/>
              <a:t>. For example,</a:t>
            </a:r>
          </a:p>
          <a:p>
            <a:r>
              <a:rPr lang="en-US" b="1" dirty="0"/>
              <a:t> # import standard math module </a:t>
            </a:r>
          </a:p>
          <a:p>
            <a:r>
              <a:rPr lang="en-US" b="1" dirty="0"/>
              <a:t>import math</a:t>
            </a:r>
          </a:p>
          <a:p>
            <a:endParaRPr lang="en-US" b="1" dirty="0"/>
          </a:p>
          <a:p>
            <a:r>
              <a:rPr lang="en-US" b="1" dirty="0"/>
              <a:t># use </a:t>
            </a:r>
            <a:r>
              <a:rPr lang="en-US" b="1" dirty="0" err="1"/>
              <a:t>math.pi</a:t>
            </a:r>
            <a:r>
              <a:rPr lang="en-US" b="1" dirty="0"/>
              <a:t> to get value of pi</a:t>
            </a:r>
          </a:p>
          <a:p>
            <a:r>
              <a:rPr lang="en-US" b="1" dirty="0"/>
              <a:t>print("The value of pi is", </a:t>
            </a:r>
            <a:r>
              <a:rPr lang="en-US" b="1" dirty="0" err="1"/>
              <a:t>math.pi</a:t>
            </a:r>
            <a:r>
              <a:rPr lang="en-US" b="1" dirty="0"/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B83683-1AD6-76A9-3FBC-A8814FF79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108</a:t>
            </a:fld>
            <a:endParaRPr lang="en-US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A05A3D-8DEA-4B62-FB2E-088C34EEF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</a:t>
            </a:r>
            <a:endParaRPr lang="en-US" dirty="0"/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5681186D-31CC-7803-4E01-61B7944DB93F}"/>
              </a:ext>
            </a:extLst>
          </p:cNvPr>
          <p:cNvSpPr txBox="1">
            <a:spLocks/>
          </p:cNvSpPr>
          <p:nvPr/>
        </p:nvSpPr>
        <p:spPr>
          <a:xfrm>
            <a:off x="6389370" y="1720013"/>
            <a:ext cx="4867102" cy="4440342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Python import with Renaming</a:t>
            </a:r>
          </a:p>
          <a:p>
            <a:r>
              <a:rPr lang="en-US" dirty="0"/>
              <a:t>In Python, we can also import a module by renaming it. For example,</a:t>
            </a:r>
          </a:p>
          <a:p>
            <a:endParaRPr lang="en-US" b="1" dirty="0"/>
          </a:p>
          <a:p>
            <a:r>
              <a:rPr lang="en-US" b="1" dirty="0"/>
              <a:t># import module by renaming it</a:t>
            </a:r>
          </a:p>
          <a:p>
            <a:r>
              <a:rPr lang="en-US" b="1" dirty="0"/>
              <a:t>import math as m</a:t>
            </a:r>
          </a:p>
          <a:p>
            <a:endParaRPr lang="en-US" b="1" dirty="0"/>
          </a:p>
          <a:p>
            <a:r>
              <a:rPr lang="en-US" b="1" dirty="0"/>
              <a:t>print(</a:t>
            </a:r>
            <a:r>
              <a:rPr lang="en-US" b="1" dirty="0" err="1"/>
              <a:t>m.pi</a:t>
            </a:r>
            <a:r>
              <a:rPr lang="en-US" b="1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97619965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EF5BCF-8E6B-4621-B294-6C801E86E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20013"/>
            <a:ext cx="4206240" cy="4149079"/>
          </a:xfrm>
        </p:spPr>
        <p:txBody>
          <a:bodyPr vert="horz" lIns="0" tIns="45720" rIns="0" bIns="45720" rtlCol="0" anchor="t">
            <a:normAutofit fontScale="92500"/>
          </a:bodyPr>
          <a:lstStyle/>
          <a:p>
            <a:r>
              <a:rPr lang="en-US" b="1" dirty="0"/>
              <a:t> Python from...import statement</a:t>
            </a:r>
          </a:p>
          <a:p>
            <a:r>
              <a:rPr lang="en-US" dirty="0"/>
              <a:t>We can import specific names from a module without importing the module as a whole. For example,</a:t>
            </a:r>
          </a:p>
          <a:p>
            <a:endParaRPr lang="en-US" b="1" dirty="0"/>
          </a:p>
          <a:p>
            <a:r>
              <a:rPr lang="en-US" b="1" dirty="0"/>
              <a:t># import only pi from math module</a:t>
            </a:r>
          </a:p>
          <a:p>
            <a:r>
              <a:rPr lang="en-US" b="1" dirty="0"/>
              <a:t>from math import pi</a:t>
            </a:r>
          </a:p>
          <a:p>
            <a:endParaRPr lang="en-US" b="1" dirty="0"/>
          </a:p>
          <a:p>
            <a:r>
              <a:rPr lang="en-US" b="1" dirty="0"/>
              <a:t>print(pi)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B83683-1AD6-76A9-3FBC-A8814FF79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109</a:t>
            </a:fld>
            <a:endParaRPr lang="en-US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A05A3D-8DEA-4B62-FB2E-088C34EEF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</a:t>
            </a:r>
            <a:endParaRPr lang="en-US" dirty="0"/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5681186D-31CC-7803-4E01-61B7944DB93F}"/>
              </a:ext>
            </a:extLst>
          </p:cNvPr>
          <p:cNvSpPr txBox="1">
            <a:spLocks/>
          </p:cNvSpPr>
          <p:nvPr/>
        </p:nvSpPr>
        <p:spPr>
          <a:xfrm>
            <a:off x="6126480" y="1720013"/>
            <a:ext cx="4867102" cy="4091930"/>
          </a:xfrm>
          <a:prstGeom prst="rect">
            <a:avLst/>
          </a:prstGeom>
        </p:spPr>
        <p:txBody>
          <a:bodyPr vert="horz" lIns="0" tIns="45720" rIns="0" bIns="45720" rtlCol="0" anchor="t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 Import all names</a:t>
            </a:r>
          </a:p>
          <a:p>
            <a:r>
              <a:rPr lang="en-US" dirty="0"/>
              <a:t>In Python, we can import all names(definitions) from a module using the following construct:</a:t>
            </a:r>
          </a:p>
          <a:p>
            <a:endParaRPr lang="en-US" b="1" dirty="0"/>
          </a:p>
          <a:p>
            <a:r>
              <a:rPr lang="en-US" b="1" dirty="0"/>
              <a:t># import all names from the standard module math</a:t>
            </a:r>
          </a:p>
          <a:p>
            <a:r>
              <a:rPr lang="en-US" b="1" dirty="0"/>
              <a:t>from math import *</a:t>
            </a:r>
          </a:p>
          <a:p>
            <a:endParaRPr lang="en-US" b="1" dirty="0"/>
          </a:p>
          <a:p>
            <a:r>
              <a:rPr lang="en-US" b="1" dirty="0"/>
              <a:t>print("The value of pi is", pi)</a:t>
            </a:r>
          </a:p>
        </p:txBody>
      </p:sp>
    </p:spTree>
    <p:extLst>
      <p:ext uri="{BB962C8B-B14F-4D97-AF65-F5344CB8AC3E}">
        <p14:creationId xmlns:p14="http://schemas.microsoft.com/office/powerpoint/2010/main" val="420153359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648593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038C9B1-1180-8E0C-2C2D-9CBB5082B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9" y="605896"/>
            <a:ext cx="3642309" cy="56462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Python Virtual Environment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835200-6E41-2E6E-8D98-5381785A7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1958" y="605896"/>
            <a:ext cx="6792402" cy="5646208"/>
          </a:xfrm>
        </p:spPr>
        <p:txBody>
          <a:bodyPr vert="horz" lIns="0" tIns="45720" rIns="0" bIns="45720" rtlCol="0" anchor="ctr">
            <a:normAutofit lnSpcReduction="10000"/>
          </a:bodyPr>
          <a:lstStyle/>
          <a:p>
            <a:pPr algn="just"/>
            <a:r>
              <a:rPr lang="en-US" sz="2200" b="1" dirty="0">
                <a:solidFill>
                  <a:schemeClr val="bg2">
                    <a:lumMod val="75000"/>
                  </a:schemeClr>
                </a:solidFill>
              </a:rPr>
              <a:t>A virtual environment 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is a tool that helps keep dependencies required by different projects, separated by creating isolated Python virtual environments.</a:t>
            </a:r>
          </a:p>
          <a:p>
            <a:pPr marL="971550" indent="-685800" algn="just">
              <a:buFont typeface="Wingdings" panose="05000000000000000000" pitchFamily="2" charset="2"/>
              <a:buChar char="q"/>
            </a:pPr>
            <a:r>
              <a:rPr lang="en-US" sz="2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Virtualenv</a:t>
            </a: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is one of the modules used to create Python environments. </a:t>
            </a:r>
          </a:p>
          <a:p>
            <a:pPr marL="971550" indent="-685800" algn="just"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Alternatives are </a:t>
            </a:r>
            <a:r>
              <a:rPr lang="en-US" sz="2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venv</a:t>
            </a: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2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pipenv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2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conda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,....</a:t>
            </a:r>
          </a:p>
          <a:p>
            <a:pPr marL="971550" indent="-685800" algn="just"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Installing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virtualenv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US" sz="2200" b="1" dirty="0">
                <a:solidFill>
                  <a:srgbClr val="FF0000"/>
                </a:solidFill>
              </a:rPr>
              <a:t>pip install </a:t>
            </a:r>
            <a:r>
              <a:rPr lang="en-US" sz="2200" b="1" dirty="0" err="1">
                <a:solidFill>
                  <a:srgbClr val="FF0000"/>
                </a:solidFill>
              </a:rPr>
              <a:t>virtualenv</a:t>
            </a:r>
            <a:endParaRPr lang="en-US" sz="2200" b="1" dirty="0">
              <a:solidFill>
                <a:srgbClr val="FF0000"/>
              </a:solidFill>
            </a:endParaRPr>
          </a:p>
          <a:p>
            <a:pPr marL="971550" indent="-685800" algn="just"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create a virtual environment with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virtualenv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US" sz="2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virtualenv</a:t>
            </a: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env_name</a:t>
            </a:r>
            <a:endParaRPr lang="en-US" sz="2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just"/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After running this command, a directory named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env_name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will be created, and it will have all the necessary tools Python needs to create a Python environment.</a:t>
            </a:r>
            <a:endParaRPr lang="en-US" sz="2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0F1A53-634A-E394-8EF7-3CB5CD76E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noProof="0">
                <a:solidFill>
                  <a:schemeClr val="tx1">
                    <a:lumMod val="85000"/>
                    <a:lumOff val="15000"/>
                  </a:schemeClr>
                </a:solidFill>
              </a:rPr>
              <a:pPr>
                <a:spcAft>
                  <a:spcPts val="600"/>
                </a:spcAft>
              </a:pPr>
              <a:t>110</a:t>
            </a:fld>
            <a:endParaRPr lang="en-US" noProof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205504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648593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38795D0-2980-A871-2D7B-A444D30FC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9" y="605896"/>
            <a:ext cx="3642309" cy="56462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Activating virtual environment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C310EF-BA77-4FB6-ECDD-C625CDC86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5476" y="491596"/>
            <a:ext cx="7295741" cy="5646208"/>
          </a:xfrm>
        </p:spPr>
        <p:txBody>
          <a:bodyPr vert="horz" lIns="0" tIns="45720" rIns="0" bIns="45720" rtlCol="0" anchor="ctr">
            <a:normAutofit/>
          </a:bodyPr>
          <a:lstStyle/>
          <a:p>
            <a:pPr marL="514350" indent="-51435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Python virtual env. Needs to be activated. </a:t>
            </a:r>
          </a:p>
          <a:p>
            <a:pPr marL="514350" indent="-51435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 the directory where you create the environment, you can run the following command.</a:t>
            </a:r>
          </a:p>
          <a:p>
            <a:pPr marL="1371600" indent="-4572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 Windows:</a:t>
            </a:r>
          </a:p>
          <a:p>
            <a:pPr marL="2057400" indent="-11430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env_name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\Scripts\activate</a:t>
            </a:r>
          </a:p>
          <a:p>
            <a:pPr marL="1371600" indent="-4572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linux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/mac: </a:t>
            </a:r>
          </a:p>
          <a:p>
            <a:pPr marL="2057400" indent="-11430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source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env_name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/bin/activate</a:t>
            </a:r>
          </a:p>
          <a:p>
            <a:pPr marL="514350" indent="-51435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Once active the name of the environment will be displayed on the left side of your terminal/command line interface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428750" indent="-142875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Deactiving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a virtual env:</a:t>
            </a:r>
          </a:p>
          <a:p>
            <a:pPr marL="2057400" indent="-20574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deactivate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0439B8-4E6E-2CF5-C6B9-4F278BEAB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noProof="0">
                <a:solidFill>
                  <a:schemeClr val="tx1">
                    <a:lumMod val="85000"/>
                    <a:lumOff val="15000"/>
                  </a:schemeClr>
                </a:solidFill>
              </a:rPr>
              <a:pPr>
                <a:spcAft>
                  <a:spcPts val="600"/>
                </a:spcAft>
              </a:pPr>
              <a:t>111</a:t>
            </a:fld>
            <a:endParaRPr lang="en-US" noProof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274579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90BAFCD-EA0A-47F4-8B00-AAB1E67A9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 descr="Smiling Face with No Fill">
            <a:extLst>
              <a:ext uri="{FF2B5EF4-FFF2-40B4-BE49-F238E27FC236}">
                <a16:creationId xmlns:a16="http://schemas.microsoft.com/office/drawing/2014/main" id="{BECFF12E-FC5E-4DDE-9EAF-BA092337D4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7257" y="643538"/>
            <a:ext cx="3618586" cy="3618586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2F9C61D6-37CC-4AD4-83C3-022D08874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551037"/>
            <a:ext cx="12192000" cy="2306963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20AB2-1A71-4728-A34F-95D1B3F994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900" y="4905662"/>
            <a:ext cx="7330353" cy="1541176"/>
          </a:xfrm>
        </p:spPr>
        <p:txBody>
          <a:bodyPr anchor="ctr"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Thank you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669285E-35F6-4010-B084-229A80845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7532847" y="5676251"/>
            <a:ext cx="118872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068142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MONO">
      <a:dk1>
        <a:srgbClr val="000000"/>
      </a:dk1>
      <a:lt1>
        <a:srgbClr val="ECEEF7"/>
      </a:lt1>
      <a:dk2>
        <a:srgbClr val="000000"/>
      </a:dk2>
      <a:lt2>
        <a:srgbClr val="F5F8FF"/>
      </a:lt2>
      <a:accent1>
        <a:srgbClr val="ECEEF7"/>
      </a:accent1>
      <a:accent2>
        <a:srgbClr val="F5F8FF"/>
      </a:accent2>
      <a:accent3>
        <a:srgbClr val="A1A2A9"/>
      </a:accent3>
      <a:accent4>
        <a:srgbClr val="141514"/>
      </a:accent4>
      <a:accent5>
        <a:srgbClr val="000000"/>
      </a:accent5>
      <a:accent6>
        <a:srgbClr val="96969C"/>
      </a:accent6>
      <a:hlink>
        <a:srgbClr val="5F6063"/>
      </a:hlink>
      <a:folHlink>
        <a:srgbClr val="919191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RT5</Template>
  <TotalTime>451</TotalTime>
  <Words>5559</Words>
  <Application>Microsoft Office PowerPoint</Application>
  <PresentationFormat>Widescreen</PresentationFormat>
  <Paragraphs>742</Paragraphs>
  <Slides>112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112</vt:i4>
      </vt:variant>
    </vt:vector>
  </HeadingPairs>
  <TitlesOfParts>
    <vt:vector size="117" baseType="lpstr">
      <vt:lpstr>Arial</vt:lpstr>
      <vt:lpstr>Calibri</vt:lpstr>
      <vt:lpstr>Century Gothic</vt:lpstr>
      <vt:lpstr>Wingdings</vt:lpstr>
      <vt:lpstr>RetrospectVTI</vt:lpstr>
      <vt:lpstr>ITE3162 – Python Fundamentals </vt:lpstr>
      <vt:lpstr>Outlines</vt:lpstr>
      <vt:lpstr>Introduction</vt:lpstr>
      <vt:lpstr>What is python?</vt:lpstr>
      <vt:lpstr>Python Versions</vt:lpstr>
      <vt:lpstr>Writing our first code -  The print Statement </vt:lpstr>
      <vt:lpstr>Printing Multiple Pieces of Data </vt:lpstr>
      <vt:lpstr>Comments </vt:lpstr>
      <vt:lpstr>Example &amp; Exercises</vt:lpstr>
      <vt:lpstr>Data Types and Variables</vt:lpstr>
      <vt:lpstr>Python’s Data Types</vt:lpstr>
      <vt:lpstr>Variables</vt:lpstr>
      <vt:lpstr>Naming Convention </vt:lpstr>
      <vt:lpstr>1. Numbers</vt:lpstr>
      <vt:lpstr>Integer Numbers</vt:lpstr>
      <vt:lpstr>Floating Point Numbers</vt:lpstr>
      <vt:lpstr>COMPLEX NUMBERS</vt:lpstr>
      <vt:lpstr>2. Booleans</vt:lpstr>
      <vt:lpstr>3. Strings</vt:lpstr>
      <vt:lpstr>The Length of a String</vt:lpstr>
      <vt:lpstr>String Indexing</vt:lpstr>
      <vt:lpstr>Manipulating strings</vt:lpstr>
      <vt:lpstr>Manipulating strings …..</vt:lpstr>
      <vt:lpstr>Example &amp; Exercises</vt:lpstr>
      <vt:lpstr>Getting USER input</vt:lpstr>
      <vt:lpstr>Data Type Conversion</vt:lpstr>
      <vt:lpstr>Example &amp; Exercises</vt:lpstr>
      <vt:lpstr>Python operators</vt:lpstr>
      <vt:lpstr>Outlines</vt:lpstr>
      <vt:lpstr>Operators</vt:lpstr>
      <vt:lpstr>Arithmetic operators</vt:lpstr>
      <vt:lpstr>Comparison operators</vt:lpstr>
      <vt:lpstr>Assignment operators</vt:lpstr>
      <vt:lpstr>LOGICAL  operators</vt:lpstr>
      <vt:lpstr>Logical Expressions</vt:lpstr>
      <vt:lpstr>String Operations</vt:lpstr>
      <vt:lpstr>Example &amp; Exercises</vt:lpstr>
      <vt:lpstr>Exercises</vt:lpstr>
      <vt:lpstr>Conditional Statements</vt:lpstr>
      <vt:lpstr>conditional statements</vt:lpstr>
      <vt:lpstr>Conditional Statements in Python </vt:lpstr>
      <vt:lpstr>The if Statement</vt:lpstr>
      <vt:lpstr>Conditions with Logical Operators</vt:lpstr>
      <vt:lpstr>Nested if  Statements</vt:lpstr>
      <vt:lpstr>The if-else Statement</vt:lpstr>
      <vt:lpstr>Conditional Expressions</vt:lpstr>
      <vt:lpstr>The if-elif-else Statement</vt:lpstr>
      <vt:lpstr>IF-ELIF example</vt:lpstr>
      <vt:lpstr>MULTIPLE ELIF STATEMENTS</vt:lpstr>
      <vt:lpstr>Example &amp; Exercises</vt:lpstr>
      <vt:lpstr>Python DATA STRUCTURES</vt:lpstr>
      <vt:lpstr>What are lists ?</vt:lpstr>
      <vt:lpstr>Sublist </vt:lpstr>
      <vt:lpstr>Operations on List</vt:lpstr>
      <vt:lpstr>LIST Methods</vt:lpstr>
      <vt:lpstr>LIST Methods</vt:lpstr>
      <vt:lpstr>Exercises</vt:lpstr>
      <vt:lpstr>dictionaries</vt:lpstr>
      <vt:lpstr>What  are dictionaries</vt:lpstr>
      <vt:lpstr>Creating a dictionary</vt:lpstr>
      <vt:lpstr>Nested Dictionary</vt:lpstr>
      <vt:lpstr>Exercises</vt:lpstr>
      <vt:lpstr>Python CONTROLS</vt:lpstr>
      <vt:lpstr>LOOPS</vt:lpstr>
      <vt:lpstr>What are Loops?</vt:lpstr>
      <vt:lpstr>Definition</vt:lpstr>
      <vt:lpstr>Loops in Python </vt:lpstr>
      <vt:lpstr>The for Loop</vt:lpstr>
      <vt:lpstr>Looping Through a Range</vt:lpstr>
      <vt:lpstr>Examples</vt:lpstr>
      <vt:lpstr>Nested for Loops</vt:lpstr>
      <vt:lpstr>Execution of Nested Loops</vt:lpstr>
      <vt:lpstr>Solution</vt:lpstr>
      <vt:lpstr>The break Keyword</vt:lpstr>
      <vt:lpstr>The continue Keyword</vt:lpstr>
      <vt:lpstr>The pass Keyword</vt:lpstr>
      <vt:lpstr>The while Loop</vt:lpstr>
      <vt:lpstr>While loop structure</vt:lpstr>
      <vt:lpstr>The while Loop in Action</vt:lpstr>
      <vt:lpstr>Cautionary Measures</vt:lpstr>
      <vt:lpstr>Exercises</vt:lpstr>
      <vt:lpstr>Functions in Python</vt:lpstr>
      <vt:lpstr>WHY Functions?</vt:lpstr>
      <vt:lpstr>Example</vt:lpstr>
      <vt:lpstr>Types of Functions in Python</vt:lpstr>
      <vt:lpstr>Components of a Function </vt:lpstr>
      <vt:lpstr>Implementation</vt:lpstr>
      <vt:lpstr>Function Parameters</vt:lpstr>
      <vt:lpstr>The return Statement </vt:lpstr>
      <vt:lpstr>Examples &amp; Exercises</vt:lpstr>
      <vt:lpstr>OOp in python</vt:lpstr>
      <vt:lpstr>Anatomy of objects and classes</vt:lpstr>
      <vt:lpstr>Introduction to Objects and Classes</vt:lpstr>
      <vt:lpstr>Declaring a Class in Python</vt:lpstr>
      <vt:lpstr>Implementation of the Employee class  </vt:lpstr>
      <vt:lpstr>Initializing Objects</vt:lpstr>
      <vt:lpstr>use of class variables  </vt:lpstr>
      <vt:lpstr>Implementing Methods in a Class</vt:lpstr>
      <vt:lpstr>Class Methods and Static Methods</vt:lpstr>
      <vt:lpstr>Access Modifiers in Python</vt:lpstr>
      <vt:lpstr>Python Modules &amp; Packages</vt:lpstr>
      <vt:lpstr>What are python Modules</vt:lpstr>
      <vt:lpstr>User-defined Modules</vt:lpstr>
      <vt:lpstr>Built-in Modules</vt:lpstr>
      <vt:lpstr>Python Packages</vt:lpstr>
      <vt:lpstr>Import Modules in Python</vt:lpstr>
      <vt:lpstr>Examples</vt:lpstr>
      <vt:lpstr>Examples</vt:lpstr>
      <vt:lpstr>Examples</vt:lpstr>
      <vt:lpstr>Python Virtual Environment</vt:lpstr>
      <vt:lpstr>Activating virtual environment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Pitch</dc:title>
  <dc:creator/>
  <cp:lastModifiedBy>Eric HITIMANA</cp:lastModifiedBy>
  <cp:revision>1371</cp:revision>
  <dcterms:created xsi:type="dcterms:W3CDTF">2020-10-13T07:11:45Z</dcterms:created>
  <dcterms:modified xsi:type="dcterms:W3CDTF">2024-10-10T10:24:02Z</dcterms:modified>
</cp:coreProperties>
</file>